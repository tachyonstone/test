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slides/charts/chart1.xml" ContentType="application/vnd.openxmlformats-officedocument.drawingml.chart+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7e8474434a8429d" /><Relationship Type="http://schemas.openxmlformats.org/officeDocument/2006/relationships/extended-properties" Target="/docProps/app.xml" Id="Rc4392c56a79c4d5e" /><Relationship Type="http://schemas.openxmlformats.org/officeDocument/2006/relationships/officeDocument" Target="/ppt/presentation.xml" Id="R38ea9b2f009a40a8" /></Relationships>
</file>

<file path=ppt/presentation.xml><?xml version="1.0" encoding="utf-8"?>
<p:presentation xmlns:p="http://schemas.openxmlformats.org/presentationml/2006/main">
  <p:sldMasterIdLst>
    <p:sldMasterId xmlns:r="http://schemas.openxmlformats.org/officeDocument/2006/relationships" id="2147483648" r:id="R894f1ad222aa41ef"/>
  </p:sldMasterIdLst>
  <p:notesMasterIdLst>
    <p:notesMasterId xmlns:r="http://schemas.openxmlformats.org/officeDocument/2006/relationships" r:id="Re0664e5270c7451b"/>
  </p:notesMasterIdLst>
  <p:sldIdLst>
    <p:sldId xmlns:r="http://schemas.openxmlformats.org/officeDocument/2006/relationships" id="256" r:id="Ra00a047f005541dd"/>
    <p:sldId xmlns:r="http://schemas.openxmlformats.org/officeDocument/2006/relationships" id="257" r:id="Red239286a66545e9"/>
    <p:sldId xmlns:r="http://schemas.openxmlformats.org/officeDocument/2006/relationships" id="258" r:id="R9f5ef3a8781c4e07"/>
    <p:sldId xmlns:r="http://schemas.openxmlformats.org/officeDocument/2006/relationships" id="259" r:id="Rd6f7664380354f78"/>
    <p:sldId xmlns:r="http://schemas.openxmlformats.org/officeDocument/2006/relationships" id="260" r:id="R2eb3edf845334391"/>
    <p:sldId xmlns:r="http://schemas.openxmlformats.org/officeDocument/2006/relationships" id="261" r:id="R3d7e791ae09140df"/>
    <p:sldId xmlns:r="http://schemas.openxmlformats.org/officeDocument/2006/relationships" id="262" r:id="R5e6e54249767445f"/>
    <p:sldId xmlns:r="http://schemas.openxmlformats.org/officeDocument/2006/relationships" id="263" r:id="R367419fcbada4ed0"/>
    <p:sldId xmlns:r="http://schemas.openxmlformats.org/officeDocument/2006/relationships" id="264" r:id="Rabb4283c43694b0c"/>
    <p:sldId xmlns:r="http://schemas.openxmlformats.org/officeDocument/2006/relationships" id="265" r:id="Rc3544e00e0374cfe"/>
    <p:sldId xmlns:r="http://schemas.openxmlformats.org/officeDocument/2006/relationships" id="266" r:id="R1d724504d52f41a5"/>
    <p:sldId xmlns:r="http://schemas.openxmlformats.org/officeDocument/2006/relationships" id="267" r:id="Re17e7de9bc3e4fe1"/>
    <p:sldId xmlns:r="http://schemas.openxmlformats.org/officeDocument/2006/relationships" id="268" r:id="Rcec9e11e3d014e4d"/>
    <p:sldId xmlns:r="http://schemas.openxmlformats.org/officeDocument/2006/relationships" id="269" r:id="R5bbb48de090c4c4a"/>
    <p:sldId xmlns:r="http://schemas.openxmlformats.org/officeDocument/2006/relationships" id="270" r:id="Rbf67810baa6548f7"/>
    <p:sldId xmlns:r="http://schemas.openxmlformats.org/officeDocument/2006/relationships" id="271" r:id="Rc4b27fed4e2748bc"/>
    <p:sldId xmlns:r="http://schemas.openxmlformats.org/officeDocument/2006/relationships" id="272" r:id="R058db9054b244acf"/>
    <p:sldId xmlns:r="http://schemas.openxmlformats.org/officeDocument/2006/relationships" id="273" r:id="R0f7b153ee7b04b2e"/>
    <p:sldId xmlns:r="http://schemas.openxmlformats.org/officeDocument/2006/relationships" id="274" r:id="Rc503154c496c4e5e"/>
    <p:sldId xmlns:r="http://schemas.openxmlformats.org/officeDocument/2006/relationships" id="275" r:id="R2c53d31ae0bd4d6d"/>
    <p:sldId xmlns:r="http://schemas.openxmlformats.org/officeDocument/2006/relationships" id="276" r:id="Rc4f97d20fb1d4aaf"/>
    <p:sldId xmlns:r="http://schemas.openxmlformats.org/officeDocument/2006/relationships" id="277" r:id="R1151023488334e21"/>
    <p:sldId xmlns:r="http://schemas.openxmlformats.org/officeDocument/2006/relationships" id="278" r:id="Reb095f69c96d4493"/>
    <p:sldId xmlns:r="http://schemas.openxmlformats.org/officeDocument/2006/relationships" id="279" r:id="R2ca9eb58b4674da2"/>
    <p:sldId xmlns:r="http://schemas.openxmlformats.org/officeDocument/2006/relationships" id="280" r:id="R2b1e8a0559404f5a"/>
    <p:sldId xmlns:r="http://schemas.openxmlformats.org/officeDocument/2006/relationships" id="281" r:id="R8251ce19644548eb"/>
    <p:sldId xmlns:r="http://schemas.openxmlformats.org/officeDocument/2006/relationships" id="282" r:id="Re20ad3a1772d4c5b"/>
    <p:sldId xmlns:r="http://schemas.openxmlformats.org/officeDocument/2006/relationships" id="283" r:id="R95e31644c7d04728"/>
    <p:sldId xmlns:r="http://schemas.openxmlformats.org/officeDocument/2006/relationships" id="284" r:id="Ra16d68ba019a475c"/>
    <p:sldId xmlns:r="http://schemas.openxmlformats.org/officeDocument/2006/relationships" id="285" r:id="Rfb24bee5bb4844c1"/>
    <p:sldId xmlns:r="http://schemas.openxmlformats.org/officeDocument/2006/relationships" id="286" r:id="R0be3aa6b722b4c89"/>
    <p:sldId xmlns:r="http://schemas.openxmlformats.org/officeDocument/2006/relationships" id="287" r:id="R8e26409d101447c6"/>
    <p:sldId xmlns:r="http://schemas.openxmlformats.org/officeDocument/2006/relationships" id="288" r:id="Rfa8534cf808140d2"/>
    <p:sldId xmlns:r="http://schemas.openxmlformats.org/officeDocument/2006/relationships" id="289" r:id="R0751c4c477f6460a"/>
    <p:sldId xmlns:r="http://schemas.openxmlformats.org/officeDocument/2006/relationships" id="290" r:id="R1db258d5c92448ee"/>
    <p:sldId xmlns:r="http://schemas.openxmlformats.org/officeDocument/2006/relationships" id="291" r:id="Rc2ac6c282b8b4f9c"/>
    <p:sldId xmlns:r="http://schemas.openxmlformats.org/officeDocument/2006/relationships" id="292" r:id="Rb2228c049545476d"/>
    <p:sldId xmlns:r="http://schemas.openxmlformats.org/officeDocument/2006/relationships" id="293" r:id="R2c28e19b22eb48a0"/>
    <p:sldId xmlns:r="http://schemas.openxmlformats.org/officeDocument/2006/relationships" id="294" r:id="Re93831070f74441c"/>
    <p:sldId xmlns:r="http://schemas.openxmlformats.org/officeDocument/2006/relationships" id="295" r:id="R8911d43b9f06431d"/>
    <p:sldId xmlns:r="http://schemas.openxmlformats.org/officeDocument/2006/relationships" id="296" r:id="R2c280247ad794b7d"/>
    <p:sldId xmlns:r="http://schemas.openxmlformats.org/officeDocument/2006/relationships" id="297" r:id="Rb2bb0ae397304d6c"/>
    <p:sldId xmlns:r="http://schemas.openxmlformats.org/officeDocument/2006/relationships" id="298" r:id="R914d1958e27c4710"/>
    <p:sldId xmlns:r="http://schemas.openxmlformats.org/officeDocument/2006/relationships" id="299" r:id="Recc7f45c70544ad0"/>
    <p:sldId xmlns:r="http://schemas.openxmlformats.org/officeDocument/2006/relationships" id="300" r:id="R8171ffd4d40f40a4"/>
    <p:sldId xmlns:r="http://schemas.openxmlformats.org/officeDocument/2006/relationships" id="301" r:id="R185f8581f2854d55"/>
    <p:sldId xmlns:r="http://schemas.openxmlformats.org/officeDocument/2006/relationships" id="302" r:id="R226f89c5b045491c"/>
    <p:sldId xmlns:r="http://schemas.openxmlformats.org/officeDocument/2006/relationships" id="303" r:id="R312e06a722244046"/>
    <p:sldId xmlns:r="http://schemas.openxmlformats.org/officeDocument/2006/relationships" id="304" r:id="R4520389f38fd40b6"/>
    <p:sldId xmlns:r="http://schemas.openxmlformats.org/officeDocument/2006/relationships" id="305" r:id="R8b96092cf628408d"/>
    <p:sldId xmlns:r="http://schemas.openxmlformats.org/officeDocument/2006/relationships" id="306" r:id="R636fc5265aca4671"/>
    <p:sldId xmlns:r="http://schemas.openxmlformats.org/officeDocument/2006/relationships" id="307" r:id="R127248808a3447d5"/>
    <p:sldId xmlns:r="http://schemas.openxmlformats.org/officeDocument/2006/relationships" id="308" r:id="R125299663fd44fbb"/>
    <p:sldId xmlns:r="http://schemas.openxmlformats.org/officeDocument/2006/relationships" id="309" r:id="Ra0269e88e0b74c5c"/>
    <p:sldId xmlns:r="http://schemas.openxmlformats.org/officeDocument/2006/relationships" id="310" r:id="Rc84fd566161b47ef"/>
    <p:sldId xmlns:r="http://schemas.openxmlformats.org/officeDocument/2006/relationships" id="311" r:id="Rd7094bb6ff344019"/>
    <p:sldId xmlns:r="http://schemas.openxmlformats.org/officeDocument/2006/relationships" id="312" r:id="Rd42cb035923c4af6"/>
    <p:sldId xmlns:r="http://schemas.openxmlformats.org/officeDocument/2006/relationships" id="313" r:id="R2a324bcc47a8477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5914c821bda471e" /><Relationship Type="http://schemas.openxmlformats.org/officeDocument/2006/relationships/slideMaster" Target="/ppt/slideMasters/slideMaster1.xml" Id="R894f1ad222aa41ef" /><Relationship Type="http://schemas.openxmlformats.org/officeDocument/2006/relationships/notesMaster" Target="/ppt/notesMasters/notesMaster1.xml" Id="Re0664e5270c7451b" /><Relationship Type="http://schemas.openxmlformats.org/officeDocument/2006/relationships/presProps" Target="/ppt/presProps.xml" Id="R3e988c98e9b44c6b" /><Relationship Type="http://schemas.openxmlformats.org/officeDocument/2006/relationships/tableStyles" Target="/ppt/tableStyles.xml" Id="R50c2a6147db14fd2" /><Relationship Type="http://schemas.openxmlformats.org/officeDocument/2006/relationships/slide" Target="/ppt/slides/slide1.xml" Id="Ra00a047f005541dd" /><Relationship Type="http://schemas.openxmlformats.org/officeDocument/2006/relationships/slide" Target="/ppt/slides/slide2.xml" Id="Red239286a66545e9" /><Relationship Type="http://schemas.openxmlformats.org/officeDocument/2006/relationships/slide" Target="/ppt/slides/slide3.xml" Id="R9f5ef3a8781c4e07" /><Relationship Type="http://schemas.openxmlformats.org/officeDocument/2006/relationships/slide" Target="/ppt/slides/slide4.xml" Id="Rd6f7664380354f78" /><Relationship Type="http://schemas.openxmlformats.org/officeDocument/2006/relationships/slide" Target="/ppt/slides/slide5.xml" Id="R2eb3edf845334391" /><Relationship Type="http://schemas.openxmlformats.org/officeDocument/2006/relationships/slide" Target="/ppt/slides/slide6.xml" Id="R3d7e791ae09140df" /><Relationship Type="http://schemas.openxmlformats.org/officeDocument/2006/relationships/slide" Target="/ppt/slides/slide7.xml" Id="R5e6e54249767445f" /><Relationship Type="http://schemas.openxmlformats.org/officeDocument/2006/relationships/slide" Target="/ppt/slides/slide8.xml" Id="R367419fcbada4ed0" /><Relationship Type="http://schemas.openxmlformats.org/officeDocument/2006/relationships/slide" Target="/ppt/slides/slide9.xml" Id="Rabb4283c43694b0c" /><Relationship Type="http://schemas.openxmlformats.org/officeDocument/2006/relationships/slide" Target="/ppt/slides/slide10.xml" Id="Rc3544e00e0374cfe" /><Relationship Type="http://schemas.openxmlformats.org/officeDocument/2006/relationships/slide" Target="/ppt/slides/slide11.xml" Id="R1d724504d52f41a5" /><Relationship Type="http://schemas.openxmlformats.org/officeDocument/2006/relationships/slide" Target="/ppt/slides/slide12.xml" Id="Re17e7de9bc3e4fe1" /><Relationship Type="http://schemas.openxmlformats.org/officeDocument/2006/relationships/slide" Target="/ppt/slides/slide13.xml" Id="Rcec9e11e3d014e4d" /><Relationship Type="http://schemas.openxmlformats.org/officeDocument/2006/relationships/slide" Target="/ppt/slides/slide14.xml" Id="R5bbb48de090c4c4a" /><Relationship Type="http://schemas.openxmlformats.org/officeDocument/2006/relationships/slide" Target="/ppt/slides/slide15.xml" Id="Rbf67810baa6548f7" /><Relationship Type="http://schemas.openxmlformats.org/officeDocument/2006/relationships/slide" Target="/ppt/slides/slide16.xml" Id="Rc4b27fed4e2748bc" /><Relationship Type="http://schemas.openxmlformats.org/officeDocument/2006/relationships/slide" Target="/ppt/slides/slide17.xml" Id="R058db9054b244acf" /><Relationship Type="http://schemas.openxmlformats.org/officeDocument/2006/relationships/slide" Target="/ppt/slides/slide18.xml" Id="R0f7b153ee7b04b2e" /><Relationship Type="http://schemas.openxmlformats.org/officeDocument/2006/relationships/slide" Target="/ppt/slides/slide19.xml" Id="Rc503154c496c4e5e" /><Relationship Type="http://schemas.openxmlformats.org/officeDocument/2006/relationships/slide" Target="/ppt/slides/slide20.xml" Id="R2c53d31ae0bd4d6d" /><Relationship Type="http://schemas.openxmlformats.org/officeDocument/2006/relationships/slide" Target="/ppt/slides/slide21.xml" Id="Rc4f97d20fb1d4aaf" /><Relationship Type="http://schemas.openxmlformats.org/officeDocument/2006/relationships/slide" Target="/ppt/slides/slide22.xml" Id="R1151023488334e21" /><Relationship Type="http://schemas.openxmlformats.org/officeDocument/2006/relationships/slide" Target="/ppt/slides/slide23.xml" Id="Reb095f69c96d4493" /><Relationship Type="http://schemas.openxmlformats.org/officeDocument/2006/relationships/slide" Target="/ppt/slides/slide24.xml" Id="R2ca9eb58b4674da2" /><Relationship Type="http://schemas.openxmlformats.org/officeDocument/2006/relationships/slide" Target="/ppt/slides/slide25.xml" Id="R2b1e8a0559404f5a" /><Relationship Type="http://schemas.openxmlformats.org/officeDocument/2006/relationships/slide" Target="/ppt/slides/slide26.xml" Id="R8251ce19644548eb" /><Relationship Type="http://schemas.openxmlformats.org/officeDocument/2006/relationships/slide" Target="/ppt/slides/slide27.xml" Id="Re20ad3a1772d4c5b" /><Relationship Type="http://schemas.openxmlformats.org/officeDocument/2006/relationships/slide" Target="/ppt/slides/slide28.xml" Id="R95e31644c7d04728" /><Relationship Type="http://schemas.openxmlformats.org/officeDocument/2006/relationships/slide" Target="/ppt/slides/slide29.xml" Id="Ra16d68ba019a475c" /><Relationship Type="http://schemas.openxmlformats.org/officeDocument/2006/relationships/slide" Target="/ppt/slides/slide30.xml" Id="Rfb24bee5bb4844c1" /><Relationship Type="http://schemas.openxmlformats.org/officeDocument/2006/relationships/slide" Target="/ppt/slides/slide31.xml" Id="R0be3aa6b722b4c89" /><Relationship Type="http://schemas.openxmlformats.org/officeDocument/2006/relationships/slide" Target="/ppt/slides/slide32.xml" Id="R8e26409d101447c6" /><Relationship Type="http://schemas.openxmlformats.org/officeDocument/2006/relationships/slide" Target="/ppt/slides/slide33.xml" Id="Rfa8534cf808140d2" /><Relationship Type="http://schemas.openxmlformats.org/officeDocument/2006/relationships/slide" Target="/ppt/slides/slide34.xml" Id="R0751c4c477f6460a" /><Relationship Type="http://schemas.openxmlformats.org/officeDocument/2006/relationships/slide" Target="/ppt/slides/slide35.xml" Id="R1db258d5c92448ee" /><Relationship Type="http://schemas.openxmlformats.org/officeDocument/2006/relationships/slide" Target="/ppt/slides/slide36.xml" Id="Rc2ac6c282b8b4f9c" /><Relationship Type="http://schemas.openxmlformats.org/officeDocument/2006/relationships/slide" Target="/ppt/slides/slide37.xml" Id="Rb2228c049545476d" /><Relationship Type="http://schemas.openxmlformats.org/officeDocument/2006/relationships/slide" Target="/ppt/slides/slide38.xml" Id="R2c28e19b22eb48a0" /><Relationship Type="http://schemas.openxmlformats.org/officeDocument/2006/relationships/slide" Target="/ppt/slides/slide39.xml" Id="Re93831070f74441c" /><Relationship Type="http://schemas.openxmlformats.org/officeDocument/2006/relationships/slide" Target="/ppt/slides/slide40.xml" Id="R8911d43b9f06431d" /><Relationship Type="http://schemas.openxmlformats.org/officeDocument/2006/relationships/slide" Target="/ppt/slides/slide41.xml" Id="R2c280247ad794b7d" /><Relationship Type="http://schemas.openxmlformats.org/officeDocument/2006/relationships/slide" Target="/ppt/slides/slide42.xml" Id="Rb2bb0ae397304d6c" /><Relationship Type="http://schemas.openxmlformats.org/officeDocument/2006/relationships/slide" Target="/ppt/slides/slide43.xml" Id="R914d1958e27c4710" /><Relationship Type="http://schemas.openxmlformats.org/officeDocument/2006/relationships/slide" Target="/ppt/slides/slide44.xml" Id="Recc7f45c70544ad0" /><Relationship Type="http://schemas.openxmlformats.org/officeDocument/2006/relationships/slide" Target="/ppt/slides/slide45.xml" Id="R8171ffd4d40f40a4" /><Relationship Type="http://schemas.openxmlformats.org/officeDocument/2006/relationships/slide" Target="/ppt/slides/slide46.xml" Id="R185f8581f2854d55" /><Relationship Type="http://schemas.openxmlformats.org/officeDocument/2006/relationships/slide" Target="/ppt/slides/slide47.xml" Id="R226f89c5b045491c" /><Relationship Type="http://schemas.openxmlformats.org/officeDocument/2006/relationships/slide" Target="/ppt/slides/slide48.xml" Id="R312e06a722244046" /><Relationship Type="http://schemas.openxmlformats.org/officeDocument/2006/relationships/slide" Target="/ppt/slides/slide49.xml" Id="R4520389f38fd40b6" /><Relationship Type="http://schemas.openxmlformats.org/officeDocument/2006/relationships/slide" Target="/ppt/slides/slide50.xml" Id="R8b96092cf628408d" /><Relationship Type="http://schemas.openxmlformats.org/officeDocument/2006/relationships/slide" Target="/ppt/slides/slide51.xml" Id="R636fc5265aca4671" /><Relationship Type="http://schemas.openxmlformats.org/officeDocument/2006/relationships/slide" Target="/ppt/slides/slide52.xml" Id="R127248808a3447d5" /><Relationship Type="http://schemas.openxmlformats.org/officeDocument/2006/relationships/slide" Target="/ppt/slides/slide53.xml" Id="R125299663fd44fbb" /><Relationship Type="http://schemas.openxmlformats.org/officeDocument/2006/relationships/slide" Target="/ppt/slides/slide54.xml" Id="Ra0269e88e0b74c5c" /><Relationship Type="http://schemas.openxmlformats.org/officeDocument/2006/relationships/slide" Target="/ppt/slides/slide55.xml" Id="Rc84fd566161b47ef" /><Relationship Type="http://schemas.openxmlformats.org/officeDocument/2006/relationships/slide" Target="/ppt/slides/slide56.xml" Id="Rd7094bb6ff344019" /><Relationship Type="http://schemas.openxmlformats.org/officeDocument/2006/relationships/slide" Target="/ppt/slides/slide57.xml" Id="Rd42cb035923c4af6" /><Relationship Type="http://schemas.openxmlformats.org/officeDocument/2006/relationships/slide" Target="/ppt/slides/slide58.xml" Id="R2a324bcc47a8477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a127dd3ccc44d5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f69b09a022f4a92" /><Relationship Type="http://schemas.openxmlformats.org/officeDocument/2006/relationships/notesMaster" Target="/ppt/notesMasters/notesMaster1.xml" Id="R7959fa8ae3164d84" /></Relationships>
</file>

<file path=ppt/notesSlides/_rels/notesSlide2.xml.rels>&#65279;<?xml version="1.0" encoding="utf-8"?><Relationships xmlns="http://schemas.openxmlformats.org/package/2006/relationships"><Relationship Type="http://schemas.openxmlformats.org/officeDocument/2006/relationships/slide" Target="/ppt/slides/slide2.xml" Id="R2ea363d04eee45d8" /><Relationship Type="http://schemas.openxmlformats.org/officeDocument/2006/relationships/notesMaster" Target="/ppt/notesMasters/notesMaster1.xml" Id="R0deb139db5404ba1" /></Relationships>
</file>

<file path=ppt/notesSlides/_rels/notesSlide3.xml.rels>&#65279;<?xml version="1.0" encoding="utf-8"?><Relationships xmlns="http://schemas.openxmlformats.org/package/2006/relationships"><Relationship Type="http://schemas.openxmlformats.org/officeDocument/2006/relationships/slide" Target="/ppt/slides/slide3.xml" Id="R29a123a670914215" /><Relationship Type="http://schemas.openxmlformats.org/officeDocument/2006/relationships/notesMaster" Target="/ppt/notesMasters/notesMaster1.xml" Id="Rc61cfa8869254429" /></Relationships>
</file>

<file path=ppt/notesSlides/_rels/notesSlide4.xml.rels>&#65279;<?xml version="1.0" encoding="utf-8"?><Relationships xmlns="http://schemas.openxmlformats.org/package/2006/relationships"><Relationship Type="http://schemas.openxmlformats.org/officeDocument/2006/relationships/slide" Target="/ppt/slides/slide4.xml" Id="R491e05f48a344cf6" /><Relationship Type="http://schemas.openxmlformats.org/officeDocument/2006/relationships/notesMaster" Target="/ppt/notesMasters/notesMaster1.xml" Id="R9edb19ae39414f97" /></Relationships>
</file>

<file path=ppt/notesSlides/_rels/notesSlide5.xml.rels>&#65279;<?xml version="1.0" encoding="utf-8"?><Relationships xmlns="http://schemas.openxmlformats.org/package/2006/relationships"><Relationship Type="http://schemas.openxmlformats.org/officeDocument/2006/relationships/slide" Target="/ppt/slides/slide5.xml" Id="Rcf45fca25bff4db7" /><Relationship Type="http://schemas.openxmlformats.org/officeDocument/2006/relationships/notesMaster" Target="/ppt/notesMasters/notesMaster1.xml" Id="R92049c0ec8044100" /></Relationships>
</file>

<file path=ppt/notesSlides/_rels/notesSlide6.xml.rels>&#65279;<?xml version="1.0" encoding="utf-8"?><Relationships xmlns="http://schemas.openxmlformats.org/package/2006/relationships"><Relationship Type="http://schemas.openxmlformats.org/officeDocument/2006/relationships/slide" Target="/ppt/slides/slide6.xml" Id="R5f22953796994c70" /><Relationship Type="http://schemas.openxmlformats.org/officeDocument/2006/relationships/notesMaster" Target="/ppt/notesMasters/notesMaster1.xml" Id="R9d46be0abdcf4694" /></Relationships>
</file>

<file path=ppt/notesSlides/_rels/notesSlide7.xml.rels>&#65279;<?xml version="1.0" encoding="utf-8"?><Relationships xmlns="http://schemas.openxmlformats.org/package/2006/relationships"><Relationship Type="http://schemas.openxmlformats.org/officeDocument/2006/relationships/slide" Target="/ppt/slides/slide7.xml" Id="Rc016cbe18eb4416c" /><Relationship Type="http://schemas.openxmlformats.org/officeDocument/2006/relationships/notesMaster" Target="/ppt/notesMasters/notesMaster1.xml" Id="R16ba352c2f5f41dd" /></Relationships>
</file>

<file path=ppt/notesSlides/_rels/notesSlide8.xml.rels>&#65279;<?xml version="1.0" encoding="utf-8"?><Relationships xmlns="http://schemas.openxmlformats.org/package/2006/relationships"><Relationship Type="http://schemas.openxmlformats.org/officeDocument/2006/relationships/slide" Target="/ppt/slides/slide8.xml" Id="R5da6f97ede934682" /><Relationship Type="http://schemas.openxmlformats.org/officeDocument/2006/relationships/notesMaster" Target="/ppt/notesMasters/notesMaster1.xml" Id="R97c7779c758e4b9e" /></Relationships>
</file>

<file path=ppt/notesSlides/_rels/notesSlide9.xml.rels>&#65279;<?xml version="1.0" encoding="utf-8"?><Relationships xmlns="http://schemas.openxmlformats.org/package/2006/relationships"><Relationship Type="http://schemas.openxmlformats.org/officeDocument/2006/relationships/slide" Target="/ppt/slides/slide9.xml" Id="R5e8bccf6537a4767" /><Relationship Type="http://schemas.openxmlformats.org/officeDocument/2006/relationships/notesMaster" Target="/ppt/notesMasters/notesMaster1.xml" Id="R0815ec197e8f4b5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d1a10cccd614d81" /><Relationship Type="http://schemas.openxmlformats.org/officeDocument/2006/relationships/notesMaster" Target="/ppt/notesMasters/notesMaster1.xml" Id="Rf6cc4351d2364dc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002c929a6c74f3a" /><Relationship Type="http://schemas.openxmlformats.org/officeDocument/2006/relationships/notesMaster" Target="/ppt/notesMasters/notesMaster1.xml" Id="Rb2d323d151b84f7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5f559616afd45f1" /><Relationship Type="http://schemas.openxmlformats.org/officeDocument/2006/relationships/notesMaster" Target="/ppt/notesMasters/notesMaster1.xml" Id="Rf93281bee6df437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18faa9ab7b3426e" /><Relationship Type="http://schemas.openxmlformats.org/officeDocument/2006/relationships/notesMaster" Target="/ppt/notesMasters/notesMaster1.xml" Id="Rc7af1334938448e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e32a1b584f54eba" /><Relationship Type="http://schemas.openxmlformats.org/officeDocument/2006/relationships/notesMaster" Target="/ppt/notesMasters/notesMaster1.xml" Id="R3f0505db1cae432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f914ecd8de944a8" /><Relationship Type="http://schemas.openxmlformats.org/officeDocument/2006/relationships/notesMaster" Target="/ppt/notesMasters/notesMaster1.xml" Id="Rd00bd5cdf0aa477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872eaa357534765" /><Relationship Type="http://schemas.openxmlformats.org/officeDocument/2006/relationships/notesMaster" Target="/ppt/notesMasters/notesMaster1.xml" Id="R51fecb015d374cf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482169daa534dee" /><Relationship Type="http://schemas.openxmlformats.org/officeDocument/2006/relationships/notesMaster" Target="/ppt/notesMasters/notesMaster1.xml" Id="R43cd6eb3f097421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aa858fcd8084f7c" /><Relationship Type="http://schemas.openxmlformats.org/officeDocument/2006/relationships/notesMaster" Target="/ppt/notesMasters/notesMaster1.xml" Id="R7a0bd4b3c8dd4d1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f86eb01327845cb" /><Relationship Type="http://schemas.openxmlformats.org/officeDocument/2006/relationships/notesMaster" Target="/ppt/notesMasters/notesMaster1.xml" Id="Rf275e5bf50094c1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b71bd50305a449f" /><Relationship Type="http://schemas.openxmlformats.org/officeDocument/2006/relationships/notesMaster" Target="/ppt/notesMasters/notesMaster1.xml" Id="R4dc38035490b425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c7a2424333e42bb" /><Relationship Type="http://schemas.openxmlformats.org/officeDocument/2006/relationships/notesMaster" Target="/ppt/notesMasters/notesMaster1.xml" Id="R0d924f84155a4ff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96e10b780d6467f" /><Relationship Type="http://schemas.openxmlformats.org/officeDocument/2006/relationships/notesMaster" Target="/ppt/notesMasters/notesMaster1.xml" Id="R58a7c4d85157465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3d82480e40d40cd" /><Relationship Type="http://schemas.openxmlformats.org/officeDocument/2006/relationships/notesMaster" Target="/ppt/notesMasters/notesMaster1.xml" Id="R6d02bedc7997428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82775985685426a" /><Relationship Type="http://schemas.openxmlformats.org/officeDocument/2006/relationships/notesMaster" Target="/ppt/notesMasters/notesMaster1.xml" Id="Ref53aa1bf14d4f0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c38d3325fb747e0" /><Relationship Type="http://schemas.openxmlformats.org/officeDocument/2006/relationships/notesMaster" Target="/ppt/notesMasters/notesMaster1.xml" Id="Ra59b1f3b8af84ef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1b50595fca8472a" /><Relationship Type="http://schemas.openxmlformats.org/officeDocument/2006/relationships/notesMaster" Target="/ppt/notesMasters/notesMaster1.xml" Id="R5935381a930f4d6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55fb73f2d6ea4473" /><Relationship Type="http://schemas.openxmlformats.org/officeDocument/2006/relationships/notesMaster" Target="/ppt/notesMasters/notesMaster1.xml" Id="R02962bc27a7b42dd"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0a4b2a46bfd148d3" /><Relationship Type="http://schemas.openxmlformats.org/officeDocument/2006/relationships/notesMaster" Target="/ppt/notesMasters/notesMaster1.xml" Id="R59954412834f4027"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0996c1ca787c4c4b" /><Relationship Type="http://schemas.openxmlformats.org/officeDocument/2006/relationships/notesMaster" Target="/ppt/notesMasters/notesMaster1.xml" Id="R28cefa6db553462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7f46dd92df0a4413" /><Relationship Type="http://schemas.openxmlformats.org/officeDocument/2006/relationships/notesMaster" Target="/ppt/notesMasters/notesMaster1.xml" Id="R051b1abe27cb4006"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7df9b0f6741a4c3b" /><Relationship Type="http://schemas.openxmlformats.org/officeDocument/2006/relationships/notesMaster" Target="/ppt/notesMasters/notesMaster1.xml" Id="Ra944b2d37ea3493f"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6588aa550ba04055" /><Relationship Type="http://schemas.openxmlformats.org/officeDocument/2006/relationships/notesMaster" Target="/ppt/notesMasters/notesMaster1.xml" Id="Ree51adeb28164e4f"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1807c5dbf01a4a0b" /><Relationship Type="http://schemas.openxmlformats.org/officeDocument/2006/relationships/notesMaster" Target="/ppt/notesMasters/notesMaster1.xml" Id="R9e43a5d8077d4dbb"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4438870ff137404d" /><Relationship Type="http://schemas.openxmlformats.org/officeDocument/2006/relationships/notesMaster" Target="/ppt/notesMasters/notesMaster1.xml" Id="Rd797be4406894793"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e843d18eb5d64f27" /><Relationship Type="http://schemas.openxmlformats.org/officeDocument/2006/relationships/notesMaster" Target="/ppt/notesMasters/notesMaster1.xml" Id="R46cf84a5ffbb4e9d"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36a29012f40b42f6" /><Relationship Type="http://schemas.openxmlformats.org/officeDocument/2006/relationships/notesMaster" Target="/ppt/notesMasters/notesMaster1.xml" Id="R8267a30b70b743cb"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70e2720b5abd479c" /><Relationship Type="http://schemas.openxmlformats.org/officeDocument/2006/relationships/notesMaster" Target="/ppt/notesMasters/notesMaster1.xml" Id="Rea126a5b964745ad"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4681564f609345e4" /><Relationship Type="http://schemas.openxmlformats.org/officeDocument/2006/relationships/notesMaster" Target="/ppt/notesMasters/notesMaster1.xml" Id="Rd786b1e8b89b44dc"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cd25e919559840f2" /><Relationship Type="http://schemas.openxmlformats.org/officeDocument/2006/relationships/notesMaster" Target="/ppt/notesMasters/notesMaster1.xml" Id="Rac3603adabab44bc"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659125e854524aef" /><Relationship Type="http://schemas.openxmlformats.org/officeDocument/2006/relationships/notesMaster" Target="/ppt/notesMasters/notesMaster1.xml" Id="R6fda88a465da41da"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75d751e407364d1c" /><Relationship Type="http://schemas.openxmlformats.org/officeDocument/2006/relationships/notesMaster" Target="/ppt/notesMasters/notesMaster1.xml" Id="R8255cc21ffa54146"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5defbd48d9a44f4c" /><Relationship Type="http://schemas.openxmlformats.org/officeDocument/2006/relationships/notesMaster" Target="/ppt/notesMasters/notesMaster1.xml" Id="Re69a52a894a14ef6"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b80fc34054274da5" /><Relationship Type="http://schemas.openxmlformats.org/officeDocument/2006/relationships/notesMaster" Target="/ppt/notesMasters/notesMaster1.xml" Id="R2eac2766dd074ec1"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049c7964274d4702" /><Relationship Type="http://schemas.openxmlformats.org/officeDocument/2006/relationships/notesMaster" Target="/ppt/notesMasters/notesMaster1.xml" Id="R7aa1836952d94072"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9fb1727ace9a41b8" /><Relationship Type="http://schemas.openxmlformats.org/officeDocument/2006/relationships/notesMaster" Target="/ppt/notesMasters/notesMaster1.xml" Id="Re4cdd9cb5c2c401b"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a688e22495824798" /><Relationship Type="http://schemas.openxmlformats.org/officeDocument/2006/relationships/notesMaster" Target="/ppt/notesMasters/notesMaster1.xml" Id="Rc533cfa68e454c4c"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3ee0460399d34d97" /><Relationship Type="http://schemas.openxmlformats.org/officeDocument/2006/relationships/notesMaster" Target="/ppt/notesMasters/notesMaster1.xml" Id="Raa1635a911a34b77"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920cabe7723a461d" /><Relationship Type="http://schemas.openxmlformats.org/officeDocument/2006/relationships/notesMaster" Target="/ppt/notesMasters/notesMaster1.xml" Id="Re1f1483126794a3d"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dccb6b3b8d044902" /><Relationship Type="http://schemas.openxmlformats.org/officeDocument/2006/relationships/notesMaster" Target="/ppt/notesMasters/notesMaster1.xml" Id="Rfa8801aa87d14e8b"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52bee0e0a19c4d11" /><Relationship Type="http://schemas.openxmlformats.org/officeDocument/2006/relationships/notesMaster" Target="/ppt/notesMasters/notesMaster1.xml" Id="Rc423535fa962440a"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733f2f45b3f545a7" /><Relationship Type="http://schemas.openxmlformats.org/officeDocument/2006/relationships/notesMaster" Target="/ppt/notesMasters/notesMaster1.xml" Id="Rdc594f7beae84dae"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ec23b49c07374b8c" /><Relationship Type="http://schemas.openxmlformats.org/officeDocument/2006/relationships/notesMaster" Target="/ppt/notesMasters/notesMaster1.xml" Id="Ra9ddcbae4f1c42a6"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b2fdea66c4bb489a" /><Relationship Type="http://schemas.openxmlformats.org/officeDocument/2006/relationships/notesMaster" Target="/ppt/notesMasters/notesMaster1.xml" Id="Rc5bb2cec90d040f1"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08640419bff14303" /><Relationship Type="http://schemas.openxmlformats.org/officeDocument/2006/relationships/notesMaster" Target="/ppt/notesMasters/notesMaster1.xml" Id="Rc978eeb0760245bc"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3bba1560f6d7437a" /><Relationship Type="http://schemas.openxmlformats.org/officeDocument/2006/relationships/notesMaster" Target="/ppt/notesMasters/notesMaster1.xml" Id="Raa4b306b790e4818"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a69014491fe6476e" /><Relationship Type="http://schemas.openxmlformats.org/officeDocument/2006/relationships/notesMaster" Target="/ppt/notesMasters/notesMaster1.xml" Id="Rd1a88c694ad54ec5"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c5e1135296f44890" /><Relationship Type="http://schemas.openxmlformats.org/officeDocument/2006/relationships/notesMaster" Target="/ppt/notesMasters/notesMaster1.xml" Id="R96481d88131747a4"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0e3b74e71c854c8a" /><Relationship Type="http://schemas.openxmlformats.org/officeDocument/2006/relationships/notesMaster" Target="/ppt/notesMasters/notesMaster1.xml" Id="R19b9aa63554e444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出典：発明アイデア詳細資料_v4.pdf 全体。補足は元データ削除の合格例_v1.pdf。</a:t>
            </a:r>
          </a:p>
          <a:p xmlns:a="http://schemas.openxmlformats.org/drawingml/2006/main">
            <a:r>
              <a:t>目的、処理手順、既存特許との差分候補、現在の6項の技術事項を整理する。出願日・優先日、出願済みかどうかは未確認。正式文言や最終法律判断ではない。</a:t>
            </a:r>
          </a:p>
          <a:p xmlns:a="http://schemas.openxmlformats.org/drawingml/2006/main">
            <a:r>
              <a:t>現行の本文：30秒窓・2秒移動で元データを蓄積し、学習期間の尺度変換と波形の群分けから定義を作成。本文の新しい方式は未実装・未検証。以前の固定事象ルールによる60秒実験の結果は、新方式の性能を実証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出典：発明アイデア詳細資料_v4.pdf、元データ削除の合格例_v1.pdf、および本チャットの引継ぎ内容。</a:t>
            </a:r>
          </a:p>
          <a:p xmlns:a="http://schemas.openxmlformats.org/drawingml/2006/main">
            <a:r>
              <a:t>現段階の技術構成案。生成ログ以外での実装・検証や出願・採用の完了を意味しない。</a:t>
            </a:r>
          </a:p>
          <a:p xmlns:a="http://schemas.openxmlformats.org/drawingml/2006/main">
            <a:r>
              <a:t>現行の本文：30秒窓・2秒移動で元データを蓄積し、学習期間の尺度変換と波形の群分けから定義を作成。本文の新しい方式は未実装・未検証。以前の固定事象ルールによる60秒実験の結果は、新方式の性能を実証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出典：発明アイデア詳細資料_v4.pdf 3ページ</a:t>
            </a:r>
          </a:p>
          <a:p xmlns:a="http://schemas.openxmlformats.org/drawingml/2006/main">
            <a:r>
              <a:t/>
            </a:r>
          </a:p>
          <a:p xmlns:a="http://schemas.openxmlformats.org/drawingml/2006/main">
            <a:r>
              <a:t>現行の本文：30秒窓・2秒移動で元データを蓄積し、学習期間の尺度変換と波形の群分けから定義を作成。本文の新しい方式は未実装・未検証。以前の固定事象ルールによる60秒実験の結果は、新方式の性能を実証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出典：発明アイデア詳細資料_v4.pdf 7、12、29ページ</a:t>
            </a:r>
          </a:p>
          <a:p xmlns:a="http://schemas.openxmlformats.org/drawingml/2006/main">
            <a:r>
              <a:t/>
            </a:r>
          </a:p>
          <a:p xmlns:a="http://schemas.openxmlformats.org/drawingml/2006/main">
            <a:r>
              <a:t>現行の本文：30秒窓・2秒移動で元データを蓄積し、学習期間の尺度変換と波形の群分けから定義を作成。本文の新しい方式は未実装・未検証。以前の固定事象ルールによる60秒実験の結果は、新方式の性能を実証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出典：発明アイデア詳細資料_v4.pdf 4～6ページ</a:t>
            </a:r>
          </a:p>
          <a:p xmlns:a="http://schemas.openxmlformats.org/drawingml/2006/main">
            <a:r>
              <a:t/>
            </a:r>
          </a:p>
          <a:p xmlns:a="http://schemas.openxmlformats.org/drawingml/2006/main">
            <a:r>
              <a:t>現行の本文：30秒窓・2秒移動で元データを蓄積し、学習期間の尺度変換と波形の群分けから定義を作成。本文の新しい方式は未実装・未検証。以前の固定事象ルールによる60秒実験の結果は、新方式の性能を実証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出典：発明アイデア詳細資料_v4.pdf、元データ削除の合格例_v1.pdf、および本チャットの引継ぎ内容。</a:t>
            </a:r>
          </a:p>
          <a:p xmlns:a="http://schemas.openxmlformats.org/drawingml/2006/main">
            <a:r>
              <a:t>現段階の技術構成案。生成ログ以外での実装・検証や出願・採用の完了を意味しない。</a:t>
            </a:r>
          </a:p>
          <a:p xmlns:a="http://schemas.openxmlformats.org/drawingml/2006/main">
            <a:r>
              <a:t>現行の本文：30秒窓・2秒移動で元データを蓄積し、学習期間の尺度変換と波形の群分けから定義を作成。本文の新しい方式は未実装・未検証。以前の固定事象ルールによる60秒実験の結果は、新方式の性能を実証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出典：本チャットで利用者が指示した窓方式による一貫した実装想定例。既存の発明アイデア説明資料と詳細資料_v4を基礎に具体化。</a:t>
            </a:r>
          </a:p>
          <a:p xmlns:a="http://schemas.openxmlformats.org/drawingml/2006/main">
            <a:r>
              <a:t>本ページの手法・数値は説明と実装設計のための仮設定。実設備での採用・実装・性能確認を意味しない。既存手法の組合せ自体を新規と主張しない。</a:t>
            </a:r>
          </a:p>
          <a:p xmlns:a="http://schemas.openxmlformats.org/drawingml/2006/main">
            <a:r>
              <a:t>今回追加した実装例の出典：scikit-learn公式資料「Clustering / K-means」 https://scikit-learn.org/stable/modules/clustering.html#k-means 、silhouette_score https://scikit-learn.org/stable/modules/generated/sklearn.metrics.silhouette_score.html 。参照2026-10-19。K平均法は中心を求める既存手法で、中心は実際の観測窓とは限らない。処理条件・百分位・距離・件数・性能許容差は本資料の未検証の設計例。上昇の意味付き閾値を先に与える主例から、蓄積波形を群分けする主例へ変更。意味のある群が必ず得られるとはしない。</a:t>
            </a:r>
          </a:p>
          <a:p xmlns:a="http://schemas.openxmlformats.org/drawingml/2006/main">
            <a:r>
              <a:t>現行の本文：30秒窓・2秒移動で元データを蓄積し、学習期間の尺度変換と波形の群分けから定義を作成。本文の新しい方式は未実装・未検証。以前の固定事象ルールによる60秒実験の結果は、新方式の性能を実証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出典：時系列データ処理の全体フロー図.png／本チャットの更新事項</a:t>
            </a:r>
          </a:p>
          <a:p xmlns:a="http://schemas.openxmlformats.org/drawingml/2006/main">
            <a:r>
              <a:t>各工程の実装は発明案の設計説明。生成ログの計算済み部分を除き、実設備での実装・検証済みとは扱わない。</a:t>
            </a:r>
          </a:p>
          <a:p xmlns:a="http://schemas.openxmlformats.org/drawingml/2006/main">
            <a:r>
              <a:t>現行の本文：30秒窓・2秒移動で元データを蓄積し、学習期間の尺度変換と波形の群分けから定義を作成。本文の新しい方式は未実装・未検証。以前の固定事象ルールによる60秒実験の結果は、新方式の性能を実証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出典：発明アイデア詳細資料_v4.pdf</a:t>
            </a:r>
          </a:p>
          <a:p xmlns:a="http://schemas.openxmlformats.org/drawingml/2006/main">
            <a:r>
              <a:t>各工程の実装は発明案の設計説明。生成ログの計算済み部分を除き、実設備での実装・検証済みとは扱わない。</a:t>
            </a:r>
          </a:p>
          <a:p xmlns:a="http://schemas.openxmlformats.org/drawingml/2006/main">
            <a:r>
              <a:t>現行の本文：30秒窓・2秒移動で元データを蓄積し、学習期間の尺度変換と波形の群分けから定義を作成。本文の新しい方式は未実装・未検証。以前の固定事象ルールによる60秒実験の結果は、新方式の性能を実証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出典：発明アイデア詳細資料_v4.pdf</a:t>
            </a:r>
          </a:p>
          <a:p xmlns:a="http://schemas.openxmlformats.org/drawingml/2006/main">
            <a:r>
              <a:t>各工程の実装は発明案の設計説明。生成ログの計算済み部分を除き、実設備での実装・検証済みとは扱わない。</a:t>
            </a:r>
          </a:p>
          <a:p xmlns:a="http://schemas.openxmlformats.org/drawingml/2006/main">
            <a:r>
              <a:t>現行の本文：30秒窓・2秒移動で元データを蓄積し、学習期間の尺度変換と波形の群分けから定義を作成。本文の新しい方式は未実装・未検証。以前の固定事象ルールによる60秒実験の結果は、新方式の性能を実証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出典：発明アイデア詳細資料_v4.pdf 8～11ページ。追加説明は本チャットの区間と出現計数の議論。</a:t>
            </a:r>
          </a:p>
          <a:p xmlns:a="http://schemas.openxmlformats.org/drawingml/2006/main">
            <a:r>
              <a:t/>
            </a:r>
          </a:p>
          <a:p xmlns:a="http://schemas.openxmlformats.org/drawingml/2006/main">
            <a:r>
              <a:t>現行の本文：30秒窓・2秒移動で元データを蓄積し、学習期間の尺度変換と波形の群分けから定義を作成。本文の新しい方式は未実装・未検証。以前の固定事象ルールによる60秒実験の結果は、新方式の性能を実証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出典：本チャットで利用者が指示した窓方式による一貫した実装想定例。既存の発明アイデア説明資料と詳細資料_v4を基礎に具体化。</a:t>
            </a:r>
          </a:p>
          <a:p xmlns:a="http://schemas.openxmlformats.org/drawingml/2006/main">
            <a:r>
              <a:t>本ページの手法・数値は説明と実装設計のための仮設定。実設備での採用・実装・性能確認を意味しない。既存手法の組合せ自体を新規と主張しない。</a:t>
            </a:r>
          </a:p>
          <a:p xmlns:a="http://schemas.openxmlformats.org/drawingml/2006/main">
            <a:r>
              <a:t>現行の本文：30秒窓・2秒移動で元データを蓄積し、学習期間の尺度変換と波形の群分けから定義を作成。本文の新しい方式は未実装・未検証。以前の固定事象ルールによる60秒実験の結果は、新方式の性能を実証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出典：発明アイデア詳細資料_v4.pdf</a:t>
            </a:r>
          </a:p>
          <a:p xmlns:a="http://schemas.openxmlformats.org/drawingml/2006/main">
            <a:r>
              <a:t>各工程の実装は発明案の設計説明。生成ログの計算済み部分を除き、実設備での実装・検証済みとは扱わない。</a:t>
            </a:r>
          </a:p>
          <a:p xmlns:a="http://schemas.openxmlformats.org/drawingml/2006/main">
            <a:r>
              <a:t>今回追加した実装例の出典：scikit-learn公式資料「Clustering / K-means」 https://scikit-learn.org/stable/modules/clustering.html#k-means 、silhouette_score https://scikit-learn.org/stable/modules/generated/sklearn.metrics.silhouette_score.html 。参照2026-10-19。K平均法は中心を求める既存手法で、中心は実際の観測窓とは限らない。処理条件・百分位・距離・件数・性能許容差は本資料の未検証の設計例。上昇の意味付き閾値を先に与える主例から、蓄積波形を群分けする主例へ変更。意味のある群が必ず得られるとはしない。</a:t>
            </a:r>
          </a:p>
          <a:p xmlns:a="http://schemas.openxmlformats.org/drawingml/2006/main">
            <a:r>
              <a:t>現行の本文：30秒窓・2秒移動で元データを蓄積し、学習期間の尺度変換と波形の群分けから定義を作成。本文の新しい方式は未実装・未検証。以前の固定事象ルールによる60秒実験の結果は、新方式の性能を実証しない。</a:t>
            </a:r>
          </a:p>
          <a:p xmlns:a="http://schemas.openxmlformats.org/drawingml/2006/main">
            <a:r>
              <a:t>実装時の詳細設定例：KMeans(n_clusters=k,n_init=20,random_state=0)、k=2〜8の有効候補について学習側のシルエット指標（ユークリッド距離）を比較。同値は小さいk。成立する候補がなければ抽出保留・元データ保持。中心は尺度変換後の60次元平均。これらも未実装の設計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出典：本チャットで利用者が指示した窓方式による一貫した実装想定例。既存の発明アイデア説明資料と詳細資料_v4を基礎に具体化。</a:t>
            </a:r>
          </a:p>
          <a:p xmlns:a="http://schemas.openxmlformats.org/drawingml/2006/main">
            <a:r>
              <a:t>本ページの手法・数値は説明と実装設計のための仮設定。実設備での採用・実装・性能確認を意味しない。既存手法の組合せ自体を新規と主張しない。</a:t>
            </a:r>
          </a:p>
          <a:p xmlns:a="http://schemas.openxmlformats.org/drawingml/2006/main">
            <a:r>
              <a:t>今回追加した実装例の出典：scikit-learn公式資料「Clustering / K-means」 https://scikit-learn.org/stable/modules/clustering.html#k-means 、silhouette_score https://scikit-learn.org/stable/modules/generated/sklearn.metrics.silhouette_score.html 。参照2026-10-19。K平均法は中心を求める既存手法で、中心は実際の観測窓とは限らない。処理条件・百分位・距離・件数・性能許容差は本資料の未検証の設計例。上昇の意味付き閾値を先に与える主例から、蓄積波形を群分けする主例へ変更。意味のある群が必ず得られるとはしない。</a:t>
            </a:r>
          </a:p>
          <a:p xmlns:a="http://schemas.openxmlformats.org/drawingml/2006/main">
            <a:r>
              <a:t>現行の本文：30秒窓・2秒移動で元データを蓄積し、学習期間の尺度変換と波形の群分けから定義を作成。本文の新しい方式は未実装・未検証。以前の固定事象ルールによる60秒実験の結果は、新方式の性能を実証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出典：発明アイデア詳細資料_v4.pdf 13～16、42ページ</a:t>
            </a:r>
          </a:p>
          <a:p xmlns:a="http://schemas.openxmlformats.org/drawingml/2006/main">
            <a:r>
              <a:t/>
            </a:r>
          </a:p>
          <a:p xmlns:a="http://schemas.openxmlformats.org/drawingml/2006/main">
            <a:r>
              <a:t>今回追加した実装例の出典：scikit-learn公式資料「Clustering / K-means」 https://scikit-learn.org/stable/modules/clustering.html#k-means 、silhouette_score https://scikit-learn.org/stable/modules/generated/sklearn.metrics.silhouette_score.html 。参照2026-10-19。K平均法は中心を求める既存手法で、中心は実際の観測窓とは限らない。処理条件・百分位・距離・件数・性能許容差は本資料の未検証の設計例。上昇の意味付き閾値を先に与える主例から、蓄積波形を群分けする主例へ変更。意味のある群が必ず得られるとはしない。</a:t>
            </a:r>
          </a:p>
          <a:p xmlns:a="http://schemas.openxmlformats.org/drawingml/2006/main">
            <a:r>
              <a:t>現行の本文：30秒窓・2秒移動で元データを蓄積し、学習期間の尺度変換と波形の群分けから定義を作成。本文の新しい方式は未実装・未検証。以前の固定事象ルールによる60秒実験の結果は、新方式の性能を実証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出典：本チャットで利用者が指示した窓方式による一貫した実装想定例。既存の発明アイデア説明資料と詳細資料_v4を基礎に具体化。</a:t>
            </a:r>
          </a:p>
          <a:p xmlns:a="http://schemas.openxmlformats.org/drawingml/2006/main">
            <a:r>
              <a:t>本ページの手法・数値は説明と実装設計のための仮設定。実設備での採用・実装・性能確認を意味しない。既存手法の組合せ自体を新規と主張しない。</a:t>
            </a:r>
          </a:p>
          <a:p xmlns:a="http://schemas.openxmlformats.org/drawingml/2006/main">
            <a:r>
              <a:t>今回追加した実装例の出典：scikit-learn公式資料「Clustering / K-means」 https://scikit-learn.org/stable/modules/clustering.html#k-means 、silhouette_score https://scikit-learn.org/stable/modules/generated/sklearn.metrics.silhouette_score.html 。参照2026-10-19。K平均法は中心を求める既存手法で、中心は実際の観測窓とは限らない。処理条件・百分位・距離・件数・性能許容差は本資料の未検証の設計例。上昇の意味付き閾値を先に与える主例から、蓄積波形を群分けする主例へ変更。意味のある群が必ず得られるとはしない。</a:t>
            </a:r>
          </a:p>
          <a:p xmlns:a="http://schemas.openxmlformats.org/drawingml/2006/main">
            <a:r>
              <a:t>現行の本文：30秒窓・2秒移動で元データを蓄積し、学習期間の尺度変換と波形の群分けから定義を作成。本文の新しい方式は未実装・未検証。以前の固定事象ルールによる60秒実験の結果は、新方式の性能を実証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出典：発明アイデア詳細資料_v4.pdf 5、13、30ページ</a:t>
            </a:r>
          </a:p>
          <a:p xmlns:a="http://schemas.openxmlformats.org/drawingml/2006/main">
            <a:r>
              <a:t/>
            </a:r>
          </a:p>
          <a:p xmlns:a="http://schemas.openxmlformats.org/drawingml/2006/main">
            <a:r>
              <a:t>現行の本文：30秒窓・2秒移動で元データを蓄積し、学習期間の尺度変換と波形の群分けから定義を作成。本文の新しい方式は未実装・未検証。以前の固定事象ルールによる60秒実験の結果は、新方式の性能を実証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出典：発明アイデア詳細資料_v4.pdf</a:t>
            </a:r>
          </a:p>
          <a:p xmlns:a="http://schemas.openxmlformats.org/drawingml/2006/main">
            <a:r>
              <a:t>各工程の実装は発明案の設計説明。生成ログの計算済み部分を除き、実設備での実装・検証済みとは扱わない。</a:t>
            </a:r>
          </a:p>
          <a:p xmlns:a="http://schemas.openxmlformats.org/drawingml/2006/main">
            <a:r>
              <a:t>現行の本文：30秒窓・2秒移動で元データを蓄積し、学習期間の尺度変換と波形の群分けから定義を作成。本文の新しい方式は未実装・未検証。以前の固定事象ルールによる60秒実験の結果は、新方式の性能を実証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出典：本チャットで利用者が指示した窓方式による一貫した実装想定例。既存の発明アイデア説明資料と詳細資料_v4を基礎に具体化。</a:t>
            </a:r>
          </a:p>
          <a:p xmlns:a="http://schemas.openxmlformats.org/drawingml/2006/main">
            <a:r>
              <a:t>本ページの手法・数値は説明と実装設計のための仮設定。実設備での採用・実装・性能確認を意味しない。既存手法の組合せ自体を新規と主張しない。</a:t>
            </a:r>
          </a:p>
          <a:p xmlns:a="http://schemas.openxmlformats.org/drawingml/2006/main">
            <a:r>
              <a:t>現行の本文：30秒窓・2秒移動で元データを蓄積し、学習期間の尺度変換と波形の群分けから定義を作成。本文の新しい方式は未実装・未検証。以前の固定事象ルールによる60秒実験の結果は、新方式の性能を実証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出典：発明アイデア詳細資料_v4.pdf</a:t>
            </a:r>
          </a:p>
          <a:p xmlns:a="http://schemas.openxmlformats.org/drawingml/2006/main">
            <a:r>
              <a:t>各工程の実装は発明案の設計説明。生成ログの計算済み部分を除き、実設備での実装・検証済みとは扱わない。</a:t>
            </a:r>
          </a:p>
          <a:p xmlns:a="http://schemas.openxmlformats.org/drawingml/2006/main">
            <a:r>
              <a:t>現行の本文：30秒窓・2秒移動で元データを蓄積し、学習期間の尺度変換と波形の群分けから定義を作成。本文の新しい方式は未実装・未検証。以前の固定事象ルールによる60秒実験の結果は、新方式の性能を実証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出典：本チャットで利用者が指示した窓方式による一貫した実装想定例。既存の発明アイデア説明資料と詳細資料_v4を基礎に具体化。</a:t>
            </a:r>
          </a:p>
          <a:p xmlns:a="http://schemas.openxmlformats.org/drawingml/2006/main">
            <a:r>
              <a:t>本ページの手法・数値は説明と実装設計のための仮設定。実設備での採用・実装・性能確認を意味しない。既存手法の組合せ自体を新規と主張しない。</a:t>
            </a:r>
          </a:p>
          <a:p xmlns:a="http://schemas.openxmlformats.org/drawingml/2006/main">
            <a:r>
              <a:t>現行の本文：30秒窓・2秒移動で元データを蓄積し、学習期間の尺度変換と波形の群分けから定義を作成。本文の新しい方式は未実装・未検証。以前の固定事象ルールによる60秒実験の結果は、新方式の性能を実証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出典：発明アイデア詳細資料_v4.pdf 18ページ</a:t>
            </a:r>
          </a:p>
          <a:p xmlns:a="http://schemas.openxmlformats.org/drawingml/2006/main">
            <a:r>
              <a:t/>
            </a:r>
          </a:p>
          <a:p xmlns:a="http://schemas.openxmlformats.org/drawingml/2006/main">
            <a:r>
              <a:t>現行の本文：30秒窓・2秒移動で元データを蓄積し、学習期間の尺度変換と波形の群分けから定義を作成。本文の新しい方式は未実装・未検証。以前の固定事象ルールによる60秒実験の結果は、新方式の性能を実証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出典：本チャットで利用者が指示した窓方式による一貫した実装想定例。既存の発明アイデア説明資料と詳細資料_v4を基礎に具体化。</a:t>
            </a:r>
          </a:p>
          <a:p xmlns:a="http://schemas.openxmlformats.org/drawingml/2006/main">
            <a:r>
              <a:t>本ページの手法・数値は説明と実装設計のための仮設定。実設備での採用・実装・性能確認を意味しない。既存手法の組合せ自体を新規と主張しない。</a:t>
            </a:r>
          </a:p>
          <a:p xmlns:a="http://schemas.openxmlformats.org/drawingml/2006/main">
            <a:r>
              <a:t>現行の本文：30秒窓・2秒移動で元データを蓄積し、学習期間の尺度変換と波形の群分けから定義を作成。本文の新しい方式は未実装・未検証。以前の固定事象ルールによる60秒実験の結果は、新方式の性能を実証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出典：発明アイデア詳細資料_v4.pdf</a:t>
            </a:r>
          </a:p>
          <a:p xmlns:a="http://schemas.openxmlformats.org/drawingml/2006/main">
            <a:r>
              <a:t>各工程の実装は発明案の設計説明。生成ログの計算済み部分を除き、実設備での実装・検証済みとは扱わない。</a:t>
            </a:r>
          </a:p>
          <a:p xmlns:a="http://schemas.openxmlformats.org/drawingml/2006/main">
            <a:r>
              <a:t>現行の本文：30秒窓・2秒移動で元データを蓄積し、学習期間の尺度変換と波形の群分けから定義を作成。本文の新しい方式は未実装・未検証。以前の固定事象ルールによる60秒実験の結果は、新方式の性能を実証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出典：発明アイデア詳細資料_v4.pdf 12、21、23ページ</a:t>
            </a:r>
          </a:p>
          <a:p xmlns:a="http://schemas.openxmlformats.org/drawingml/2006/main">
            <a:r>
              <a:t/>
            </a:r>
          </a:p>
          <a:p xmlns:a="http://schemas.openxmlformats.org/drawingml/2006/main">
            <a:r>
              <a:t>現行の本文：30秒窓・2秒移動で元データを蓄積し、学習期間の尺度変換と波形の群分けから定義を作成。本文の新しい方式は未実装・未検証。以前の固定事象ルールによる60秒実験の結果は、新方式の性能を実証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出典：発明アイデア詳細資料_v4.pdf 21～26ページ</a:t>
            </a:r>
          </a:p>
          <a:p xmlns:a="http://schemas.openxmlformats.org/drawingml/2006/main">
            <a:r>
              <a:t/>
            </a:r>
          </a:p>
          <a:p xmlns:a="http://schemas.openxmlformats.org/drawingml/2006/main">
            <a:r>
              <a:t>現行の本文：30秒窓・2秒移動で元データを蓄積し、学習期間の尺度変換と波形の群分けから定義を作成。本文の新しい方式は未実装・未検証。以前の固定事象ルールによる60秒実験の結果は、新方式の性能を実証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出典：発明アイデア詳細資料_v4.pdf</a:t>
            </a:r>
          </a:p>
          <a:p xmlns:a="http://schemas.openxmlformats.org/drawingml/2006/main">
            <a:r>
              <a:t>各工程の実装は発明案の設計説明。生成ログの計算済み部分を除き、実設備での実装・検証済みとは扱わない。</a:t>
            </a:r>
          </a:p>
          <a:p xmlns:a="http://schemas.openxmlformats.org/drawingml/2006/main">
            <a:r>
              <a:t>現行の本文：30秒窓・2秒移動で元データを蓄積し、学習期間の尺度変換と波形の群分けから定義を作成。本文の新しい方式は未実装・未検証。以前の固定事象ルールによる60秒実験の結果は、新方式の性能を実証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出典：発明アイデア詳細資料_v4.pdf 17～20、29ページ</a:t>
            </a:r>
          </a:p>
          <a:p xmlns:a="http://schemas.openxmlformats.org/drawingml/2006/main">
            <a:r>
              <a:t/>
            </a:r>
          </a:p>
          <a:p xmlns:a="http://schemas.openxmlformats.org/drawingml/2006/main">
            <a:r>
              <a:t>現行の本文：30秒窓・2秒移動で元データを蓄積し、学習期間の尺度変換と波形の群分けから定義を作成。本文の新しい方式は未実装・未検証。以前の固定事象ルールによる60秒実験の結果は、新方式の性能を実証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出典：発明アイデア詳細資料_v4.pdf 19、31ページ</a:t>
            </a:r>
          </a:p>
          <a:p xmlns:a="http://schemas.openxmlformats.org/drawingml/2006/main">
            <a:r>
              <a:t/>
            </a:r>
          </a:p>
          <a:p xmlns:a="http://schemas.openxmlformats.org/drawingml/2006/main">
            <a:r>
              <a:t>現行の本文：30秒窓・2秒移動で元データを蓄積し、学習期間の尺度変換と波形の群分けから定義を作成。本文の新しい方式は未実装・未検証。以前の固定事象ルールによる60秒実験の結果は、新方式の性能を実証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出典：本チャットで利用者が指示した窓方式による一貫した実装想定例。既存の発明アイデア説明資料と詳細資料_v4を基礎に具体化。</a:t>
            </a:r>
          </a:p>
          <a:p xmlns:a="http://schemas.openxmlformats.org/drawingml/2006/main">
            <a:r>
              <a:t>本ページの手法・数値は説明と実装設計のための仮設定。実設備での採用・実装・性能確認を意味しない。既存手法の組合せ自体を新規と主張しない。</a:t>
            </a:r>
          </a:p>
          <a:p xmlns:a="http://schemas.openxmlformats.org/drawingml/2006/main">
            <a:r>
              <a:t>現行の本文：30秒窓・2秒移動で元データを蓄積し、学習期間の尺度変換と波形の群分けから定義を作成。本文の新しい方式は未実装・未検証。以前の固定事象ルールによる60秒実験の結果は、新方式の性能を実証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出典：発明アイデア詳細資料_v4.pdf</a:t>
            </a:r>
          </a:p>
          <a:p xmlns:a="http://schemas.openxmlformats.org/drawingml/2006/main">
            <a:r>
              <a:t>各工程の実装は発明案の設計説明。生成ログの計算済み部分を除き、実設備での実装・検証済みとは扱わない。</a:t>
            </a:r>
          </a:p>
          <a:p xmlns:a="http://schemas.openxmlformats.org/drawingml/2006/main">
            <a:r>
              <a:t>現行の本文：30秒窓・2秒移動で元データを蓄積し、学習期間の尺度変換と波形の群分けから定義を作成。本文の新しい方式は未実装・未検証。以前の固定事象ルールによる60秒実験の結果は、新方式の性能を実証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出典：本チャットで利用者が指示した窓方式による一貫した実装想定例。既存の発明アイデア説明資料と詳細資料_v4を基礎に具体化。</a:t>
            </a:r>
          </a:p>
          <a:p xmlns:a="http://schemas.openxmlformats.org/drawingml/2006/main">
            <a:r>
              <a:t>本ページの手法・数値は説明と実装設計のための仮設定。実設備での採用・実装・性能確認を意味しない。既存手法の組合せ自体を新規と主張しない。</a:t>
            </a:r>
          </a:p>
          <a:p xmlns:a="http://schemas.openxmlformats.org/drawingml/2006/main">
            <a:r>
              <a:t>現行の本文：30秒窓・2秒移動で元データを蓄積し、学習期間の尺度変換と波形の群分けから定義を作成。本文の新しい方式は未実装・未検証。以前の固定事象ルールによる60秒実験の結果は、新方式の性能を実証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出典：発明アイデア詳細資料_v4.pdf 20、31ページ</a:t>
            </a:r>
          </a:p>
          <a:p xmlns:a="http://schemas.openxmlformats.org/drawingml/2006/main">
            <a:r>
              <a:t/>
            </a:r>
          </a:p>
          <a:p xmlns:a="http://schemas.openxmlformats.org/drawingml/2006/main">
            <a:r>
              <a:t>現行の本文：30秒窓・2秒移動で元データを蓄積し、学習期間の尺度変換と波形の群分けから定義を作成。本文の新しい方式は未実装・未検証。以前の固定事象ルールによる60秒実験の結果は、新方式の性能を実証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出典：発明アイデア詳細資料_v4.pdf 18、21～23ページ。本チャットの特徴量と学習件数の整理。</a:t>
            </a:r>
          </a:p>
          <a:p xmlns:a="http://schemas.openxmlformats.org/drawingml/2006/main">
            <a:r>
              <a:t/>
            </a:r>
          </a:p>
          <a:p xmlns:a="http://schemas.openxmlformats.org/drawingml/2006/main">
            <a:r>
              <a:t>現行の本文：30秒窓・2秒移動で元データを蓄積し、学習期間の尺度変換と波形の群分けから定義を作成。本文の新しい方式は未実装・未検証。以前の固定事象ルールによる60秒実験の結果は、新方式の性能を実証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出典：発明アイデア詳細資料_v4.pdf</a:t>
            </a:r>
          </a:p>
          <a:p xmlns:a="http://schemas.openxmlformats.org/drawingml/2006/main">
            <a:r>
              <a:t>各工程の実装は発明案の設計説明。生成ログの計算済み部分を除き、実設備での実装・検証済みとは扱わない。</a:t>
            </a:r>
          </a:p>
          <a:p xmlns:a="http://schemas.openxmlformats.org/drawingml/2006/main">
            <a:r>
              <a:t>現行の本文：30秒窓・2秒移動で元データを蓄積し、学習期間の尺度変換と波形の群分けから定義を作成。本文の新しい方式は未実装・未検証。以前の固定事象ルールによる60秒実験の結果は、新方式の性能を実証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出典：発明アイデア詳細資料_v4.pdf 22、24～26ページ</a:t>
            </a:r>
          </a:p>
          <a:p xmlns:a="http://schemas.openxmlformats.org/drawingml/2006/main">
            <a:r>
              <a:t/>
            </a:r>
          </a:p>
          <a:p xmlns:a="http://schemas.openxmlformats.org/drawingml/2006/main">
            <a:r>
              <a:t>現行の本文：30秒窓・2秒移動で元データを蓄積し、学習期間の尺度変換と波形の群分けから定義を作成。本文の新しい方式は未実装・未検証。以前の固定事象ルールによる60秒実験の結果は、新方式の性能を実証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出典：発明アイデア詳細資料_v4.pdf</a:t>
            </a:r>
          </a:p>
          <a:p xmlns:a="http://schemas.openxmlformats.org/drawingml/2006/main">
            <a:r>
              <a:t>各工程の実装は発明案の設計説明。生成ログの計算済み部分を除き、実設備での実装・検証済みとは扱わない。</a:t>
            </a:r>
          </a:p>
          <a:p xmlns:a="http://schemas.openxmlformats.org/drawingml/2006/main">
            <a:r>
              <a:t>現行の本文：30秒窓・2秒移動で元データを蓄積し、学習期間の尺度変換と波形の群分けから定義を作成。本文の新しい方式は未実装・未検証。以前の固定事象ルールによる60秒実験の結果は、新方式の性能を実証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出典：発明アイデア詳細資料_v4.pdf 27、32ページ</a:t>
            </a:r>
          </a:p>
          <a:p xmlns:a="http://schemas.openxmlformats.org/drawingml/2006/main">
            <a:r>
              <a:t/>
            </a:r>
          </a:p>
          <a:p xmlns:a="http://schemas.openxmlformats.org/drawingml/2006/main">
            <a:r>
              <a:t>現行の本文：30秒窓・2秒移動で元データを蓄積し、学習期間の尺度変換と波形の群分けから定義を作成。本文の新しい方式は未実装・未検証。以前の固定事象ルールによる60秒実験の結果は、新方式の性能を実証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出典：本チャットで利用者が指示した窓方式による一貫した実装想定例。既存の発明アイデア説明資料と詳細資料_v4を基礎に具体化。</a:t>
            </a:r>
          </a:p>
          <a:p xmlns:a="http://schemas.openxmlformats.org/drawingml/2006/main">
            <a:r>
              <a:t>本ページの手法・数値は説明と実装設計のための仮設定。実設備での採用・実装・性能確認を意味しない。既存手法の組合せ自体を新規と主張しない。</a:t>
            </a:r>
          </a:p>
          <a:p xmlns:a="http://schemas.openxmlformats.org/drawingml/2006/main">
            <a:r>
              <a:t>現行の本文：30秒窓・2秒移動で元データを蓄積し、学習期間の尺度変換と波形の群分けから定義を作成。本文の新しい方式は未実装・未検証。以前の固定事象ルールによる60秒実験の結果は、新方式の性能を実証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出典：発明アイデア詳細資料_v4.pdf</a:t>
            </a:r>
          </a:p>
          <a:p xmlns:a="http://schemas.openxmlformats.org/drawingml/2006/main">
            <a:r>
              <a:t>各工程の実装は発明案の設計説明。生成ログの計算済み部分を除き、実設備での実装・検証済みとは扱わない。</a:t>
            </a:r>
          </a:p>
          <a:p xmlns:a="http://schemas.openxmlformats.org/drawingml/2006/main">
            <a:r>
              <a:t>現行の本文：30秒窓・2秒移動で元データを蓄積し、学習期間の尺度変換と波形の群分けから定義を作成。本文の新しい方式は未実装・未検証。以前の固定事象ルールによる60秒実験の結果は、新方式の性能を実証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出典：発明アイデア詳細資料_v4.pdf</a:t>
            </a:r>
          </a:p>
          <a:p xmlns:a="http://schemas.openxmlformats.org/drawingml/2006/main">
            <a:r>
              <a:t>各工程の実装は発明案の設計説明。生成ログの計算済み部分を除き、実設備での実装・検証済みとは扱わない。</a:t>
            </a:r>
          </a:p>
          <a:p xmlns:a="http://schemas.openxmlformats.org/drawingml/2006/main">
            <a:r>
              <a:t>現行の本文：30秒窓・2秒移動で元データを蓄積し、学習期間の尺度変換と波形の群分けから定義を作成。本文の新しい方式は未実装・未検証。以前の固定事象ルールによる60秒実験の結果は、新方式の性能を実証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出典：元データ削除の合格例_v1.pdf 1、5～9ページ</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出典：元データ削除の合格例_v1.pdf 6、7、10ページ</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出典：発明アイデア詳細資料_v4.pdf 33ページ</a:t>
            </a:r>
          </a:p>
          <a:p xmlns:a="http://schemas.openxmlformats.org/drawingml/2006/main">
            <a:r>
              <a:t/>
            </a:r>
          </a:p>
          <a:p xmlns:a="http://schemas.openxmlformats.org/drawingml/2006/main">
            <a:r>
              <a:t>現行の本文：30秒窓・2秒移動で元データを蓄積し、学習期間の尺度変換と波形の群分けから定義を作成。本文の新しい方式は未実装・未検証。以前の固定事象ルールによる60秒実験の結果は、新方式の性能を実証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出典：発明アイデア詳細資料_v4.pdf 34～36ページ</a:t>
            </a:r>
          </a:p>
          <a:p xmlns:a="http://schemas.openxmlformats.org/drawingml/2006/main">
            <a:r>
              <a:t>https://patents.google.com/patent/JPWO2013051101A1/ja</a:t>
            </a:r>
          </a:p>
          <a:p xmlns:a="http://schemas.openxmlformats.org/drawingml/2006/main">
            <a:r>
              <a:t>https://patents.google.com/patent/JP2008299486A/en</a:t>
            </a:r>
          </a:p>
          <a:p xmlns:a="http://schemas.openxmlformats.org/drawingml/2006/main">
            <a:r>
              <a:t>https://patents.google.com/patent/US20240259034A1/en</a:t>
            </a:r>
          </a:p>
          <a:p xmlns:a="http://schemas.openxmlformats.org/drawingml/2006/main">
            <a:r>
              <a:t>https://patents.google.com/patent/US11507324B2/en</a:t>
            </a:r>
          </a:p>
          <a:p xmlns:a="http://schemas.openxmlformats.org/drawingml/2006/main">
            <a:r>
              <a:t>https://patents.google.com/patent/JP5936240B2/ja</a:t>
            </a:r>
          </a:p>
          <a:p xmlns:a="http://schemas.openxmlformats.org/drawingml/2006/main">
            <a:r>
              <a:t>https://patents.google.com/patent/JP7563620B2/ja</a:t>
            </a:r>
          </a:p>
          <a:p xmlns:a="http://schemas.openxmlformats.org/drawingml/2006/main">
            <a:r>
              <a:t>https://patents.google.com/patent/US20220391775A1/en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出典：発明アイデア詳細資料_v4.pdf 34ページ</a:t>
            </a:r>
          </a:p>
          <a:p xmlns:a="http://schemas.openxmlformats.org/drawingml/2006/main">
            <a:r>
              <a:t>https://patents.google.com/patent/JPWO2013051101A1/ja</a:t>
            </a:r>
          </a:p>
          <a:p xmlns:a="http://schemas.openxmlformats.org/drawingml/2006/main">
            <a:r>
              <a:t>日立JPWO2013051101A1。時間軸伸縮にペナルティを与える波形比較、類似度階層分類、吸収閾値、新群登録、未知通知、分類別保存削除がある。請求項8は圧縮後も同じ群に属することを許容条件とする。設定次第で似た動作が可能なことと、具体的構成が文献に開示されることを分け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出典：発明アイデア詳細資料_v4.pdf 34、35ページ</a:t>
            </a:r>
          </a:p>
          <a:p xmlns:a="http://schemas.openxmlformats.org/drawingml/2006/main">
            <a:r>
              <a:t>https://patents.google.com/patent/JP5936240B2/ja</a:t>
            </a:r>
          </a:p>
          <a:p xmlns:a="http://schemas.openxmlformats.org/drawingml/2006/main">
            <a:r>
              <a:t>https://patents.google.com/patent/JP2008299486A/en</a:t>
            </a:r>
          </a:p>
          <a:p xmlns:a="http://schemas.openxmlformats.org/drawingml/2006/main">
            <a:r>
              <a:t>https://patents.google.com/patent/US20240259034A1/en</a:t>
            </a:r>
          </a:p>
          <a:p xmlns:a="http://schemas.openxmlformats.org/drawingml/2006/main">
            <a:r>
              <a:t>https://patents.google.com/patent/JP7563620B2/ja</a:t>
            </a:r>
          </a:p>
          <a:p xmlns:a="http://schemas.openxmlformats.org/drawingml/2006/main">
            <a:r>
              <a:t>https://patents.google.com/patent/US20220391775A1/en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出典：発明アイデア詳細資料_v4.pdf 29、36、39ページ</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出典：発明アイデア詳細資料_v4.pdf 28～32ページ</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出典：発明アイデア詳細資料_v4.pdf 29ページ</a:t>
            </a:r>
          </a:p>
          <a:p xmlns:a="http://schemas.openxmlformats.org/drawingml/2006/main">
            <a:r>
              <a:t>正式な特許請求の範囲ではなく、現時点の請求項に記載する技術事項。再抽出確認の追加案を採用済みと扱わない。</a:t>
            </a:r>
          </a:p>
          <a:p xmlns:a="http://schemas.openxmlformats.org/drawingml/2006/main">
            <a:r>
              <a:t>パターンID・版に対応づけて、定義、出現情報、統計、保持状況、削除許可評価を知識ベースで管理する。</a:t>
            </a:r>
          </a:p>
          <a:p xmlns:a="http://schemas.openxmlformats.org/drawingml/2006/main">
            <a:r>
              <a:t>確立度、元データ由来特徴から出現情報由来特徴への置換性能、削除後の最低保持数・保持構成を別々に評価する。</a:t>
            </a:r>
          </a:p>
          <a:p xmlns:a="http://schemas.openxmlformats.org/drawingml/2006/main">
            <a:r>
              <a:t>すべて合格した場合だけ、保持集合外の余剰の典型元データを削除する。未達・未評価なら削除しない。</a:t>
            </a:r>
          </a:p>
          <a:p xmlns:a="http://schemas.openxmlformats.org/drawingml/2006/main">
            <a:r>
              <a:t>出現情報と統計を保持して学習・説明に共通利用し、許可を評価したパターン版・モデル・運転条件に限定する。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出典：発明アイデア詳細資料_v4.pdf 30ページ</a:t>
            </a:r>
          </a:p>
          <a:p xmlns:a="http://schemas.openxmlformats.org/drawingml/2006/main">
            <a:r>
              <a:t>正式な特許請求の範囲ではなく、現時点の請求項に記載する技術事項。再抽出確認の追加案を採用済みと扱わない。</a:t>
            </a:r>
          </a:p>
          <a:p xmlns:a="http://schemas.openxmlformats.org/drawingml/2006/main">
            <a:r>
              <a:t>典型範囲と対応可能範囲を定める二つの閾値を使い、個々のデータを典型・境界・未知へ分類する。</a:t>
            </a:r>
          </a:p>
          <a:p xmlns:a="http://schemas.openxmlformats.org/drawingml/2006/main">
            <a:r>
              <a:t>典型は削除候補にとどめる。境界は削除から保護し、対応パターンID・版・類似度・保存先と関連づける。</a:t>
            </a:r>
          </a:p>
          <a:p xmlns:a="http://schemas.openxmlformats.org/drawingml/2006/main">
            <a:r>
              <a:t>未知は登録済みパターンへの所属を確定せず、新規抽出候補として元データを保持する。</a:t>
            </a:r>
          </a:p>
          <a:p xmlns:a="http://schemas.openxmlformats.org/drawingml/2006/main">
            <a:r>
              <a:t>本項は分類と保存管理を規定する。実際の再構築と新規抽出は請求項6で扱う。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出典：発明アイデア詳細資料_v4.pdf 30ページ</a:t>
            </a:r>
          </a:p>
          <a:p xmlns:a="http://schemas.openxmlformats.org/drawingml/2006/main">
            <a:r>
              <a:t>正式な特許請求の範囲ではなく、現時点の請求項に記載する技術事項。再抽出確認の追加案を採用済みと扱わない。</a:t>
            </a:r>
          </a:p>
          <a:p xmlns:a="http://schemas.openxmlformats.org/drawingml/2006/main">
            <a:r>
              <a:t>出現数、統計量の信頼区間、期間・設備・運転条件ごとの再現性等から確立度を評価する。</a:t>
            </a:r>
          </a:p>
          <a:p xmlns:a="http://schemas.openxmlformats.org/drawingml/2006/main">
            <a:r>
              <a:t>共通の検証データと同じ予測対象について、元データ由来特徴と出現情報由来特徴による性能を比較する。</a:t>
            </a:r>
          </a:p>
          <a:p xmlns:a="http://schemas.openxmlformats.org/drawingml/2006/main">
            <a:r>
              <a:t>全体平均に加え、削除を適用する条件ごとに確認する。検証例不足の条件を確認済みとは扱わない。</a:t>
            </a:r>
          </a:p>
          <a:p xmlns:a="http://schemas.openxmlformats.org/drawingml/2006/main">
            <a:r>
              <a:t>評価対象期間、モデル、パターン版、運転条件を記録する。具体的な指標と許容差は用途に応じて定める。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出典：発明アイデア詳細資料_v4.pdf 31ページ</a:t>
            </a:r>
          </a:p>
          <a:p xmlns:a="http://schemas.openxmlformats.org/drawingml/2006/main">
            <a:r>
              <a:t>正式な特許請求の範囲ではなく、現時点の請求項に記載する技術事項。再抽出確認の追加案を採用済みと扱わない。</a:t>
            </a:r>
          </a:p>
          <a:p xmlns:a="http://schemas.openxmlformats.org/drawingml/2006/main">
            <a:r>
              <a:t>代表例、典型内の変動、最近例、希少条件などの区分ごとに、ばらつき・不確かさ・網羅状況から必要数を定める。</a:t>
            </a:r>
          </a:p>
          <a:p xmlns:a="http://schemas.openxmlformats.org/drawingml/2006/main">
            <a:r>
              <a:t>削除前に保持集合を選び、削除後の区分別残存数を確認する。総数が足りても必要区分が欠ける削除を禁止する。</a:t>
            </a:r>
          </a:p>
          <a:p xmlns:a="http://schemas.openxmlformats.org/drawingml/2006/main">
            <a:r>
              <a:t>区分重複による二重計数を避け、境界などの別途保護対象の保護を維持する。</a:t>
            </a:r>
          </a:p>
          <a:p xmlns:a="http://schemas.openxmlformats.org/drawingml/2006/main">
            <a:r>
              <a:t>必要数の一般的な算定式は未確定。一定割合の保持だけで充足したと扱わず、数学的な最小数も保証しない。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出典：発明アイデア詳細資料_v4.pdf 31ページ</a:t>
            </a:r>
          </a:p>
          <a:p xmlns:a="http://schemas.openxmlformats.org/drawingml/2006/main">
            <a:r>
              <a:t>正式な特許請求の範囲ではなく、現時点の請求項に記載する技術事項。再抽出確認の追加案を採用済みと扱わない。</a:t>
            </a:r>
          </a:p>
          <a:p xmlns:a="http://schemas.openxmlformats.org/drawingml/2006/main">
            <a:r>
              <a:t>出現時刻、回数、継続時間、間隔、強度、一致度を元データから独立して保存する。</a:t>
            </a:r>
          </a:p>
          <a:p xmlns:a="http://schemas.openxmlformats.org/drawingml/2006/main">
            <a:r>
              <a:t>残存元データだけで過去の統計を取り直さず、出現情報を基礎に維持する。物理削除を理由に過去の出現回数を減らさない。</a:t>
            </a:r>
          </a:p>
          <a:p xmlns:a="http://schemas.openxmlformats.org/drawingml/2006/main">
            <a:r>
              <a:t>同じパターンID・版の情報を、学習入力、確立度評価、判定理由の説明に共通利用する。</a:t>
            </a:r>
          </a:p>
          <a:p xmlns:a="http://schemas.openxmlformats.org/drawingml/2006/main">
            <a:r>
              <a:t>今回のモデルへの寄与と、過去の統計的関連を区別して併記する。出現率、効果量、信頼区間、対象数等を用いる。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出典：発明アイデア詳細資料_v4.pdf 32ページ</a:t>
            </a:r>
          </a:p>
          <a:p xmlns:a="http://schemas.openxmlformats.org/drawingml/2006/main">
            <a:r>
              <a:t>正式な特許請求の範囲ではなく、現時点の請求項に記載する技術事項。再抽出確認の追加案を採用済みと扱わない。</a:t>
            </a:r>
          </a:p>
          <a:p xmlns:a="http://schemas.openxmlformats.org/drawingml/2006/main">
            <a:r>
              <a:t>境界未知率、類似度分布、統計的関係、性能の変化で、影響するパターン・条件の今後の削除を止め、新規元データを保持する。</a:t>
            </a:r>
          </a:p>
          <a:p xmlns:a="http://schemas.openxmlformats.org/drawingml/2006/main">
            <a:r>
              <a:t>残存・新規の境界元データで再構築し、未知元データから新しいパターンを抽出する。</a:t>
            </a:r>
          </a:p>
          <a:p xmlns:a="http://schemas.openxmlformats.org/drawingml/2006/main">
            <a:r>
              <a:t>分割・統合・新規登録時に、版、閾値、出現対応、統計、モデル、確立度、代替性、保持条件を更新する。</a:t>
            </a:r>
          </a:p>
          <a:p xmlns:a="http://schemas.openxmlformats.org/drawingml/2006/main">
            <a:r>
              <a:t>旧版の削除許可を新版へ自動適用せず、再評価で合格した範囲だけ再開する。削除済み元データの再取得は前提にしない。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出典：発明アイデア詳細資料_v4.pdf 37～39ページ</a:t>
            </a:r>
          </a:p>
          <a:p xmlns:a="http://schemas.openxmlformats.org/drawingml/2006/main">
            <a:r>
              <a:t>元データ削除の合格例_v1.pdf 10ページ</a:t>
            </a:r>
          </a:p>
          <a:p xmlns:a="http://schemas.openxmlformats.org/drawingml/2006/main">
            <a:r>
              <a:t/>
            </a:r>
          </a:p>
          <a:p xmlns:a="http://schemas.openxmlformats.org/drawingml/2006/main">
            <a:r>
              <a:t>現行の本文：30秒窓・2秒移動で元データを蓄積し、学習期間の尺度変換と波形の群分けから定義を作成。本文の新しい方式は未実装・未検証。以前の固定事象ルールによる60秒実験の結果は、新方式の性能を実証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出典：発明アイデア詳細資料_v4.pdf、元データ削除の合格例_v1.pdf、および本チャットの引継ぎ内容。</a:t>
            </a:r>
          </a:p>
          <a:p xmlns:a="http://schemas.openxmlformats.org/drawingml/2006/main">
            <a:r>
              <a:t>現段階の技術構成案。生成ログ以外での実装・検証や出願・採用の完了を意味しない。</a:t>
            </a:r>
          </a:p>
          <a:p xmlns:a="http://schemas.openxmlformats.org/drawingml/2006/main">
            <a:r>
              <a:t>現行の本文：30秒窓・2秒移動で元データを蓄積し、学習期間の尺度変換と波形の群分けから定義を作成。本文の新しい方式は未実装・未検証。以前の固定事象ルールによる60秒実験の結果は、新方式の性能を実証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出典：発明アイデア詳細資料_v4.pdf 40～42ページ</a:t>
            </a:r>
          </a:p>
          <a:p xmlns:a="http://schemas.openxmlformats.org/drawingml/2006/main">
            <a:r>
              <a:t/>
            </a:r>
          </a:p>
          <a:p xmlns:a="http://schemas.openxmlformats.org/drawingml/2006/main">
            <a:r>
              <a:t>今回追加した実装例の出典：scikit-learn公式資料「Clustering / K-means」 https://scikit-learn.org/stable/modules/clustering.html#k-means 、silhouette_score https://scikit-learn.org/stable/modules/generated/sklearn.metrics.silhouette_score.html 。参照2026-10-19。K平均法は中心を求める既存手法で、中心は実際の観測窓とは限らない。処理条件・百分位・距離・件数・性能許容差は本資料の未検証の設計例。上昇の意味付き閾値を先に与える主例から、蓄積波形を群分けする主例へ変更。意味のある群が必ず得られるとは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745fc03f194442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4722c281377438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d1a61c351ab463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d87065aac9e449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11e877d31be4d5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03dbd636d2a410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0005C00-FFC2-4DB7-A6D5-622F592D8A3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DF52F90-30AB-4B74-8D02-ED08F337B2E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D94E3F7-5A7F-43AE-A223-232A2475831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532887B-42FA-4CC6-A700-36C9CBFE2FE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6E4B9E6-231F-4455-81EA-6ED6DE6D81B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5397F94-4EC7-4DA1-BBB0-5A62DE6F4CF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52B1D53-61B2-4A47-B97D-2DF9E3C5675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2577F89-8749-44D1-B442-5572EEEA9C5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AA1C62C-3ED5-4B09-A780-A70BD637436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691D5F0-F40A-4C3B-8285-844778AE31B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972a70a3476420e" /><Relationship Type="http://schemas.openxmlformats.org/officeDocument/2006/relationships/slideLayout" Target="/ppt/slideLayouts/slideLayout1.xml" Id="Re49bfd8ef95446bb" /><Relationship Type="http://schemas.openxmlformats.org/officeDocument/2006/relationships/slideLayout" Target="/ppt/slideLayouts/slideLayout2.xml" Id="R93061e2d5dbd4430" /><Relationship Type="http://schemas.openxmlformats.org/officeDocument/2006/relationships/slideLayout" Target="/ppt/slideLayouts/slideLayout3.xml" Id="R099e835322e24ba0" /><Relationship Type="http://schemas.openxmlformats.org/officeDocument/2006/relationships/slideLayout" Target="/ppt/slideLayouts/slideLayout4.xml" Id="R8f486efe771841ed" /><Relationship Type="http://schemas.openxmlformats.org/officeDocument/2006/relationships/slideLayout" Target="/ppt/slideLayouts/slideLayout5.xml" Id="R07288f658bd24280" /><Relationship Type="http://schemas.openxmlformats.org/officeDocument/2006/relationships/slideLayout" Target="/ppt/slideLayouts/slideLayout6.xml" Id="Rdf04ec92cfd548a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49bfd8ef95446bb"/>
    <p:sldLayoutId xmlns:r="http://schemas.openxmlformats.org/officeDocument/2006/relationships" id="2147483650" r:id="R93061e2d5dbd4430"/>
    <p:sldLayoutId xmlns:r="http://schemas.openxmlformats.org/officeDocument/2006/relationships" id="2147483651" r:id="R099e835322e24ba0"/>
    <p:sldLayoutId xmlns:r="http://schemas.openxmlformats.org/officeDocument/2006/relationships" id="2147483652" r:id="R8f486efe771841ed"/>
    <p:sldLayoutId xmlns:r="http://schemas.openxmlformats.org/officeDocument/2006/relationships" id="2147483653" r:id="R07288f658bd24280"/>
    <p:sldLayoutId xmlns:r="http://schemas.openxmlformats.org/officeDocument/2006/relationships" id="2147483654" r:id="Rdf04ec92cfd548a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c0b0462b3dd436a" /><Relationship Type="http://schemas.openxmlformats.org/officeDocument/2006/relationships/notesSlide" Target="/ppt/notesSlides/notesSlide1.xml" Id="Rdf1cd753b16c41a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d3b24d7ee39499f" /><Relationship Type="http://schemas.openxmlformats.org/officeDocument/2006/relationships/notesSlide" Target="/ppt/notesSlides/notesSlide2.xml" Id="R2ebf71bd125a41b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ffab6fa145a4b54" /><Relationship Type="http://schemas.openxmlformats.org/officeDocument/2006/relationships/notesSlide" Target="/ppt/notesSlides/notesSlide3.xml" Id="Rc67b25d0139c42e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36aaffd232e4fd9" /><Relationship Type="http://schemas.openxmlformats.org/officeDocument/2006/relationships/notesSlide" Target="/ppt/notesSlides/notesSlide4.xml" Id="R2d8aa0848e4740d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552de6e278941c4" /><Relationship Type="http://schemas.openxmlformats.org/officeDocument/2006/relationships/notesSlide" Target="/ppt/notesSlides/notesSlide5.xml" Id="R5228b81f3571478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ea792d7c43a4f89" /><Relationship Type="http://schemas.openxmlformats.org/officeDocument/2006/relationships/notesSlide" Target="/ppt/notesSlides/notesSlide6.xml" Id="R9bd23a33da2b422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1765d06b2c54946" /><Relationship Type="http://schemas.openxmlformats.org/officeDocument/2006/relationships/notesSlide" Target="/ppt/notesSlides/notesSlide7.xml" Id="Ra1f43b80d3dc417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929332d297b4209" /><Relationship Type="http://schemas.openxmlformats.org/officeDocument/2006/relationships/notesSlide" Target="/ppt/notesSlides/notesSlide8.xml" Id="R6dc24e89f40943b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a61c70666184d99" /><Relationship Type="http://schemas.openxmlformats.org/officeDocument/2006/relationships/notesSlide" Target="/ppt/notesSlides/notesSlide9.xml" Id="Ra811d02bf56741c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22b8021edf941a2" /><Relationship Type="http://schemas.openxmlformats.org/officeDocument/2006/relationships/notesSlide" Target="/ppt/notesSlides/notesSlide10.xml" Id="R3e33a810c75c44b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6ef0b984d484d7a" /><Relationship Type="http://schemas.openxmlformats.org/officeDocument/2006/relationships/notesSlide" Target="/ppt/notesSlides/notesSlide11.xml" Id="R40595532ccc14df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98f83b177034863" /><Relationship Type="http://schemas.openxmlformats.org/officeDocument/2006/relationships/notesSlide" Target="/ppt/notesSlides/notesSlide12.xml" Id="R22e164ac48af4dc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d4fc71e6ea84092" /><Relationship Type="http://schemas.openxmlformats.org/officeDocument/2006/relationships/notesSlide" Target="/ppt/notesSlides/notesSlide13.xml" Id="Rbeab2eebf2754d3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3c22d4515ec44bb0" /><Relationship Type="http://schemas.openxmlformats.org/officeDocument/2006/relationships/notesSlide" Target="/ppt/notesSlides/notesSlide14.xml" Id="Rb6593db6c8be414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c882e90f63147fe" /><Relationship Type="http://schemas.openxmlformats.org/officeDocument/2006/relationships/notesSlide" Target="/ppt/notesSlides/notesSlide15.xml" Id="Ra2b84d779a2f4d5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7817cc842fc14f72" /><Relationship Type="http://schemas.openxmlformats.org/officeDocument/2006/relationships/notesSlide" Target="/ppt/notesSlides/notesSlide16.xml" Id="Reb42bc41c09344b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c4e9ae778b8d4396" /><Relationship Type="http://schemas.openxmlformats.org/officeDocument/2006/relationships/notesSlide" Target="/ppt/notesSlides/notesSlide17.xml" Id="R0f47e0f4c601449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11838132774142ba" /><Relationship Type="http://schemas.openxmlformats.org/officeDocument/2006/relationships/notesSlide" Target="/ppt/notesSlides/notesSlide18.xml" Id="Re352d8ae292d432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c1d6f351240849b8" /><Relationship Type="http://schemas.openxmlformats.org/officeDocument/2006/relationships/notesSlide" Target="/ppt/notesSlides/notesSlide19.xml" Id="R97664bf1c008478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fecce0368bf2424f" /><Relationship Type="http://schemas.openxmlformats.org/officeDocument/2006/relationships/notesSlide" Target="/ppt/notesSlides/notesSlide20.xml" Id="R8c0bd88e1982488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72a7626519f54305" /><Relationship Type="http://schemas.openxmlformats.org/officeDocument/2006/relationships/notesSlide" Target="/ppt/notesSlides/notesSlide21.xml" Id="R995942a40b91424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21f2559247164deb" /><Relationship Type="http://schemas.openxmlformats.org/officeDocument/2006/relationships/notesSlide" Target="/ppt/notesSlides/notesSlide22.xml" Id="R0b501a791ac247a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ed29023fabc64650" /><Relationship Type="http://schemas.openxmlformats.org/officeDocument/2006/relationships/notesSlide" Target="/ppt/notesSlides/notesSlide23.xml" Id="Rdac6f6276b9344b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2b96f44d99fe47da" /><Relationship Type="http://schemas.openxmlformats.org/officeDocument/2006/relationships/notesSlide" Target="/ppt/notesSlides/notesSlide24.xml" Id="R191eb1655b4c465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e48014d3740143fe" /><Relationship Type="http://schemas.openxmlformats.org/officeDocument/2006/relationships/notesSlide" Target="/ppt/notesSlides/notesSlide25.xml" Id="R5b12378275a44a4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a2286291cef042ee" /><Relationship Type="http://schemas.openxmlformats.org/officeDocument/2006/relationships/notesSlide" Target="/ppt/notesSlides/notesSlide26.xml" Id="Rbf025d9c8892431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3c4e5fdb0da14d85" /><Relationship Type="http://schemas.openxmlformats.org/officeDocument/2006/relationships/notesSlide" Target="/ppt/notesSlides/notesSlide27.xml" Id="R5730fd0538904cd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2cf34797d4d2422d" /><Relationship Type="http://schemas.openxmlformats.org/officeDocument/2006/relationships/notesSlide" Target="/ppt/notesSlides/notesSlide28.xml" Id="R9865c308bfa5409e"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692a2c29421e40e3" /><Relationship Type="http://schemas.openxmlformats.org/officeDocument/2006/relationships/notesSlide" Target="/ppt/notesSlides/notesSlide29.xml" Id="R07f9f5335d9c46ce"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55fb602f988649ea" /><Relationship Type="http://schemas.openxmlformats.org/officeDocument/2006/relationships/notesSlide" Target="/ppt/notesSlides/notesSlide30.xml" Id="R481490d16776445d"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7584ffebc2d441e9" /><Relationship Type="http://schemas.openxmlformats.org/officeDocument/2006/relationships/notesSlide" Target="/ppt/notesSlides/notesSlide31.xml" Id="R87402ca0bc9e4839"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8d8d056404954ce1" /><Relationship Type="http://schemas.openxmlformats.org/officeDocument/2006/relationships/notesSlide" Target="/ppt/notesSlides/notesSlide32.xml" Id="R8486915a526848dc"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9be44d4999144bf7" /><Relationship Type="http://schemas.openxmlformats.org/officeDocument/2006/relationships/notesSlide" Target="/ppt/notesSlides/notesSlide33.xml" Id="Ra5dff0b2146941d7"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bd922a890e02459a" /><Relationship Type="http://schemas.openxmlformats.org/officeDocument/2006/relationships/notesSlide" Target="/ppt/notesSlides/notesSlide34.xml" Id="R0425591ff7ef4cda"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7f1ed6539b664d56" /><Relationship Type="http://schemas.openxmlformats.org/officeDocument/2006/relationships/notesSlide" Target="/ppt/notesSlides/notesSlide35.xml" Id="Rf7a9d6663e4443f4"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205df8fd835d43c2" /><Relationship Type="http://schemas.openxmlformats.org/officeDocument/2006/relationships/notesSlide" Target="/ppt/notesSlides/notesSlide36.xml" Id="Rd8c664e94b5f4e16"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e7a943a3184e4095" /><Relationship Type="http://schemas.openxmlformats.org/officeDocument/2006/relationships/notesSlide" Target="/ppt/notesSlides/notesSlide37.xml" Id="R02859b6ef095425e"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cac86a46cf7f4e4b" /><Relationship Type="http://schemas.openxmlformats.org/officeDocument/2006/relationships/notesSlide" Target="/ppt/notesSlides/notesSlide38.xml" Id="Rc097baf0d2b9499d"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f7068fa690bc489a" /><Relationship Type="http://schemas.openxmlformats.org/officeDocument/2006/relationships/notesSlide" Target="/ppt/notesSlides/notesSlide39.xml" Id="Re9f7f29416b142dc"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75e94dfa16d34a51" /><Relationship Type="http://schemas.openxmlformats.org/officeDocument/2006/relationships/notesSlide" Target="/ppt/notesSlides/notesSlide40.xml" Id="R5ef1196168214ae8"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721b22043b644902" /><Relationship Type="http://schemas.openxmlformats.org/officeDocument/2006/relationships/notesSlide" Target="/ppt/notesSlides/notesSlide41.xml" Id="R3a2538f8cc264680"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f507396dee00433b" /><Relationship Type="http://schemas.openxmlformats.org/officeDocument/2006/relationships/chart" Target="/ppt/slides/charts/chart1.xml" Id="R253782f707674e55" /><Relationship Type="http://schemas.openxmlformats.org/officeDocument/2006/relationships/notesSlide" Target="/ppt/notesSlides/notesSlide42.xml" Id="R8d638b9f84184b9c"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032c7076bc664472" /><Relationship Type="http://schemas.openxmlformats.org/officeDocument/2006/relationships/notesSlide" Target="/ppt/notesSlides/notesSlide43.xml" Id="R645b7fbc632b4acb"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e504065904f34abe" /><Relationship Type="http://schemas.openxmlformats.org/officeDocument/2006/relationships/notesSlide" Target="/ppt/notesSlides/notesSlide44.xml" Id="R7adf560a4137485f"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990102d5eb234c0f" /><Relationship Type="http://schemas.openxmlformats.org/officeDocument/2006/relationships/notesSlide" Target="/ppt/notesSlides/notesSlide45.xml" Id="Rd7801b9318e84246"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bdd4df0edae442f0" /><Relationship Type="http://schemas.openxmlformats.org/officeDocument/2006/relationships/notesSlide" Target="/ppt/notesSlides/notesSlide46.xml" Id="R1bf168991ad144e4"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2c1782c2cf874ff3" /><Relationship Type="http://schemas.openxmlformats.org/officeDocument/2006/relationships/notesSlide" Target="/ppt/notesSlides/notesSlide47.xml" Id="R0581bc35e0b74b99"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812ec76787e9464e" /><Relationship Type="http://schemas.openxmlformats.org/officeDocument/2006/relationships/notesSlide" Target="/ppt/notesSlides/notesSlide48.xml" Id="R5cd89ddd525948bd"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ba5ffe74eb694e11" /><Relationship Type="http://schemas.openxmlformats.org/officeDocument/2006/relationships/notesSlide" Target="/ppt/notesSlides/notesSlide49.xml" Id="R36e45f584071433a"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47508b546a4448f5" /><Relationship Type="http://schemas.openxmlformats.org/officeDocument/2006/relationships/notesSlide" Target="/ppt/notesSlides/notesSlide50.xml" Id="R0ae25fbb841d4a57"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e15f3377b55c4d35" /><Relationship Type="http://schemas.openxmlformats.org/officeDocument/2006/relationships/notesSlide" Target="/ppt/notesSlides/notesSlide51.xml" Id="Rb2aa9941ecd549ff"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c8602a9be36a4687" /><Relationship Type="http://schemas.openxmlformats.org/officeDocument/2006/relationships/notesSlide" Target="/ppt/notesSlides/notesSlide52.xml" Id="R7ebcb4dea59d48ca"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a5fa42a58c6144c2" /><Relationship Type="http://schemas.openxmlformats.org/officeDocument/2006/relationships/notesSlide" Target="/ppt/notesSlides/notesSlide53.xml" Id="R43750d31e829400f"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9c0cec9639954912" /><Relationship Type="http://schemas.openxmlformats.org/officeDocument/2006/relationships/notesSlide" Target="/ppt/notesSlides/notesSlide54.xml" Id="R0ca00b40c9914f8f"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3ae82f79a17d46b0" /><Relationship Type="http://schemas.openxmlformats.org/officeDocument/2006/relationships/notesSlide" Target="/ppt/notesSlides/notesSlide55.xml" Id="R283b87b8e2c4495b" /></Relationships>
</file>

<file path=ppt/slides/_rels/slide56.xml.rels>&#65279;<?xml version="1.0" encoding="utf-8"?><Relationships xmlns="http://schemas.openxmlformats.org/package/2006/relationships"><Relationship Type="http://schemas.openxmlformats.org/officeDocument/2006/relationships/slideLayout" Target="/ppt/slideLayouts/slideLayout6.xml" Id="R0cf07d82e0fa4f1f" /><Relationship Type="http://schemas.openxmlformats.org/officeDocument/2006/relationships/notesSlide" Target="/ppt/notesSlides/notesSlide56.xml" Id="R268e4ae7b9434bf7" /></Relationships>
</file>

<file path=ppt/slides/_rels/slide57.xml.rels>&#65279;<?xml version="1.0" encoding="utf-8"?><Relationships xmlns="http://schemas.openxmlformats.org/package/2006/relationships"><Relationship Type="http://schemas.openxmlformats.org/officeDocument/2006/relationships/slideLayout" Target="/ppt/slideLayouts/slideLayout6.xml" Id="R9d9872f02f3148b2" /><Relationship Type="http://schemas.openxmlformats.org/officeDocument/2006/relationships/notesSlide" Target="/ppt/notesSlides/notesSlide57.xml" Id="R7bf3dfcb0b054b65" /></Relationships>
</file>

<file path=ppt/slides/_rels/slide58.xml.rels>&#65279;<?xml version="1.0" encoding="utf-8"?><Relationships xmlns="http://schemas.openxmlformats.org/package/2006/relationships"><Relationship Type="http://schemas.openxmlformats.org/officeDocument/2006/relationships/slideLayout" Target="/ppt/slideLayouts/slideLayout6.xml" Id="R6d1d261a21fe432b" /><Relationship Type="http://schemas.openxmlformats.org/officeDocument/2006/relationships/notesSlide" Target="/ppt/notesSlides/notesSlide58.xml" Id="R358aa7cf1c984888" /></Relationships>
</file>

<file path=ppt/slides/charts/chart1.xml><?xml version="1.0" encoding="utf-8"?>
<c:chartSpace xmlns:c="http://schemas.openxmlformats.org/drawingml/2006/chart">
  <c:lang val="en-US"/>
  <c:chart>
    <c:plotArea>
      <c:barChart>
        <c:barDir val="col"/>
        <c:grouping val="clustered"/>
        <c:varyColors val="0"/>
        <c:ser>
          <c:idx val="0"/>
          <c:order val="0"/>
          <c:tx>
            <c:v>学習用元CSV MB</c:v>
          </c:tx>
          <c:spPr>
            <a:solidFill xmlns:a="http://schemas.openxmlformats.org/drawingml/2006/main">
              <a:srgbClr val="236487"/>
            </a:solidFill>
          </c:spPr>
          <c:invertIfNegative val="0"/>
          <c:cat>
            <c:strLit>
              <c:ptCount val="2"/>
              <c:pt idx="0">
                <c:v>削除前</c:v>
              </c:pt>
              <c:pt idx="1">
                <c:v>削除後</c:v>
              </c:pt>
            </c:strLit>
          </c:cat>
          <c:val>
            <c:numLit>
              <c:formatCode>0.0</c:formatCode>
              <c:ptCount val="2"/>
              <c:pt idx="0">
                <c:v>7.469664</c:v>
              </c:pt>
              <c:pt idx="1">
                <c:v>1.881027</c:v>
              </c:pt>
            </c:numLit>
          </c:val>
        </c:ser>
        <c:dLbls>
          <c:numFmt formatCode="0.000" sourceLinked="0"/>
          <c:txPr>
            <a:bodyPr xmlns:a="http://schemas.openxmlformats.org/drawingml/2006/main" anchorCtr="1"/>
            <a:lstStyle xmlns:a="http://schemas.openxmlformats.org/drawingml/2006/main"/>
            <a:p xmlns:a="http://schemas.openxmlformats.org/drawingml/2006/main">
              <a:pPr>
                <a:defRPr sz="1800">
                  <a:solidFill>
                    <a:srgbClr val="172B3A"/>
                  </a:solidFill>
                  <a:latin typeface="IPAexGothic"/>
                  <a:ea typeface="IPAexGothic"/>
                  <a:cs typeface="IPAexGothic"/>
                </a:defRPr>
              </a:pPr>
            </a:p>
          </c:txPr>
          <c:dLblPos val="outEnd"/>
          <c:showLegendKey val="0"/>
          <c:showVal val="1"/>
          <c:showCatName val="0"/>
          <c:showSerName val="0"/>
          <c:showPercent val="0"/>
          <c:showBubbleSize val="0"/>
          <c:showLeaderLines val="0"/>
        </c:dLbls>
        <c:gapWidth val="1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172B3A"/>
                </a:solidFill>
                <a:latin typeface="IPAexGothic"/>
                <a:ea typeface="IPAexGothic"/>
                <a:cs typeface="IPAexGothic"/>
              </a:defRPr>
            </a:pPr>
          </a:p>
        </c:txPr>
        <c:crossAx val="48672768"/>
      </c:catAx>
      <c:valAx>
        <c:axId val="48672768"/>
        <c:scaling>
          <c:orientation val="minMax"/>
          <c:max val="8"/>
          <c:min val="0"/>
        </c:scaling>
        <c:delete val="0"/>
        <c:axPos val="l"/>
        <c:majorGridlines>
          <c:spPr>
            <a:ln xmlns:a="http://schemas.openxmlformats.org/drawingml/2006/main" w="9525">
              <a:solidFill>
                <a:srgbClr val="BCCAD2"/>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72B3A"/>
                </a:solidFill>
                <a:latin typeface="IPAexGothic"/>
                <a:ea typeface="IPAexGothic"/>
                <a:cs typeface="IPAexGothic"/>
              </a:defRPr>
            </a:pPr>
          </a:p>
        </c:txPr>
        <c:crossAx val="48650112"/>
        <c:crossBetween val="between"/>
        <c:majorUnit val="2"/>
      </c:valAx>
    </c:plotArea>
    <c:plotVisOnly val="1"/>
  </c:chart>
  <c:spPr>
    <a:noFill xmlns:a="http://schemas.openxmlformats.org/drawingml/2006/main"/>
    <a:ln xmlns:a="http://schemas.openxmlformats.org/drawingml/2006/main" w="0">
      <a:noFill/>
      <a:prstDash val="solid"/>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headline">
            <a:extLst xmlns:a="http://schemas.openxmlformats.org/drawingml/2006/main">
              <a:ext uri="{FF2B5EF4-FFF2-40B4-BE49-F238E27FC236}">
                <a16:creationId xmlns:a16="http://schemas.microsoft.com/office/drawing/2014/main" id="{17295440-F9E4-452E-B3E6-60CF56309F52}"/>
              </a:ext>
            </a:extLst>
          </p:cNvPr>
          <p:cNvSpPr>
            <a:spLocks xmlns:a="http://schemas.openxmlformats.org/drawingml/2006/main" noGrp="1"/>
          </p:cNvSpPr>
          <p:nvPr/>
        </p:nvSpPr>
        <p:spPr>
          <a:xfrm xmlns:a="http://schemas.openxmlformats.org/drawingml/2006/main">
            <a:off x="590550" y="333375"/>
            <a:ext cx="1095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72B3A"/>
                </a:solidFill>
                <a:latin typeface="IPAexGothic"/>
                <a:ea typeface="IPAexGothic"/>
                <a:cs typeface="IPAexGothic"/>
              </a:defRPr>
            </a:defPPr>
            <a:lvl1pPr algn="l">
              <a:buNone/>
              <a:defRPr sz="3300" b="1">
                <a:solidFill>
                  <a:srgbClr val="172B3A"/>
                </a:solidFill>
                <a:latin typeface="IPAexGothic"/>
                <a:ea typeface="IPAexGothic"/>
                <a:cs typeface="IPAexGothic"/>
              </a:defRPr>
            </a:lvl1pPr>
            <a:lvl2pPr algn="l">
              <a:buNone/>
              <a:defRPr sz="3300" b="1">
                <a:solidFill>
                  <a:srgbClr val="172B3A"/>
                </a:solidFill>
                <a:latin typeface="IPAexGothic"/>
                <a:ea typeface="IPAexGothic"/>
                <a:cs typeface="IPAexGothic"/>
              </a:defRPr>
            </a:lvl2pPr>
            <a:lvl3pPr algn="l">
              <a:buNone/>
              <a:defRPr sz="3300" b="1">
                <a:solidFill>
                  <a:srgbClr val="172B3A"/>
                </a:solidFill>
                <a:latin typeface="IPAexGothic"/>
                <a:ea typeface="IPAexGothic"/>
                <a:cs typeface="IPAexGothic"/>
              </a:defRPr>
            </a:lvl3pPr>
            <a:lvl4pPr algn="l">
              <a:buNone/>
              <a:defRPr sz="3300" b="1">
                <a:solidFill>
                  <a:srgbClr val="172B3A"/>
                </a:solidFill>
                <a:latin typeface="IPAexGothic"/>
                <a:ea typeface="IPAexGothic"/>
                <a:cs typeface="IPAexGothic"/>
              </a:defRPr>
            </a:lvl4pPr>
            <a:lvl5pPr algn="l">
              <a:buNone/>
              <a:defRPr sz="3300" b="1">
                <a:solidFill>
                  <a:srgbClr val="172B3A"/>
                </a:solidFill>
                <a:latin typeface="IPAexGothic"/>
                <a:ea typeface="IPAexGothic"/>
                <a:cs typeface="IPAexGothic"/>
              </a:defRPr>
            </a:lvl5pPr>
            <a:lvl6pPr algn="l">
              <a:buNone/>
              <a:defRPr sz="3300" b="1">
                <a:solidFill>
                  <a:srgbClr val="172B3A"/>
                </a:solidFill>
                <a:latin typeface="IPAexGothic"/>
                <a:ea typeface="IPAexGothic"/>
                <a:cs typeface="IPAexGothic"/>
              </a:defRPr>
            </a:lvl6pPr>
            <a:lvl7pPr algn="l">
              <a:buNone/>
              <a:defRPr sz="3300" b="1">
                <a:solidFill>
                  <a:srgbClr val="172B3A"/>
                </a:solidFill>
                <a:latin typeface="IPAexGothic"/>
                <a:ea typeface="IPAexGothic"/>
                <a:cs typeface="IPAexGothic"/>
              </a:defRPr>
            </a:lvl7pPr>
            <a:lvl8pPr algn="l">
              <a:buNone/>
              <a:defRPr sz="3300" b="1">
                <a:solidFill>
                  <a:srgbClr val="172B3A"/>
                </a:solidFill>
                <a:latin typeface="IPAexGothic"/>
                <a:ea typeface="IPAexGothic"/>
                <a:cs typeface="IPAexGothic"/>
              </a:defRPr>
            </a:lvl8pPr>
            <a:lvl9pPr algn="l">
              <a:buNone/>
              <a:defRPr sz="3300" b="1">
                <a:solidFill>
                  <a:srgbClr val="172B3A"/>
                </a:solidFill>
                <a:latin typeface="IPAexGothic"/>
                <a:ea typeface="IPAexGothic"/>
                <a:cs typeface="IPAexGothic"/>
              </a:defRPr>
            </a:lvl9pPr>
          </a:lstStyle>
          <a:p xmlns:a="http://schemas.openxmlformats.org/drawingml/2006/main">
            <a:pPr algn="l">
              <a:buNone/>
              <a:defRPr sz="3300" b="1">
                <a:solidFill>
                  <a:srgbClr val="172B3A"/>
                </a:solidFill>
                <a:latin typeface="IPAexGothic"/>
                <a:ea typeface="IPAexGothic"/>
                <a:cs typeface="IPAexGothic"/>
              </a:defRPr>
            </a:pPr>
            <a:r>
              <a:rPr sz="3300" b="1">
                <a:solidFill>
                  <a:srgbClr val="172B3A"/>
                </a:solidFill>
                <a:latin typeface="IPAexGothic"/>
                <a:ea typeface="IPAexGothic"/>
                <a:cs typeface="IPAexGothic"/>
              </a:rPr>
              <a:t>同一パターンを共通利用する発明</a:t>
            </a:r>
          </a:p>
        </p:txBody>
      </p:sp>
      <p:sp>
        <p:nvSpPr>
          <p:cNvPr id="2" name="text-1">
            <a:extLst xmlns:a="http://schemas.openxmlformats.org/drawingml/2006/main">
              <a:ext uri="{FF2B5EF4-FFF2-40B4-BE49-F238E27FC236}">
                <a16:creationId xmlns:a16="http://schemas.microsoft.com/office/drawing/2014/main" id="{EA004C89-308D-406C-9B06-C6D193C70AB4}"/>
              </a:ext>
            </a:extLst>
          </p:cNvPr>
          <p:cNvSpPr>
            <a:spLocks xmlns:a="http://schemas.openxmlformats.org/drawingml/2006/main" noGrp="1"/>
          </p:cNvSpPr>
          <p:nvPr/>
        </p:nvSpPr>
        <p:spPr>
          <a:xfrm xmlns:a="http://schemas.openxmlformats.org/drawingml/2006/main">
            <a:off x="11239500" y="644842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872"/>
                </a:solidFill>
                <a:latin typeface="IPAexGothic"/>
                <a:ea typeface="IPAexGothic"/>
                <a:cs typeface="IPAexGothic"/>
              </a:defRPr>
            </a:defPPr>
            <a:lvl1pPr algn="r">
              <a:buNone/>
              <a:defRPr sz="1275" b="0">
                <a:solidFill>
                  <a:srgbClr val="586872"/>
                </a:solidFill>
                <a:latin typeface="IPAexGothic"/>
                <a:ea typeface="IPAexGothic"/>
                <a:cs typeface="IPAexGothic"/>
              </a:defRPr>
            </a:lvl1pPr>
            <a:lvl2pPr algn="r">
              <a:buNone/>
              <a:defRPr sz="1275" b="0">
                <a:solidFill>
                  <a:srgbClr val="586872"/>
                </a:solidFill>
                <a:latin typeface="IPAexGothic"/>
                <a:ea typeface="IPAexGothic"/>
                <a:cs typeface="IPAexGothic"/>
              </a:defRPr>
            </a:lvl2pPr>
            <a:lvl3pPr algn="r">
              <a:buNone/>
              <a:defRPr sz="1275" b="0">
                <a:solidFill>
                  <a:srgbClr val="586872"/>
                </a:solidFill>
                <a:latin typeface="IPAexGothic"/>
                <a:ea typeface="IPAexGothic"/>
                <a:cs typeface="IPAexGothic"/>
              </a:defRPr>
            </a:lvl3pPr>
            <a:lvl4pPr algn="r">
              <a:buNone/>
              <a:defRPr sz="1275" b="0">
                <a:solidFill>
                  <a:srgbClr val="586872"/>
                </a:solidFill>
                <a:latin typeface="IPAexGothic"/>
                <a:ea typeface="IPAexGothic"/>
                <a:cs typeface="IPAexGothic"/>
              </a:defRPr>
            </a:lvl4pPr>
            <a:lvl5pPr algn="r">
              <a:buNone/>
              <a:defRPr sz="1275" b="0">
                <a:solidFill>
                  <a:srgbClr val="586872"/>
                </a:solidFill>
                <a:latin typeface="IPAexGothic"/>
                <a:ea typeface="IPAexGothic"/>
                <a:cs typeface="IPAexGothic"/>
              </a:defRPr>
            </a:lvl5pPr>
            <a:lvl6pPr algn="r">
              <a:buNone/>
              <a:defRPr sz="1275" b="0">
                <a:solidFill>
                  <a:srgbClr val="586872"/>
                </a:solidFill>
                <a:latin typeface="IPAexGothic"/>
                <a:ea typeface="IPAexGothic"/>
                <a:cs typeface="IPAexGothic"/>
              </a:defRPr>
            </a:lvl6pPr>
            <a:lvl7pPr algn="r">
              <a:buNone/>
              <a:defRPr sz="1275" b="0">
                <a:solidFill>
                  <a:srgbClr val="586872"/>
                </a:solidFill>
                <a:latin typeface="IPAexGothic"/>
                <a:ea typeface="IPAexGothic"/>
                <a:cs typeface="IPAexGothic"/>
              </a:defRPr>
            </a:lvl7pPr>
            <a:lvl8pPr algn="r">
              <a:buNone/>
              <a:defRPr sz="1275" b="0">
                <a:solidFill>
                  <a:srgbClr val="586872"/>
                </a:solidFill>
                <a:latin typeface="IPAexGothic"/>
                <a:ea typeface="IPAexGothic"/>
                <a:cs typeface="IPAexGothic"/>
              </a:defRPr>
            </a:lvl8pPr>
            <a:lvl9pPr algn="r">
              <a:buNone/>
              <a:defRPr sz="1275" b="0">
                <a:solidFill>
                  <a:srgbClr val="586872"/>
                </a:solidFill>
                <a:latin typeface="IPAexGothic"/>
                <a:ea typeface="IPAexGothic"/>
                <a:cs typeface="IPAexGothic"/>
              </a:defRPr>
            </a:lvl9pPr>
          </a:lstStyle>
          <a:p xmlns:a="http://schemas.openxmlformats.org/drawingml/2006/main">
            <a:pPr algn="r">
              <a:buNone/>
              <a:defRPr sz="1275" b="0">
                <a:solidFill>
                  <a:srgbClr val="586872"/>
                </a:solidFill>
                <a:latin typeface="IPAexGothic"/>
                <a:ea typeface="IPAexGothic"/>
                <a:cs typeface="IPAexGothic"/>
              </a:defRPr>
            </a:pPr>
            <a:r>
              <a:rPr sz="1275" b="0">
                <a:solidFill>
                  <a:srgbClr val="586872"/>
                </a:solidFill>
                <a:latin typeface="IPAexGothic"/>
                <a:ea typeface="IPAexGothic"/>
                <a:cs typeface="IPAexGothic"/>
              </a:rPr>
              <a:t>01</a:t>
            </a:r>
          </a:p>
        </p:txBody>
      </p:sp>
      <p:sp>
        <p:nvSpPr>
          <p:cNvPr id="3" name="text-2">
            <a:extLst xmlns:a="http://schemas.openxmlformats.org/drawingml/2006/main">
              <a:ext uri="{FF2B5EF4-FFF2-40B4-BE49-F238E27FC236}">
                <a16:creationId xmlns:a16="http://schemas.microsoft.com/office/drawing/2014/main" id="{1B6C584A-8583-4CB4-AB9E-CCD443958531}"/>
              </a:ext>
            </a:extLst>
          </p:cNvPr>
          <p:cNvSpPr>
            <a:spLocks xmlns:a="http://schemas.openxmlformats.org/drawingml/2006/main" noGrp="1"/>
          </p:cNvSpPr>
          <p:nvPr/>
        </p:nvSpPr>
        <p:spPr>
          <a:xfrm xmlns:a="http://schemas.openxmlformats.org/drawingml/2006/main">
            <a:off x="619125" y="1809750"/>
            <a:ext cx="1057275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200" b="1">
                <a:solidFill>
                  <a:srgbClr val="172B3A"/>
                </a:solidFill>
                <a:latin typeface="IPAexGothic"/>
                <a:ea typeface="IPAexGothic"/>
                <a:cs typeface="IPAexGothic"/>
              </a:defRPr>
            </a:defPPr>
            <a:lvl1pPr algn="l">
              <a:buNone/>
              <a:defRPr sz="4200" b="1">
                <a:solidFill>
                  <a:srgbClr val="172B3A"/>
                </a:solidFill>
                <a:latin typeface="IPAexGothic"/>
                <a:ea typeface="IPAexGothic"/>
                <a:cs typeface="IPAexGothic"/>
              </a:defRPr>
            </a:lvl1pPr>
            <a:lvl2pPr algn="l">
              <a:buNone/>
              <a:defRPr sz="4200" b="1">
                <a:solidFill>
                  <a:srgbClr val="172B3A"/>
                </a:solidFill>
                <a:latin typeface="IPAexGothic"/>
                <a:ea typeface="IPAexGothic"/>
                <a:cs typeface="IPAexGothic"/>
              </a:defRPr>
            </a:lvl2pPr>
            <a:lvl3pPr algn="l">
              <a:buNone/>
              <a:defRPr sz="4200" b="1">
                <a:solidFill>
                  <a:srgbClr val="172B3A"/>
                </a:solidFill>
                <a:latin typeface="IPAexGothic"/>
                <a:ea typeface="IPAexGothic"/>
                <a:cs typeface="IPAexGothic"/>
              </a:defRPr>
            </a:lvl3pPr>
            <a:lvl4pPr algn="l">
              <a:buNone/>
              <a:defRPr sz="4200" b="1">
                <a:solidFill>
                  <a:srgbClr val="172B3A"/>
                </a:solidFill>
                <a:latin typeface="IPAexGothic"/>
                <a:ea typeface="IPAexGothic"/>
                <a:cs typeface="IPAexGothic"/>
              </a:defRPr>
            </a:lvl4pPr>
            <a:lvl5pPr algn="l">
              <a:buNone/>
              <a:defRPr sz="4200" b="1">
                <a:solidFill>
                  <a:srgbClr val="172B3A"/>
                </a:solidFill>
                <a:latin typeface="IPAexGothic"/>
                <a:ea typeface="IPAexGothic"/>
                <a:cs typeface="IPAexGothic"/>
              </a:defRPr>
            </a:lvl5pPr>
            <a:lvl6pPr algn="l">
              <a:buNone/>
              <a:defRPr sz="4200" b="1">
                <a:solidFill>
                  <a:srgbClr val="172B3A"/>
                </a:solidFill>
                <a:latin typeface="IPAexGothic"/>
                <a:ea typeface="IPAexGothic"/>
                <a:cs typeface="IPAexGothic"/>
              </a:defRPr>
            </a:lvl6pPr>
            <a:lvl7pPr algn="l">
              <a:buNone/>
              <a:defRPr sz="4200" b="1">
                <a:solidFill>
                  <a:srgbClr val="172B3A"/>
                </a:solidFill>
                <a:latin typeface="IPAexGothic"/>
                <a:ea typeface="IPAexGothic"/>
                <a:cs typeface="IPAexGothic"/>
              </a:defRPr>
            </a:lvl7pPr>
            <a:lvl8pPr algn="l">
              <a:buNone/>
              <a:defRPr sz="4200" b="1">
                <a:solidFill>
                  <a:srgbClr val="172B3A"/>
                </a:solidFill>
                <a:latin typeface="IPAexGothic"/>
                <a:ea typeface="IPAexGothic"/>
                <a:cs typeface="IPAexGothic"/>
              </a:defRPr>
            </a:lvl8pPr>
            <a:lvl9pPr algn="l">
              <a:buNone/>
              <a:defRPr sz="4200" b="1">
                <a:solidFill>
                  <a:srgbClr val="172B3A"/>
                </a:solidFill>
                <a:latin typeface="IPAexGothic"/>
                <a:ea typeface="IPAexGothic"/>
                <a:cs typeface="IPAexGothic"/>
              </a:defRPr>
            </a:lvl9pPr>
          </a:lstStyle>
          <a:p xmlns:a="http://schemas.openxmlformats.org/drawingml/2006/main">
            <a:pPr algn="l">
              <a:buNone/>
              <a:defRPr sz="4200" b="1">
                <a:solidFill>
                  <a:srgbClr val="172B3A"/>
                </a:solidFill>
                <a:latin typeface="IPAexGothic"/>
                <a:ea typeface="IPAexGothic"/>
                <a:cs typeface="IPAexGothic"/>
              </a:defRPr>
            </a:pPr>
            <a:r>
              <a:rPr sz="4200" b="1">
                <a:solidFill>
                  <a:srgbClr val="172B3A"/>
                </a:solidFill>
                <a:latin typeface="IPAexGothic"/>
                <a:ea typeface="IPAexGothic"/>
                <a:cs typeface="IPAexGothic"/>
              </a:rPr>
              <a:t>元データの削減と</a:t>
            </a:r>
          </a:p>
          <a:p xmlns:a="http://schemas.openxmlformats.org/drawingml/2006/main">
            <a:pPr algn="l">
              <a:buNone/>
              <a:defRPr sz="4200" b="1">
                <a:solidFill>
                  <a:srgbClr val="172B3A"/>
                </a:solidFill>
                <a:latin typeface="IPAexGothic"/>
                <a:ea typeface="IPAexGothic"/>
                <a:cs typeface="IPAexGothic"/>
              </a:defRPr>
            </a:pPr>
            <a:r>
              <a:rPr sz="4200" b="1">
                <a:solidFill>
                  <a:srgbClr val="172B3A"/>
                </a:solidFill>
                <a:latin typeface="IPAexGothic"/>
                <a:ea typeface="IPAexGothic"/>
                <a:cs typeface="IPAexGothic"/>
              </a:rPr>
              <a:t>機械学習と判定理由の説明</a:t>
            </a:r>
          </a:p>
        </p:txBody>
      </p:sp>
      <p:sp>
        <p:nvSpPr>
          <p:cNvPr id="4" name="text-3">
            <a:extLst xmlns:a="http://schemas.openxmlformats.org/drawingml/2006/main">
              <a:ext uri="{FF2B5EF4-FFF2-40B4-BE49-F238E27FC236}">
                <a16:creationId xmlns:a16="http://schemas.microsoft.com/office/drawing/2014/main" id="{D6FA314A-813A-4A0E-AFD2-9454AA8EEB87}"/>
              </a:ext>
            </a:extLst>
          </p:cNvPr>
          <p:cNvSpPr>
            <a:spLocks xmlns:a="http://schemas.openxmlformats.org/drawingml/2006/main" noGrp="1"/>
          </p:cNvSpPr>
          <p:nvPr/>
        </p:nvSpPr>
        <p:spPr>
          <a:xfrm xmlns:a="http://schemas.openxmlformats.org/drawingml/2006/main">
            <a:off x="647700" y="3962400"/>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236487"/>
                </a:solidFill>
                <a:latin typeface="IPAexGothic"/>
                <a:ea typeface="IPAexGothic"/>
                <a:cs typeface="IPAexGothic"/>
              </a:defRPr>
            </a:defPPr>
            <a:lvl1pPr algn="l">
              <a:buNone/>
              <a:defRPr sz="2325" b="0">
                <a:solidFill>
                  <a:srgbClr val="236487"/>
                </a:solidFill>
                <a:latin typeface="IPAexGothic"/>
                <a:ea typeface="IPAexGothic"/>
                <a:cs typeface="IPAexGothic"/>
              </a:defRPr>
            </a:lvl1pPr>
            <a:lvl2pPr algn="l">
              <a:buNone/>
              <a:defRPr sz="2325" b="0">
                <a:solidFill>
                  <a:srgbClr val="236487"/>
                </a:solidFill>
                <a:latin typeface="IPAexGothic"/>
                <a:ea typeface="IPAexGothic"/>
                <a:cs typeface="IPAexGothic"/>
              </a:defRPr>
            </a:lvl2pPr>
            <a:lvl3pPr algn="l">
              <a:buNone/>
              <a:defRPr sz="2325" b="0">
                <a:solidFill>
                  <a:srgbClr val="236487"/>
                </a:solidFill>
                <a:latin typeface="IPAexGothic"/>
                <a:ea typeface="IPAexGothic"/>
                <a:cs typeface="IPAexGothic"/>
              </a:defRPr>
            </a:lvl3pPr>
            <a:lvl4pPr algn="l">
              <a:buNone/>
              <a:defRPr sz="2325" b="0">
                <a:solidFill>
                  <a:srgbClr val="236487"/>
                </a:solidFill>
                <a:latin typeface="IPAexGothic"/>
                <a:ea typeface="IPAexGothic"/>
                <a:cs typeface="IPAexGothic"/>
              </a:defRPr>
            </a:lvl4pPr>
            <a:lvl5pPr algn="l">
              <a:buNone/>
              <a:defRPr sz="2325" b="0">
                <a:solidFill>
                  <a:srgbClr val="236487"/>
                </a:solidFill>
                <a:latin typeface="IPAexGothic"/>
                <a:ea typeface="IPAexGothic"/>
                <a:cs typeface="IPAexGothic"/>
              </a:defRPr>
            </a:lvl5pPr>
            <a:lvl6pPr algn="l">
              <a:buNone/>
              <a:defRPr sz="2325" b="0">
                <a:solidFill>
                  <a:srgbClr val="236487"/>
                </a:solidFill>
                <a:latin typeface="IPAexGothic"/>
                <a:ea typeface="IPAexGothic"/>
                <a:cs typeface="IPAexGothic"/>
              </a:defRPr>
            </a:lvl6pPr>
            <a:lvl7pPr algn="l">
              <a:buNone/>
              <a:defRPr sz="2325" b="0">
                <a:solidFill>
                  <a:srgbClr val="236487"/>
                </a:solidFill>
                <a:latin typeface="IPAexGothic"/>
                <a:ea typeface="IPAexGothic"/>
                <a:cs typeface="IPAexGothic"/>
              </a:defRPr>
            </a:lvl7pPr>
            <a:lvl8pPr algn="l">
              <a:buNone/>
              <a:defRPr sz="2325" b="0">
                <a:solidFill>
                  <a:srgbClr val="236487"/>
                </a:solidFill>
                <a:latin typeface="IPAexGothic"/>
                <a:ea typeface="IPAexGothic"/>
                <a:cs typeface="IPAexGothic"/>
              </a:defRPr>
            </a:lvl8pPr>
            <a:lvl9pPr algn="l">
              <a:buNone/>
              <a:defRPr sz="2325" b="0">
                <a:solidFill>
                  <a:srgbClr val="236487"/>
                </a:solidFill>
                <a:latin typeface="IPAexGothic"/>
                <a:ea typeface="IPAexGothic"/>
                <a:cs typeface="IPAexGothic"/>
              </a:defRPr>
            </a:lvl9pPr>
          </a:lstStyle>
          <a:p xmlns:a="http://schemas.openxmlformats.org/drawingml/2006/main">
            <a:pPr algn="l">
              <a:buNone/>
              <a:defRPr sz="2325" b="0">
                <a:solidFill>
                  <a:srgbClr val="236487"/>
                </a:solidFill>
                <a:latin typeface="IPAexGothic"/>
                <a:ea typeface="IPAexGothic"/>
                <a:cs typeface="IPAexGothic"/>
              </a:defRPr>
            </a:pPr>
            <a:r>
              <a:rPr sz="2325" b="0">
                <a:solidFill>
                  <a:srgbClr val="236487"/>
                </a:solidFill>
                <a:latin typeface="IPAexGothic"/>
                <a:ea typeface="IPAexGothic"/>
                <a:cs typeface="IPAexGothic"/>
              </a:rPr>
              <a:t>上司説明用　窓方式による実装想定例・差分候補・検証課題</a:t>
            </a:r>
          </a:p>
        </p:txBody>
      </p:sp>
      <p:sp>
        <p:nvSpPr>
          <p:cNvPr id="5" name="text-4">
            <a:extLst xmlns:a="http://schemas.openxmlformats.org/drawingml/2006/main">
              <a:ext uri="{FF2B5EF4-FFF2-40B4-BE49-F238E27FC236}">
                <a16:creationId xmlns:a16="http://schemas.microsoft.com/office/drawing/2014/main" id="{EC1E2C87-E0D6-4D60-A4D6-944A50BD19BE}"/>
              </a:ext>
            </a:extLst>
          </p:cNvPr>
          <p:cNvSpPr>
            <a:spLocks xmlns:a="http://schemas.openxmlformats.org/drawingml/2006/main" noGrp="1"/>
          </p:cNvSpPr>
          <p:nvPr/>
        </p:nvSpPr>
        <p:spPr>
          <a:xfrm xmlns:a="http://schemas.openxmlformats.org/drawingml/2006/main">
            <a:off x="647700" y="5257800"/>
            <a:ext cx="1028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586872"/>
                </a:solidFill>
                <a:latin typeface="IPAexGothic"/>
                <a:ea typeface="IPAexGothic"/>
                <a:cs typeface="IPAexGothic"/>
              </a:defRPr>
            </a:defPPr>
            <a:lvl1pPr algn="l">
              <a:buNone/>
              <a:defRPr sz="1800" b="0">
                <a:solidFill>
                  <a:srgbClr val="586872"/>
                </a:solidFill>
                <a:latin typeface="IPAexGothic"/>
                <a:ea typeface="IPAexGothic"/>
                <a:cs typeface="IPAexGothic"/>
              </a:defRPr>
            </a:lvl1pPr>
            <a:lvl2pPr algn="l">
              <a:buNone/>
              <a:defRPr sz="1800" b="0">
                <a:solidFill>
                  <a:srgbClr val="586872"/>
                </a:solidFill>
                <a:latin typeface="IPAexGothic"/>
                <a:ea typeface="IPAexGothic"/>
                <a:cs typeface="IPAexGothic"/>
              </a:defRPr>
            </a:lvl2pPr>
            <a:lvl3pPr algn="l">
              <a:buNone/>
              <a:defRPr sz="1800" b="0">
                <a:solidFill>
                  <a:srgbClr val="586872"/>
                </a:solidFill>
                <a:latin typeface="IPAexGothic"/>
                <a:ea typeface="IPAexGothic"/>
                <a:cs typeface="IPAexGothic"/>
              </a:defRPr>
            </a:lvl3pPr>
            <a:lvl4pPr algn="l">
              <a:buNone/>
              <a:defRPr sz="1800" b="0">
                <a:solidFill>
                  <a:srgbClr val="586872"/>
                </a:solidFill>
                <a:latin typeface="IPAexGothic"/>
                <a:ea typeface="IPAexGothic"/>
                <a:cs typeface="IPAexGothic"/>
              </a:defRPr>
            </a:lvl4pPr>
            <a:lvl5pPr algn="l">
              <a:buNone/>
              <a:defRPr sz="1800" b="0">
                <a:solidFill>
                  <a:srgbClr val="586872"/>
                </a:solidFill>
                <a:latin typeface="IPAexGothic"/>
                <a:ea typeface="IPAexGothic"/>
                <a:cs typeface="IPAexGothic"/>
              </a:defRPr>
            </a:lvl5pPr>
            <a:lvl6pPr algn="l">
              <a:buNone/>
              <a:defRPr sz="1800" b="0">
                <a:solidFill>
                  <a:srgbClr val="586872"/>
                </a:solidFill>
                <a:latin typeface="IPAexGothic"/>
                <a:ea typeface="IPAexGothic"/>
                <a:cs typeface="IPAexGothic"/>
              </a:defRPr>
            </a:lvl6pPr>
            <a:lvl7pPr algn="l">
              <a:buNone/>
              <a:defRPr sz="1800" b="0">
                <a:solidFill>
                  <a:srgbClr val="586872"/>
                </a:solidFill>
                <a:latin typeface="IPAexGothic"/>
                <a:ea typeface="IPAexGothic"/>
                <a:cs typeface="IPAexGothic"/>
              </a:defRPr>
            </a:lvl7pPr>
            <a:lvl8pPr algn="l">
              <a:buNone/>
              <a:defRPr sz="1800" b="0">
                <a:solidFill>
                  <a:srgbClr val="586872"/>
                </a:solidFill>
                <a:latin typeface="IPAexGothic"/>
                <a:ea typeface="IPAexGothic"/>
                <a:cs typeface="IPAexGothic"/>
              </a:defRPr>
            </a:lvl8pPr>
            <a:lvl9pPr algn="l">
              <a:buNone/>
              <a:defRPr sz="1800" b="0">
                <a:solidFill>
                  <a:srgbClr val="586872"/>
                </a:solidFill>
                <a:latin typeface="IPAexGothic"/>
                <a:ea typeface="IPAexGothic"/>
                <a:cs typeface="IPAexGothic"/>
              </a:defRPr>
            </a:lvl9pPr>
          </a:lstStyle>
          <a:p xmlns:a="http://schemas.openxmlformats.org/drawingml/2006/main">
            <a:pPr algn="l">
              <a:buNone/>
              <a:defRPr sz="1800" b="0">
                <a:solidFill>
                  <a:srgbClr val="586872"/>
                </a:solidFill>
                <a:latin typeface="IPAexGothic"/>
                <a:ea typeface="IPAexGothic"/>
                <a:cs typeface="IPAexGothic"/>
              </a:defRPr>
            </a:pPr>
            <a:r>
              <a:rPr sz="1800" b="0">
                <a:solidFill>
                  <a:srgbClr val="586872"/>
                </a:solidFill>
                <a:latin typeface="IPAexGothic"/>
                <a:ea typeface="IPAexGothic"/>
                <a:cs typeface="IPAexGothic"/>
              </a:rPr>
              <a:t>2026年10月19日</a:t>
            </a:r>
          </a:p>
        </p:txBody>
      </p:sp>
      <p:sp>
        <p:nvSpPr>
          <p:cNvPr id="6" name="text-5">
            <a:extLst xmlns:a="http://schemas.openxmlformats.org/drawingml/2006/main">
              <a:ext uri="{FF2B5EF4-FFF2-40B4-BE49-F238E27FC236}">
                <a16:creationId xmlns:a16="http://schemas.microsoft.com/office/drawing/2014/main" id="{3A49F08C-B266-4794-853C-489DA6E10B4F}"/>
              </a:ext>
            </a:extLst>
          </p:cNvPr>
          <p:cNvSpPr>
            <a:spLocks xmlns:a="http://schemas.openxmlformats.org/drawingml/2006/main" noGrp="1"/>
          </p:cNvSpPr>
          <p:nvPr/>
        </p:nvSpPr>
        <p:spPr>
          <a:xfrm xmlns:a="http://schemas.openxmlformats.org/drawingml/2006/main">
            <a:off x="609600" y="5953125"/>
            <a:ext cx="10906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86872"/>
                </a:solidFill>
                <a:latin typeface="IPAexGothic"/>
                <a:ea typeface="IPAexGothic"/>
                <a:cs typeface="IPAexGothic"/>
              </a:defRPr>
            </a:defPPr>
            <a:lvl1pPr algn="l">
              <a:buNone/>
              <a:defRPr sz="1575" b="0">
                <a:solidFill>
                  <a:srgbClr val="586872"/>
                </a:solidFill>
                <a:latin typeface="IPAexGothic"/>
                <a:ea typeface="IPAexGothic"/>
                <a:cs typeface="IPAexGothic"/>
              </a:defRPr>
            </a:lvl1pPr>
            <a:lvl2pPr algn="l">
              <a:buNone/>
              <a:defRPr sz="1575" b="0">
                <a:solidFill>
                  <a:srgbClr val="586872"/>
                </a:solidFill>
                <a:latin typeface="IPAexGothic"/>
                <a:ea typeface="IPAexGothic"/>
                <a:cs typeface="IPAexGothic"/>
              </a:defRPr>
            </a:lvl2pPr>
            <a:lvl3pPr algn="l">
              <a:buNone/>
              <a:defRPr sz="1575" b="0">
                <a:solidFill>
                  <a:srgbClr val="586872"/>
                </a:solidFill>
                <a:latin typeface="IPAexGothic"/>
                <a:ea typeface="IPAexGothic"/>
                <a:cs typeface="IPAexGothic"/>
              </a:defRPr>
            </a:lvl3pPr>
            <a:lvl4pPr algn="l">
              <a:buNone/>
              <a:defRPr sz="1575" b="0">
                <a:solidFill>
                  <a:srgbClr val="586872"/>
                </a:solidFill>
                <a:latin typeface="IPAexGothic"/>
                <a:ea typeface="IPAexGothic"/>
                <a:cs typeface="IPAexGothic"/>
              </a:defRPr>
            </a:lvl4pPr>
            <a:lvl5pPr algn="l">
              <a:buNone/>
              <a:defRPr sz="1575" b="0">
                <a:solidFill>
                  <a:srgbClr val="586872"/>
                </a:solidFill>
                <a:latin typeface="IPAexGothic"/>
                <a:ea typeface="IPAexGothic"/>
                <a:cs typeface="IPAexGothic"/>
              </a:defRPr>
            </a:lvl5pPr>
            <a:lvl6pPr algn="l">
              <a:buNone/>
              <a:defRPr sz="1575" b="0">
                <a:solidFill>
                  <a:srgbClr val="586872"/>
                </a:solidFill>
                <a:latin typeface="IPAexGothic"/>
                <a:ea typeface="IPAexGothic"/>
                <a:cs typeface="IPAexGothic"/>
              </a:defRPr>
            </a:lvl6pPr>
            <a:lvl7pPr algn="l">
              <a:buNone/>
              <a:defRPr sz="1575" b="0">
                <a:solidFill>
                  <a:srgbClr val="586872"/>
                </a:solidFill>
                <a:latin typeface="IPAexGothic"/>
                <a:ea typeface="IPAexGothic"/>
                <a:cs typeface="IPAexGothic"/>
              </a:defRPr>
            </a:lvl7pPr>
            <a:lvl8pPr algn="l">
              <a:buNone/>
              <a:defRPr sz="1575" b="0">
                <a:solidFill>
                  <a:srgbClr val="586872"/>
                </a:solidFill>
                <a:latin typeface="IPAexGothic"/>
                <a:ea typeface="IPAexGothic"/>
                <a:cs typeface="IPAexGothic"/>
              </a:defRPr>
            </a:lvl8pPr>
            <a:lvl9pPr algn="l">
              <a:buNone/>
              <a:defRPr sz="1575" b="0">
                <a:solidFill>
                  <a:srgbClr val="586872"/>
                </a:solidFill>
                <a:latin typeface="IPAexGothic"/>
                <a:ea typeface="IPAexGothic"/>
                <a:cs typeface="IPAexGothic"/>
              </a:defRPr>
            </a:lvl9pPr>
          </a:lstStyle>
          <a:p xmlns:a="http://schemas.openxmlformats.org/drawingml/2006/main">
            <a:pPr algn="l">
              <a:buNone/>
              <a:defRPr sz="1575" b="0">
                <a:solidFill>
                  <a:srgbClr val="586872"/>
                </a:solidFill>
                <a:latin typeface="IPAexGothic"/>
                <a:ea typeface="IPAexGothic"/>
                <a:cs typeface="IPAexGothic"/>
              </a:defRPr>
            </a:pPr>
            <a:r>
              <a:rPr sz="1575" b="0">
                <a:solidFill>
                  <a:srgbClr val="586872"/>
                </a:solidFill>
                <a:latin typeface="IPAexGothic"/>
                <a:ea typeface="IPAexGothic"/>
                <a:cs typeface="IPAexGothic"/>
              </a:rPr>
              <a:t>正式な出願文言の作成前に、技術事項と検証範囲を整理した資料</a:t>
            </a:r>
          </a:p>
        </p:txBody>
      </p:sp>
    </p:spTree>
    <p:extLst>
      <p:ext uri="{BB962C8B-B14F-4D97-AF65-F5344CB8AC3E}">
        <p14:creationId xmlns:p14="http://schemas.microsoft.com/office/powerpoint/2010/main" val="11678696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headline">
            <a:extLst xmlns:a="http://schemas.openxmlformats.org/drawingml/2006/main">
              <a:ext uri="{FF2B5EF4-FFF2-40B4-BE49-F238E27FC236}">
                <a16:creationId xmlns:a16="http://schemas.microsoft.com/office/drawing/2014/main" id="{4D75B0ED-FD74-49AA-BB40-9317933F3A69}"/>
              </a:ext>
            </a:extLst>
          </p:cNvPr>
          <p:cNvSpPr>
            <a:spLocks xmlns:a="http://schemas.openxmlformats.org/drawingml/2006/main" noGrp="1"/>
          </p:cNvSpPr>
          <p:nvPr/>
        </p:nvSpPr>
        <p:spPr>
          <a:xfrm xmlns:a="http://schemas.openxmlformats.org/drawingml/2006/main">
            <a:off x="590550" y="333375"/>
            <a:ext cx="1095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2B3A"/>
                </a:solidFill>
                <a:latin typeface="IPAexGothic"/>
                <a:ea typeface="IPAexGothic"/>
                <a:cs typeface="IPAexGothic"/>
              </a:defRPr>
            </a:defPPr>
            <a:lvl1pPr>
              <a:buNone/>
              <a:defRPr sz="3300" b="1">
                <a:solidFill>
                  <a:srgbClr val="172B3A"/>
                </a:solidFill>
                <a:latin typeface="IPAexGothic"/>
                <a:ea typeface="IPAexGothic"/>
                <a:cs typeface="IPAexGothic"/>
              </a:defRPr>
            </a:lvl1pPr>
            <a:lvl2pPr>
              <a:buNone/>
              <a:defRPr sz="3300" b="1">
                <a:solidFill>
                  <a:srgbClr val="172B3A"/>
                </a:solidFill>
                <a:latin typeface="IPAexGothic"/>
                <a:ea typeface="IPAexGothic"/>
                <a:cs typeface="IPAexGothic"/>
              </a:defRPr>
            </a:lvl2pPr>
            <a:lvl3pPr>
              <a:buNone/>
              <a:defRPr sz="3300" b="1">
                <a:solidFill>
                  <a:srgbClr val="172B3A"/>
                </a:solidFill>
                <a:latin typeface="IPAexGothic"/>
                <a:ea typeface="IPAexGothic"/>
                <a:cs typeface="IPAexGothic"/>
              </a:defRPr>
            </a:lvl3pPr>
            <a:lvl4pPr>
              <a:buNone/>
              <a:defRPr sz="3300" b="1">
                <a:solidFill>
                  <a:srgbClr val="172B3A"/>
                </a:solidFill>
                <a:latin typeface="IPAexGothic"/>
                <a:ea typeface="IPAexGothic"/>
                <a:cs typeface="IPAexGothic"/>
              </a:defRPr>
            </a:lvl4pPr>
            <a:lvl5pPr>
              <a:buNone/>
              <a:defRPr sz="3300" b="1">
                <a:solidFill>
                  <a:srgbClr val="172B3A"/>
                </a:solidFill>
                <a:latin typeface="IPAexGothic"/>
                <a:ea typeface="IPAexGothic"/>
                <a:cs typeface="IPAexGothic"/>
              </a:defRPr>
            </a:lvl5pPr>
            <a:lvl6pPr>
              <a:buNone/>
              <a:defRPr sz="3300" b="1">
                <a:solidFill>
                  <a:srgbClr val="172B3A"/>
                </a:solidFill>
                <a:latin typeface="IPAexGothic"/>
                <a:ea typeface="IPAexGothic"/>
                <a:cs typeface="IPAexGothic"/>
              </a:defRPr>
            </a:lvl6pPr>
            <a:lvl7pPr>
              <a:buNone/>
              <a:defRPr sz="3300" b="1">
                <a:solidFill>
                  <a:srgbClr val="172B3A"/>
                </a:solidFill>
                <a:latin typeface="IPAexGothic"/>
                <a:ea typeface="IPAexGothic"/>
                <a:cs typeface="IPAexGothic"/>
              </a:defRPr>
            </a:lvl7pPr>
            <a:lvl8pPr>
              <a:buNone/>
              <a:defRPr sz="3300" b="1">
                <a:solidFill>
                  <a:srgbClr val="172B3A"/>
                </a:solidFill>
                <a:latin typeface="IPAexGothic"/>
                <a:ea typeface="IPAexGothic"/>
                <a:cs typeface="IPAexGothic"/>
              </a:defRPr>
            </a:lvl8pPr>
            <a:lvl9pPr>
              <a:buNone/>
              <a:defRPr sz="3300" b="1">
                <a:solidFill>
                  <a:srgbClr val="172B3A"/>
                </a:solidFill>
                <a:latin typeface="IPAexGothic"/>
                <a:ea typeface="IPAexGothic"/>
                <a:cs typeface="IPAexGothic"/>
              </a:defRPr>
            </a:lvl9pPr>
          </a:lstStyle>
          <a:p xmlns:a="http://schemas.openxmlformats.org/drawingml/2006/main">
            <a:pPr>
              <a:buNone/>
              <a:defRPr sz="3300" b="1">
                <a:solidFill>
                  <a:srgbClr val="172B3A"/>
                </a:solidFill>
                <a:latin typeface="IPAexGothic"/>
                <a:ea typeface="IPAexGothic"/>
                <a:cs typeface="IPAexGothic"/>
              </a:defRPr>
            </a:pPr>
            <a:r>
              <a:rPr sz="3300" b="1">
                <a:solidFill>
                  <a:srgbClr val="172B3A"/>
                </a:solidFill>
                <a:latin typeface="IPAexGothic"/>
                <a:ea typeface="IPAexGothic"/>
                <a:cs typeface="IPAexGothic"/>
              </a:rPr>
              <a:t>発明の概要と検討状況</a:t>
            </a:r>
          </a:p>
        </p:txBody>
      </p:sp>
      <p:sp>
        <p:nvSpPr>
          <p:cNvPr id="2" name="summary">
            <a:extLst xmlns:a="http://schemas.openxmlformats.org/drawingml/2006/main">
              <a:ext uri="{FF2B5EF4-FFF2-40B4-BE49-F238E27FC236}">
                <a16:creationId xmlns:a16="http://schemas.microsoft.com/office/drawing/2014/main" id="{1DC4C705-18DF-400E-9057-F1AECB3BCA1F}"/>
              </a:ext>
            </a:extLst>
          </p:cNvPr>
          <p:cNvSpPr>
            <a:spLocks xmlns:a="http://schemas.openxmlformats.org/drawingml/2006/main" noGrp="1"/>
          </p:cNvSpPr>
          <p:nvPr/>
        </p:nvSpPr>
        <p:spPr>
          <a:xfrm xmlns:a="http://schemas.openxmlformats.org/drawingml/2006/main">
            <a:off x="609600" y="1028700"/>
            <a:ext cx="10896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725" b="0">
                <a:solidFill>
                  <a:srgbClr val="586872"/>
                </a:solidFill>
                <a:latin typeface="IPAexGothic"/>
                <a:ea typeface="IPAexGothic"/>
                <a:cs typeface="IPAexGothic"/>
              </a:defRPr>
            </a:defPPr>
            <a:lvl1pPr>
              <a:buNone/>
              <a:defRPr sz="1725" b="0">
                <a:solidFill>
                  <a:srgbClr val="586872"/>
                </a:solidFill>
                <a:latin typeface="IPAexGothic"/>
                <a:ea typeface="IPAexGothic"/>
                <a:cs typeface="IPAexGothic"/>
              </a:defRPr>
            </a:lvl1pPr>
            <a:lvl2pPr>
              <a:buNone/>
              <a:defRPr sz="1725" b="0">
                <a:solidFill>
                  <a:srgbClr val="586872"/>
                </a:solidFill>
                <a:latin typeface="IPAexGothic"/>
                <a:ea typeface="IPAexGothic"/>
                <a:cs typeface="IPAexGothic"/>
              </a:defRPr>
            </a:lvl2pPr>
            <a:lvl3pPr>
              <a:buNone/>
              <a:defRPr sz="1725" b="0">
                <a:solidFill>
                  <a:srgbClr val="586872"/>
                </a:solidFill>
                <a:latin typeface="IPAexGothic"/>
                <a:ea typeface="IPAexGothic"/>
                <a:cs typeface="IPAexGothic"/>
              </a:defRPr>
            </a:lvl3pPr>
            <a:lvl4pPr>
              <a:buNone/>
              <a:defRPr sz="1725" b="0">
                <a:solidFill>
                  <a:srgbClr val="586872"/>
                </a:solidFill>
                <a:latin typeface="IPAexGothic"/>
                <a:ea typeface="IPAexGothic"/>
                <a:cs typeface="IPAexGothic"/>
              </a:defRPr>
            </a:lvl4pPr>
            <a:lvl5pPr>
              <a:buNone/>
              <a:defRPr sz="1725" b="0">
                <a:solidFill>
                  <a:srgbClr val="586872"/>
                </a:solidFill>
                <a:latin typeface="IPAexGothic"/>
                <a:ea typeface="IPAexGothic"/>
                <a:cs typeface="IPAexGothic"/>
              </a:defRPr>
            </a:lvl5pPr>
            <a:lvl6pPr>
              <a:buNone/>
              <a:defRPr sz="1725" b="0">
                <a:solidFill>
                  <a:srgbClr val="586872"/>
                </a:solidFill>
                <a:latin typeface="IPAexGothic"/>
                <a:ea typeface="IPAexGothic"/>
                <a:cs typeface="IPAexGothic"/>
              </a:defRPr>
            </a:lvl6pPr>
            <a:lvl7pPr>
              <a:buNone/>
              <a:defRPr sz="1725" b="0">
                <a:solidFill>
                  <a:srgbClr val="586872"/>
                </a:solidFill>
                <a:latin typeface="IPAexGothic"/>
                <a:ea typeface="IPAexGothic"/>
                <a:cs typeface="IPAexGothic"/>
              </a:defRPr>
            </a:lvl7pPr>
            <a:lvl8pPr>
              <a:buNone/>
              <a:defRPr sz="1725" b="0">
                <a:solidFill>
                  <a:srgbClr val="586872"/>
                </a:solidFill>
                <a:latin typeface="IPAexGothic"/>
                <a:ea typeface="IPAexGothic"/>
                <a:cs typeface="IPAexGothic"/>
              </a:defRPr>
            </a:lvl8pPr>
            <a:lvl9pPr>
              <a:buNone/>
              <a:defRPr sz="1725" b="0">
                <a:solidFill>
                  <a:srgbClr val="586872"/>
                </a:solidFill>
                <a:latin typeface="IPAexGothic"/>
                <a:ea typeface="IPAexGothic"/>
                <a:cs typeface="IPAexGothic"/>
              </a:defRPr>
            </a:lvl9pPr>
          </a:lstStyle>
          <a:p xmlns:a="http://schemas.openxmlformats.org/drawingml/2006/main">
            <a:pPr>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本文は元データを蓄積し、30秒窓の波形からパターン定義を得る一例で全工程を説明します。</a:t>
            </a:r>
          </a:p>
          <a:p xmlns:a="http://schemas.openxmlformats.org/drawingml/2006/main">
            <a:pPr>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窓方式や抽出手法は選択例です。検出したい上昇条件を初めから固定する構成にはしていません。</a:t>
            </a:r>
          </a:p>
        </p:txBody>
      </p:sp>
      <p:sp>
        <p:nvSpPr>
          <p:cNvPr id="3" name="page-number">
            <a:extLst xmlns:a="http://schemas.openxmlformats.org/drawingml/2006/main">
              <a:ext uri="{FF2B5EF4-FFF2-40B4-BE49-F238E27FC236}">
                <a16:creationId xmlns:a16="http://schemas.microsoft.com/office/drawing/2014/main" id="{D6EF9850-D476-4CF5-84B8-6E9695A2AE32}"/>
              </a:ext>
            </a:extLst>
          </p:cNvPr>
          <p:cNvSpPr>
            <a:spLocks xmlns:a="http://schemas.openxmlformats.org/drawingml/2006/main" noGrp="1"/>
          </p:cNvSpPr>
          <p:nvPr/>
        </p:nvSpPr>
        <p:spPr>
          <a:xfrm xmlns:a="http://schemas.openxmlformats.org/drawingml/2006/main">
            <a:off x="11239500" y="644842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75" b="0">
                <a:solidFill>
                  <a:srgbClr val="586872"/>
                </a:solidFill>
                <a:latin typeface="IPAexGothic"/>
                <a:ea typeface="IPAexGothic"/>
                <a:cs typeface="IPAexGothic"/>
              </a:defRPr>
            </a:defPPr>
            <a:lvl1pPr>
              <a:buNone/>
              <a:defRPr sz="1275" b="0">
                <a:solidFill>
                  <a:srgbClr val="586872"/>
                </a:solidFill>
                <a:latin typeface="IPAexGothic"/>
                <a:ea typeface="IPAexGothic"/>
                <a:cs typeface="IPAexGothic"/>
              </a:defRPr>
            </a:lvl1pPr>
            <a:lvl2pPr>
              <a:buNone/>
              <a:defRPr sz="1275" b="0">
                <a:solidFill>
                  <a:srgbClr val="586872"/>
                </a:solidFill>
                <a:latin typeface="IPAexGothic"/>
                <a:ea typeface="IPAexGothic"/>
                <a:cs typeface="IPAexGothic"/>
              </a:defRPr>
            </a:lvl2pPr>
            <a:lvl3pPr>
              <a:buNone/>
              <a:defRPr sz="1275" b="0">
                <a:solidFill>
                  <a:srgbClr val="586872"/>
                </a:solidFill>
                <a:latin typeface="IPAexGothic"/>
                <a:ea typeface="IPAexGothic"/>
                <a:cs typeface="IPAexGothic"/>
              </a:defRPr>
            </a:lvl3pPr>
            <a:lvl4pPr>
              <a:buNone/>
              <a:defRPr sz="1275" b="0">
                <a:solidFill>
                  <a:srgbClr val="586872"/>
                </a:solidFill>
                <a:latin typeface="IPAexGothic"/>
                <a:ea typeface="IPAexGothic"/>
                <a:cs typeface="IPAexGothic"/>
              </a:defRPr>
            </a:lvl4pPr>
            <a:lvl5pPr>
              <a:buNone/>
              <a:defRPr sz="1275" b="0">
                <a:solidFill>
                  <a:srgbClr val="586872"/>
                </a:solidFill>
                <a:latin typeface="IPAexGothic"/>
                <a:ea typeface="IPAexGothic"/>
                <a:cs typeface="IPAexGothic"/>
              </a:defRPr>
            </a:lvl5pPr>
            <a:lvl6pPr>
              <a:buNone/>
              <a:defRPr sz="1275" b="0">
                <a:solidFill>
                  <a:srgbClr val="586872"/>
                </a:solidFill>
                <a:latin typeface="IPAexGothic"/>
                <a:ea typeface="IPAexGothic"/>
                <a:cs typeface="IPAexGothic"/>
              </a:defRPr>
            </a:lvl6pPr>
            <a:lvl7pPr>
              <a:buNone/>
              <a:defRPr sz="1275" b="0">
                <a:solidFill>
                  <a:srgbClr val="586872"/>
                </a:solidFill>
                <a:latin typeface="IPAexGothic"/>
                <a:ea typeface="IPAexGothic"/>
                <a:cs typeface="IPAexGothic"/>
              </a:defRPr>
            </a:lvl7pPr>
            <a:lvl8pPr>
              <a:buNone/>
              <a:defRPr sz="1275" b="0">
                <a:solidFill>
                  <a:srgbClr val="586872"/>
                </a:solidFill>
                <a:latin typeface="IPAexGothic"/>
                <a:ea typeface="IPAexGothic"/>
                <a:cs typeface="IPAexGothic"/>
              </a:defRPr>
            </a:lvl8pPr>
            <a:lvl9pPr>
              <a:buNone/>
              <a:defRPr sz="1275" b="0">
                <a:solidFill>
                  <a:srgbClr val="586872"/>
                </a:solidFill>
                <a:latin typeface="IPAexGothic"/>
                <a:ea typeface="IPAexGothic"/>
                <a:cs typeface="IPAexGothic"/>
              </a:defRPr>
            </a:lvl9pPr>
          </a:lstStyle>
          <a:p xmlns:a="http://schemas.openxmlformats.org/drawingml/2006/main">
            <a:pPr>
              <a:buNone/>
              <a:defRPr sz="1275" b="0">
                <a:solidFill>
                  <a:srgbClr val="586872"/>
                </a:solidFill>
                <a:latin typeface="IPAexGothic"/>
                <a:ea typeface="IPAexGothic"/>
                <a:cs typeface="IPAexGothic"/>
              </a:defRPr>
            </a:pPr>
            <a:r>
              <a:rPr sz="1275" b="0">
                <a:solidFill>
                  <a:srgbClr val="586872"/>
                </a:solidFill>
                <a:latin typeface="IPAexGothic"/>
                <a:ea typeface="IPAexGothic"/>
                <a:cs typeface="IPAexGothic"/>
              </a:rPr>
              <a:t>02</a:t>
            </a:r>
          </a:p>
        </p:txBody>
      </p:sp>
      <p:graphicFrame>
        <p:nvGraphicFramePr>
          <p:cNvPr id="4" name="">
            <a:extLst xmlns:a="http://schemas.openxmlformats.org/drawingml/2006/main">
              <a:ext uri="{FF2B5EF4-FFF2-40B4-BE49-F238E27FC236}">
                <a16:creationId xmlns:a16="http://schemas.microsoft.com/office/drawing/2014/main" id="{906649AD-8BCC-421D-A4EF-BC21115DC69D}"/>
              </a:ext>
            </a:extLst>
          </p:cNvPr>
          <p:cNvGraphicFramePr/>
          <p:nvPr/>
        </p:nvGraphicFramePr>
        <p:xfrm>
          <a:off xmlns:a="http://schemas.openxmlformats.org/drawingml/2006/main" x="609600" y="1762125"/>
          <a:ext xmlns:a="http://schemas.openxmlformats.org/drawingml/2006/main" cx="10972800" cy="3952875"/>
        </p:xfrm>
        <a:graphic xmlns:a="http://schemas.openxmlformats.org/drawingml/2006/main">
          <a:graphicData uri="http://schemas.openxmlformats.org/drawingml/2006/table">
            <a:tbl>
              <a:tblPr firstRow="1" bandRow="0"/>
              <a:tblGrid>
                <a:gridCol w="2286000"/>
                <a:gridCol w="8686800"/>
              </a:tblGrid>
              <a:tr h="790575">
                <a:tc>
                  <a:txBody>
                    <a:bodyPr wrap="square" lIns="133350" tIns="76200" rIns="114300" bIns="76200"/>
                    <a:lstStyle/>
                    <a:p>
                      <a:r>
                        <a:rPr sz="1875" b="1">
                          <a:solidFill>
                            <a:srgbClr val="172B3A"/>
                          </a:solidFill>
                          <a:latin typeface="IPAexGothic"/>
                          <a:ea typeface="IPAexGothic"/>
                          <a:cs typeface="IPAexGothic"/>
                        </a:rPr>
                        <a:t>観点</a:t>
                      </a:r>
                    </a:p>
                  </a:txBody>
                  <a:tcPr marL="91440" marR="91440" marT="45720" marB="45720" anchor="ctr">
                    <a:lnL w="9525">
                      <a:solidFill>
                        <a:srgbClr val="BCCAD2"/>
                      </a:solidFill>
                      <a:prstDash val="solid"/>
                    </a:lnL>
                    <a:lnR w="9525">
                      <a:solidFill>
                        <a:srgbClr val="BCCAD2"/>
                      </a:solidFill>
                      <a:prstDash val="solid"/>
                    </a:lnR>
                    <a:lnT w="9525">
                      <a:solidFill>
                        <a:srgbClr val="BCCAD2"/>
                      </a:solidFill>
                      <a:prstDash val="solid"/>
                    </a:lnT>
                    <a:lnB w="9525">
                      <a:solidFill>
                        <a:srgbClr val="BCCAD2"/>
                      </a:solidFill>
                      <a:prstDash val="solid"/>
                    </a:lnB>
                    <a:solidFill>
                      <a:srgbClr val="EAF1F5"/>
                    </a:solidFill>
                  </a:tcPr>
                </a:tc>
                <a:tc>
                  <a:txBody>
                    <a:bodyPr wrap="square" lIns="133350" tIns="76200" rIns="114300" bIns="76200"/>
                    <a:lstStyle/>
                    <a:p>
                      <a:r>
                        <a:rPr sz="1875" b="1">
                          <a:solidFill>
                            <a:srgbClr val="172B3A"/>
                          </a:solidFill>
                          <a:latin typeface="IPAexGothic"/>
                          <a:ea typeface="IPAexGothic"/>
                          <a:cs typeface="IPAexGothic"/>
                        </a:rPr>
                        <a:t>発明案の考え方</a:t>
                      </a:r>
                    </a:p>
                  </a:txBody>
                  <a:tcPr marL="91440" marR="91440" marT="45720" marB="45720" anchor="ctr">
                    <a:lnR w="9525">
                      <a:solidFill>
                        <a:srgbClr val="BCCAD2"/>
                      </a:solidFill>
                      <a:prstDash val="solid"/>
                    </a:lnR>
                    <a:lnT w="9525">
                      <a:solidFill>
                        <a:srgbClr val="BCCAD2"/>
                      </a:solidFill>
                      <a:prstDash val="solid"/>
                    </a:lnT>
                    <a:lnB w="9525">
                      <a:solidFill>
                        <a:srgbClr val="BCCAD2"/>
                      </a:solidFill>
                      <a:prstDash val="solid"/>
                    </a:lnB>
                    <a:solidFill>
                      <a:srgbClr val="EAF1F5"/>
                    </a:solidFill>
                  </a:tcPr>
                </a:tc>
              </a:tr>
              <a:tr h="790575">
                <a:tc>
                  <a:txBody>
                    <a:bodyPr wrap="square" lIns="133350" tIns="76200" rIns="114300" bIns="76200"/>
                    <a:lstStyle/>
                    <a:p>
                      <a:r>
                        <a:rPr sz="1875" b="0">
                          <a:solidFill>
                            <a:srgbClr val="172B3A"/>
                          </a:solidFill>
                          <a:latin typeface="IPAexGothic"/>
                          <a:ea typeface="IPAexGothic"/>
                          <a:cs typeface="IPAexGothic"/>
                        </a:rPr>
                        <a:t>対象と課題</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FFFFF"/>
                    </a:solidFill>
                  </a:tcPr>
                </a:tc>
                <a:tc>
                  <a:txBody>
                    <a:bodyPr wrap="square" lIns="133350" tIns="76200" rIns="114300" bIns="76200"/>
                    <a:lstStyle/>
                    <a:p>
                      <a:r>
                        <a:rPr sz="1875" b="0">
                          <a:solidFill>
                            <a:srgbClr val="172B3A"/>
                          </a:solidFill>
                          <a:latin typeface="IPAexGothic"/>
                          <a:ea typeface="IPAexGothic"/>
                          <a:cs typeface="IPAexGothic"/>
                        </a:rPr>
                        <a:t>振動・温度などの設備ログが増え続ける。</a:t>
                      </a:r>
                    </a:p>
                    <a:p>
                      <a:r>
                        <a:rPr sz="1875" b="0">
                          <a:solidFill>
                            <a:srgbClr val="172B3A"/>
                          </a:solidFill>
                          <a:latin typeface="IPAexGothic"/>
                          <a:ea typeface="IPAexGothic"/>
                          <a:cs typeface="IPAexGothic"/>
                        </a:rPr>
                        <a:t>一律の間引きでは、希少条件や再検討に必要な実例を失う。</a:t>
                      </a:r>
                    </a:p>
                  </a:txBody>
                  <a:tcPr marL="91440" marR="91440" marT="45720" marB="45720" anchor="ctr">
                    <a:lnR w="9525">
                      <a:solidFill>
                        <a:srgbClr val="BCCAD2"/>
                      </a:solidFill>
                      <a:prstDash val="solid"/>
                    </a:lnR>
                    <a:lnB w="9525">
                      <a:solidFill>
                        <a:srgbClr val="BCCAD2"/>
                      </a:solidFill>
                      <a:prstDash val="solid"/>
                    </a:lnB>
                    <a:solidFill>
                      <a:srgbClr val="FFFFFF"/>
                    </a:solidFill>
                  </a:tcPr>
                </a:tc>
              </a:tr>
              <a:tr h="790575">
                <a:tc>
                  <a:txBody>
                    <a:bodyPr wrap="square" lIns="133350" tIns="76200" rIns="114300" bIns="76200"/>
                    <a:lstStyle/>
                    <a:p>
                      <a:r>
                        <a:rPr sz="1875" b="0">
                          <a:solidFill>
                            <a:srgbClr val="172B3A"/>
                          </a:solidFill>
                          <a:latin typeface="IPAexGothic"/>
                          <a:ea typeface="IPAexGothic"/>
                          <a:cs typeface="IPAexGothic"/>
                        </a:rPr>
                        <a:t>中核となる処理</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8FAFB"/>
                    </a:solidFill>
                  </a:tcPr>
                </a:tc>
                <a:tc>
                  <a:txBody>
                    <a:bodyPr wrap="square" lIns="133350" tIns="76200" rIns="114300" bIns="76200"/>
                    <a:lstStyle/>
                    <a:p>
                      <a:r>
                        <a:rPr sz="1875" b="0">
                          <a:solidFill>
                            <a:srgbClr val="172B3A"/>
                          </a:solidFill>
                          <a:latin typeface="IPAexGothic"/>
                          <a:ea typeface="IPAexGothic"/>
                          <a:cs typeface="IPAexGothic"/>
                        </a:rPr>
                        <a:t>確立度・学習の代替可能性・保持数と構成を別々に評価。</a:t>
                      </a:r>
                    </a:p>
                    <a:p>
                      <a:r>
                        <a:rPr sz="1875" b="0">
                          <a:solidFill>
                            <a:srgbClr val="172B3A"/>
                          </a:solidFill>
                          <a:latin typeface="IPAexGothic"/>
                          <a:ea typeface="IPAexGothic"/>
                          <a:cs typeface="IPAexGothic"/>
                        </a:rPr>
                        <a:t>三評価が合格し、残す集合に含まれない典型だけを削除する。</a:t>
                      </a:r>
                    </a:p>
                  </a:txBody>
                  <a:tcPr marL="91440" marR="91440" marT="45720" marB="45720" anchor="ctr">
                    <a:lnR w="9525">
                      <a:solidFill>
                        <a:srgbClr val="BCCAD2"/>
                      </a:solidFill>
                      <a:prstDash val="solid"/>
                    </a:lnR>
                    <a:lnB w="9525">
                      <a:solidFill>
                        <a:srgbClr val="BCCAD2"/>
                      </a:solidFill>
                      <a:prstDash val="solid"/>
                    </a:lnB>
                    <a:solidFill>
                      <a:srgbClr val="F8FAFB"/>
                    </a:solidFill>
                  </a:tcPr>
                </a:tc>
              </a:tr>
              <a:tr h="790575">
                <a:tc>
                  <a:txBody>
                    <a:bodyPr wrap="square" lIns="133350" tIns="76200" rIns="114300" bIns="76200"/>
                    <a:lstStyle/>
                    <a:p>
                      <a:r>
                        <a:rPr sz="1875" b="0">
                          <a:solidFill>
                            <a:srgbClr val="172B3A"/>
                          </a:solidFill>
                          <a:latin typeface="IPAexGothic"/>
                          <a:ea typeface="IPAexGothic"/>
                          <a:cs typeface="IPAexGothic"/>
                        </a:rPr>
                        <a:t>削除後に残すもの</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FFFFF"/>
                    </a:solidFill>
                  </a:tcPr>
                </a:tc>
                <a:tc>
                  <a:txBody>
                    <a:bodyPr wrap="square" lIns="133350" tIns="76200" rIns="114300" bIns="76200"/>
                    <a:lstStyle/>
                    <a:p>
                      <a:r>
                        <a:rPr sz="1875" b="0">
                          <a:solidFill>
                            <a:srgbClr val="172B3A"/>
                          </a:solidFill>
                          <a:latin typeface="IPAexGothic"/>
                          <a:ea typeface="IPAexGothic"/>
                          <a:cs typeface="IPAexGothic"/>
                        </a:rPr>
                        <a:t>パターン定義、各出現の記録、過去の統計と必要な実例。</a:t>
                      </a:r>
                    </a:p>
                    <a:p>
                      <a:r>
                        <a:rPr sz="1875" b="0">
                          <a:solidFill>
                            <a:srgbClr val="172B3A"/>
                          </a:solidFill>
                          <a:latin typeface="IPAexGothic"/>
                          <a:ea typeface="IPAexGothic"/>
                          <a:cs typeface="IPAexGothic"/>
                        </a:rPr>
                        <a:t>学習入力と判定理由の説明を同じ識別番号・版で管理する。</a:t>
                      </a:r>
                    </a:p>
                  </a:txBody>
                  <a:tcPr marL="91440" marR="91440" marT="45720" marB="45720" anchor="ctr">
                    <a:lnR w="9525">
                      <a:solidFill>
                        <a:srgbClr val="BCCAD2"/>
                      </a:solidFill>
                      <a:prstDash val="solid"/>
                    </a:lnR>
                    <a:lnB w="9525">
                      <a:solidFill>
                        <a:srgbClr val="BCCAD2"/>
                      </a:solidFill>
                      <a:prstDash val="solid"/>
                    </a:lnB>
                    <a:solidFill>
                      <a:srgbClr val="FFFFFF"/>
                    </a:solidFill>
                  </a:tcPr>
                </a:tc>
              </a:tr>
              <a:tr h="790575">
                <a:tc>
                  <a:txBody>
                    <a:bodyPr wrap="square" lIns="133350" tIns="76200" rIns="114300" bIns="76200"/>
                    <a:lstStyle/>
                    <a:p>
                      <a:r>
                        <a:rPr sz="1875" b="0">
                          <a:solidFill>
                            <a:srgbClr val="172B3A"/>
                          </a:solidFill>
                          <a:latin typeface="IPAexGothic"/>
                          <a:ea typeface="IPAexGothic"/>
                          <a:cs typeface="IPAexGothic"/>
                        </a:rPr>
                        <a:t>現在の確認範囲</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8FAFB"/>
                    </a:solidFill>
                  </a:tcPr>
                </a:tc>
                <a:tc>
                  <a:txBody>
                    <a:bodyPr wrap="square" lIns="133350" tIns="76200" rIns="114300" bIns="76200"/>
                    <a:lstStyle/>
                    <a:p>
                      <a:r>
                        <a:rPr sz="1875" b="0">
                          <a:solidFill>
                            <a:srgbClr val="172B3A"/>
                          </a:solidFill>
                          <a:latin typeface="IPAexGothic"/>
                          <a:ea typeface="IPAexGothic"/>
                          <a:cs typeface="IPAexGothic"/>
                        </a:rPr>
                        <a:t>本文は蓄積波形から定義を学ぶ設計例で、一連の実行は未了。</a:t>
                      </a:r>
                    </a:p>
                    <a:p>
                      <a:r>
                        <a:rPr sz="1875" b="0">
                          <a:solidFill>
                            <a:srgbClr val="172B3A"/>
                          </a:solidFill>
                          <a:latin typeface="IPAexGothic"/>
                          <a:ea typeface="IPAexGothic"/>
                          <a:cs typeface="IPAexGothic"/>
                        </a:rPr>
                        <a:t>以前の固定事象ルールによる60秒実験と、検証範囲を区別する。</a:t>
                      </a:r>
                    </a:p>
                  </a:txBody>
                  <a:tcPr marL="91440" marR="91440" marT="45720" marB="45720" anchor="ctr">
                    <a:lnR w="9525">
                      <a:solidFill>
                        <a:srgbClr val="BCCAD2"/>
                      </a:solidFill>
                      <a:prstDash val="solid"/>
                    </a:lnR>
                    <a:lnB w="9525">
                      <a:solidFill>
                        <a:srgbClr val="BCCAD2"/>
                      </a:solidFill>
                      <a:prstDash val="solid"/>
                    </a:lnB>
                    <a:solidFill>
                      <a:srgbClr val="F8FAFB"/>
                    </a:solidFill>
                  </a:tcPr>
                </a:tc>
              </a:tr>
            </a:tbl>
          </a:graphicData>
        </a:graphic>
      </p:graphicFrame>
      <p:sp>
        <p:nvSpPr>
          <p:cNvPr id="5" name="text-3">
            <a:extLst xmlns:a="http://schemas.openxmlformats.org/drawingml/2006/main">
              <a:ext uri="{FF2B5EF4-FFF2-40B4-BE49-F238E27FC236}">
                <a16:creationId xmlns:a16="http://schemas.microsoft.com/office/drawing/2014/main" id="{274E2D12-3850-4C44-998C-87720C4A333C}"/>
              </a:ext>
            </a:extLst>
          </p:cNvPr>
          <p:cNvSpPr>
            <a:spLocks xmlns:a="http://schemas.openxmlformats.org/drawingml/2006/main" noGrp="1"/>
          </p:cNvSpPr>
          <p:nvPr/>
        </p:nvSpPr>
        <p:spPr>
          <a:xfrm xmlns:a="http://schemas.openxmlformats.org/drawingml/2006/main">
            <a:off x="609600" y="5953125"/>
            <a:ext cx="10906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0">
                <a:solidFill>
                  <a:srgbClr val="586872"/>
                </a:solidFill>
                <a:latin typeface="IPAexGothic"/>
                <a:ea typeface="IPAexGothic"/>
                <a:cs typeface="IPAexGothic"/>
              </a:defRPr>
            </a:defPPr>
            <a:lvl1pPr>
              <a:buNone/>
              <a:defRPr sz="1575" b="0">
                <a:solidFill>
                  <a:srgbClr val="586872"/>
                </a:solidFill>
                <a:latin typeface="IPAexGothic"/>
                <a:ea typeface="IPAexGothic"/>
                <a:cs typeface="IPAexGothic"/>
              </a:defRPr>
            </a:lvl1pPr>
            <a:lvl2pPr>
              <a:buNone/>
              <a:defRPr sz="1575" b="0">
                <a:solidFill>
                  <a:srgbClr val="586872"/>
                </a:solidFill>
                <a:latin typeface="IPAexGothic"/>
                <a:ea typeface="IPAexGothic"/>
                <a:cs typeface="IPAexGothic"/>
              </a:defRPr>
            </a:lvl2pPr>
            <a:lvl3pPr>
              <a:buNone/>
              <a:defRPr sz="1575" b="0">
                <a:solidFill>
                  <a:srgbClr val="586872"/>
                </a:solidFill>
                <a:latin typeface="IPAexGothic"/>
                <a:ea typeface="IPAexGothic"/>
                <a:cs typeface="IPAexGothic"/>
              </a:defRPr>
            </a:lvl3pPr>
            <a:lvl4pPr>
              <a:buNone/>
              <a:defRPr sz="1575" b="0">
                <a:solidFill>
                  <a:srgbClr val="586872"/>
                </a:solidFill>
                <a:latin typeface="IPAexGothic"/>
                <a:ea typeface="IPAexGothic"/>
                <a:cs typeface="IPAexGothic"/>
              </a:defRPr>
            </a:lvl4pPr>
            <a:lvl5pPr>
              <a:buNone/>
              <a:defRPr sz="1575" b="0">
                <a:solidFill>
                  <a:srgbClr val="586872"/>
                </a:solidFill>
                <a:latin typeface="IPAexGothic"/>
                <a:ea typeface="IPAexGothic"/>
                <a:cs typeface="IPAexGothic"/>
              </a:defRPr>
            </a:lvl5pPr>
            <a:lvl6pPr>
              <a:buNone/>
              <a:defRPr sz="1575" b="0">
                <a:solidFill>
                  <a:srgbClr val="586872"/>
                </a:solidFill>
                <a:latin typeface="IPAexGothic"/>
                <a:ea typeface="IPAexGothic"/>
                <a:cs typeface="IPAexGothic"/>
              </a:defRPr>
            </a:lvl6pPr>
            <a:lvl7pPr>
              <a:buNone/>
              <a:defRPr sz="1575" b="0">
                <a:solidFill>
                  <a:srgbClr val="586872"/>
                </a:solidFill>
                <a:latin typeface="IPAexGothic"/>
                <a:ea typeface="IPAexGothic"/>
                <a:cs typeface="IPAexGothic"/>
              </a:defRPr>
            </a:lvl7pPr>
            <a:lvl8pPr>
              <a:buNone/>
              <a:defRPr sz="1575" b="0">
                <a:solidFill>
                  <a:srgbClr val="586872"/>
                </a:solidFill>
                <a:latin typeface="IPAexGothic"/>
                <a:ea typeface="IPAexGothic"/>
                <a:cs typeface="IPAexGothic"/>
              </a:defRPr>
            </a:lvl8pPr>
            <a:lvl9pPr>
              <a:buNone/>
              <a:defRPr sz="1575" b="0">
                <a:solidFill>
                  <a:srgbClr val="586872"/>
                </a:solidFill>
                <a:latin typeface="IPAexGothic"/>
                <a:ea typeface="IPAexGothic"/>
                <a:cs typeface="IPAexGothic"/>
              </a:defRPr>
            </a:lvl9pPr>
          </a:lstStyle>
          <a:p xmlns:a="http://schemas.openxmlformats.org/drawingml/2006/main">
            <a:pPr>
              <a:buNone/>
              <a:defRPr sz="1575" b="0">
                <a:solidFill>
                  <a:srgbClr val="586872"/>
                </a:solidFill>
                <a:latin typeface="IPAexGothic"/>
                <a:ea typeface="IPAexGothic"/>
                <a:cs typeface="IPAexGothic"/>
              </a:defRPr>
            </a:pPr>
            <a:r>
              <a:rPr sz="1575" b="0">
                <a:solidFill>
                  <a:srgbClr val="586872"/>
                </a:solidFill>
                <a:latin typeface="IPAexGothic"/>
                <a:ea typeface="IPAexGothic"/>
                <a:cs typeface="IPAexGothic"/>
              </a:rPr>
              <a:t>本資料は正式な出願文言の前の技術構成案。保持集合だけから再抽出する未採用案は44ページ</a:t>
            </a:r>
          </a:p>
        </p:txBody>
      </p:sp>
    </p:spTree>
    <p:extLst>
      <p:ext uri="{BB962C8B-B14F-4D97-AF65-F5344CB8AC3E}">
        <p14:creationId xmlns:p14="http://schemas.microsoft.com/office/powerpoint/2010/main" val="201039538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headline">
            <a:extLst xmlns:a="http://schemas.openxmlformats.org/drawingml/2006/main">
              <a:ext uri="{FF2B5EF4-FFF2-40B4-BE49-F238E27FC236}">
                <a16:creationId xmlns:a16="http://schemas.microsoft.com/office/drawing/2014/main" id="{82A48713-E08B-41C1-94EA-DA95621D5272}"/>
              </a:ext>
            </a:extLst>
          </p:cNvPr>
          <p:cNvSpPr>
            <a:spLocks xmlns:a="http://schemas.openxmlformats.org/drawingml/2006/main" noGrp="1"/>
          </p:cNvSpPr>
          <p:nvPr/>
        </p:nvSpPr>
        <p:spPr>
          <a:xfrm xmlns:a="http://schemas.openxmlformats.org/drawingml/2006/main">
            <a:off x="590550" y="333375"/>
            <a:ext cx="1095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72B3A"/>
                </a:solidFill>
                <a:latin typeface="IPAexGothic"/>
                <a:ea typeface="IPAexGothic"/>
                <a:cs typeface="IPAexGothic"/>
              </a:defRPr>
            </a:defPPr>
            <a:lvl1pPr algn="l">
              <a:buNone/>
              <a:defRPr sz="3300" b="1">
                <a:solidFill>
                  <a:srgbClr val="172B3A"/>
                </a:solidFill>
                <a:latin typeface="IPAexGothic"/>
                <a:ea typeface="IPAexGothic"/>
                <a:cs typeface="IPAexGothic"/>
              </a:defRPr>
            </a:lvl1pPr>
            <a:lvl2pPr algn="l">
              <a:buNone/>
              <a:defRPr sz="3300" b="1">
                <a:solidFill>
                  <a:srgbClr val="172B3A"/>
                </a:solidFill>
                <a:latin typeface="IPAexGothic"/>
                <a:ea typeface="IPAexGothic"/>
                <a:cs typeface="IPAexGothic"/>
              </a:defRPr>
            </a:lvl2pPr>
            <a:lvl3pPr algn="l">
              <a:buNone/>
              <a:defRPr sz="3300" b="1">
                <a:solidFill>
                  <a:srgbClr val="172B3A"/>
                </a:solidFill>
                <a:latin typeface="IPAexGothic"/>
                <a:ea typeface="IPAexGothic"/>
                <a:cs typeface="IPAexGothic"/>
              </a:defRPr>
            </a:lvl3pPr>
            <a:lvl4pPr algn="l">
              <a:buNone/>
              <a:defRPr sz="3300" b="1">
                <a:solidFill>
                  <a:srgbClr val="172B3A"/>
                </a:solidFill>
                <a:latin typeface="IPAexGothic"/>
                <a:ea typeface="IPAexGothic"/>
                <a:cs typeface="IPAexGothic"/>
              </a:defRPr>
            </a:lvl4pPr>
            <a:lvl5pPr algn="l">
              <a:buNone/>
              <a:defRPr sz="3300" b="1">
                <a:solidFill>
                  <a:srgbClr val="172B3A"/>
                </a:solidFill>
                <a:latin typeface="IPAexGothic"/>
                <a:ea typeface="IPAexGothic"/>
                <a:cs typeface="IPAexGothic"/>
              </a:defRPr>
            </a:lvl5pPr>
            <a:lvl6pPr algn="l">
              <a:buNone/>
              <a:defRPr sz="3300" b="1">
                <a:solidFill>
                  <a:srgbClr val="172B3A"/>
                </a:solidFill>
                <a:latin typeface="IPAexGothic"/>
                <a:ea typeface="IPAexGothic"/>
                <a:cs typeface="IPAexGothic"/>
              </a:defRPr>
            </a:lvl6pPr>
            <a:lvl7pPr algn="l">
              <a:buNone/>
              <a:defRPr sz="3300" b="1">
                <a:solidFill>
                  <a:srgbClr val="172B3A"/>
                </a:solidFill>
                <a:latin typeface="IPAexGothic"/>
                <a:ea typeface="IPAexGothic"/>
                <a:cs typeface="IPAexGothic"/>
              </a:defRPr>
            </a:lvl7pPr>
            <a:lvl8pPr algn="l">
              <a:buNone/>
              <a:defRPr sz="3300" b="1">
                <a:solidFill>
                  <a:srgbClr val="172B3A"/>
                </a:solidFill>
                <a:latin typeface="IPAexGothic"/>
                <a:ea typeface="IPAexGothic"/>
                <a:cs typeface="IPAexGothic"/>
              </a:defRPr>
            </a:lvl8pPr>
            <a:lvl9pPr algn="l">
              <a:buNone/>
              <a:defRPr sz="3300" b="1">
                <a:solidFill>
                  <a:srgbClr val="172B3A"/>
                </a:solidFill>
                <a:latin typeface="IPAexGothic"/>
                <a:ea typeface="IPAexGothic"/>
                <a:cs typeface="IPAexGothic"/>
              </a:defRPr>
            </a:lvl9pPr>
          </a:lstStyle>
          <a:p xmlns:a="http://schemas.openxmlformats.org/drawingml/2006/main">
            <a:pPr algn="l">
              <a:buNone/>
              <a:defRPr sz="3300" b="1">
                <a:solidFill>
                  <a:srgbClr val="172B3A"/>
                </a:solidFill>
                <a:latin typeface="IPAexGothic"/>
                <a:ea typeface="IPAexGothic"/>
                <a:cs typeface="IPAexGothic"/>
              </a:defRPr>
            </a:pPr>
            <a:r>
              <a:rPr sz="3300" b="1">
                <a:solidFill>
                  <a:srgbClr val="172B3A"/>
                </a:solidFill>
                <a:latin typeface="IPAexGothic"/>
                <a:ea typeface="IPAexGothic"/>
                <a:cs typeface="IPAexGothic"/>
              </a:rPr>
              <a:t>本発明の目的</a:t>
            </a:r>
          </a:p>
        </p:txBody>
      </p:sp>
      <p:sp>
        <p:nvSpPr>
          <p:cNvPr id="2" name="summary">
            <a:extLst xmlns:a="http://schemas.openxmlformats.org/drawingml/2006/main">
              <a:ext uri="{FF2B5EF4-FFF2-40B4-BE49-F238E27FC236}">
                <a16:creationId xmlns:a16="http://schemas.microsoft.com/office/drawing/2014/main" id="{353E565F-F878-4FDA-95FA-EA1927852AE0}"/>
              </a:ext>
            </a:extLst>
          </p:cNvPr>
          <p:cNvSpPr>
            <a:spLocks xmlns:a="http://schemas.openxmlformats.org/drawingml/2006/main" noGrp="1"/>
          </p:cNvSpPr>
          <p:nvPr/>
        </p:nvSpPr>
        <p:spPr>
          <a:xfrm xmlns:a="http://schemas.openxmlformats.org/drawingml/2006/main">
            <a:off x="609600" y="1028700"/>
            <a:ext cx="10896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86872"/>
                </a:solidFill>
                <a:latin typeface="IPAexGothic"/>
                <a:ea typeface="IPAexGothic"/>
                <a:cs typeface="IPAexGothic"/>
              </a:defRPr>
            </a:defPPr>
            <a:lvl1pPr algn="l">
              <a:buNone/>
              <a:defRPr sz="1800" b="0">
                <a:solidFill>
                  <a:srgbClr val="586872"/>
                </a:solidFill>
                <a:latin typeface="IPAexGothic"/>
                <a:ea typeface="IPAexGothic"/>
                <a:cs typeface="IPAexGothic"/>
              </a:defRPr>
            </a:lvl1pPr>
            <a:lvl2pPr algn="l">
              <a:buNone/>
              <a:defRPr sz="1800" b="0">
                <a:solidFill>
                  <a:srgbClr val="586872"/>
                </a:solidFill>
                <a:latin typeface="IPAexGothic"/>
                <a:ea typeface="IPAexGothic"/>
                <a:cs typeface="IPAexGothic"/>
              </a:defRPr>
            </a:lvl2pPr>
            <a:lvl3pPr algn="l">
              <a:buNone/>
              <a:defRPr sz="1800" b="0">
                <a:solidFill>
                  <a:srgbClr val="586872"/>
                </a:solidFill>
                <a:latin typeface="IPAexGothic"/>
                <a:ea typeface="IPAexGothic"/>
                <a:cs typeface="IPAexGothic"/>
              </a:defRPr>
            </a:lvl3pPr>
            <a:lvl4pPr algn="l">
              <a:buNone/>
              <a:defRPr sz="1800" b="0">
                <a:solidFill>
                  <a:srgbClr val="586872"/>
                </a:solidFill>
                <a:latin typeface="IPAexGothic"/>
                <a:ea typeface="IPAexGothic"/>
                <a:cs typeface="IPAexGothic"/>
              </a:defRPr>
            </a:lvl4pPr>
            <a:lvl5pPr algn="l">
              <a:buNone/>
              <a:defRPr sz="1800" b="0">
                <a:solidFill>
                  <a:srgbClr val="586872"/>
                </a:solidFill>
                <a:latin typeface="IPAexGothic"/>
                <a:ea typeface="IPAexGothic"/>
                <a:cs typeface="IPAexGothic"/>
              </a:defRPr>
            </a:lvl5pPr>
            <a:lvl6pPr algn="l">
              <a:buNone/>
              <a:defRPr sz="1800" b="0">
                <a:solidFill>
                  <a:srgbClr val="586872"/>
                </a:solidFill>
                <a:latin typeface="IPAexGothic"/>
                <a:ea typeface="IPAexGothic"/>
                <a:cs typeface="IPAexGothic"/>
              </a:defRPr>
            </a:lvl6pPr>
            <a:lvl7pPr algn="l">
              <a:buNone/>
              <a:defRPr sz="1800" b="0">
                <a:solidFill>
                  <a:srgbClr val="586872"/>
                </a:solidFill>
                <a:latin typeface="IPAexGothic"/>
                <a:ea typeface="IPAexGothic"/>
                <a:cs typeface="IPAexGothic"/>
              </a:defRPr>
            </a:lvl7pPr>
            <a:lvl8pPr algn="l">
              <a:buNone/>
              <a:defRPr sz="1800" b="0">
                <a:solidFill>
                  <a:srgbClr val="586872"/>
                </a:solidFill>
                <a:latin typeface="IPAexGothic"/>
                <a:ea typeface="IPAexGothic"/>
                <a:cs typeface="IPAexGothic"/>
              </a:defRPr>
            </a:lvl8pPr>
            <a:lvl9pPr algn="l">
              <a:buNone/>
              <a:defRPr sz="1800" b="0">
                <a:solidFill>
                  <a:srgbClr val="586872"/>
                </a:solidFill>
                <a:latin typeface="IPAexGothic"/>
                <a:ea typeface="IPAexGothic"/>
                <a:cs typeface="IPAexGothic"/>
              </a:defRPr>
            </a:lvl9pPr>
          </a:lstStyle>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同じ形のログが増えても、一律に間引くと再学習や原因の検討に必要な例を失います。</a:t>
            </a:r>
          </a:p>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本案は、削除してよい範囲を評価し、判定と説明に必要な情報を残して保存量を減らします。</a:t>
            </a:r>
          </a:p>
        </p:txBody>
      </p:sp>
      <p:sp>
        <p:nvSpPr>
          <p:cNvPr id="3" name="text-2">
            <a:extLst xmlns:a="http://schemas.openxmlformats.org/drawingml/2006/main">
              <a:ext uri="{FF2B5EF4-FFF2-40B4-BE49-F238E27FC236}">
                <a16:creationId xmlns:a16="http://schemas.microsoft.com/office/drawing/2014/main" id="{3626BEA2-09AE-4000-83C7-E92FE7FF65CC}"/>
              </a:ext>
            </a:extLst>
          </p:cNvPr>
          <p:cNvSpPr>
            <a:spLocks xmlns:a="http://schemas.openxmlformats.org/drawingml/2006/main" noGrp="1"/>
          </p:cNvSpPr>
          <p:nvPr/>
        </p:nvSpPr>
        <p:spPr>
          <a:xfrm xmlns:a="http://schemas.openxmlformats.org/drawingml/2006/main">
            <a:off x="11239500" y="644842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872"/>
                </a:solidFill>
                <a:latin typeface="IPAexGothic"/>
                <a:ea typeface="IPAexGothic"/>
                <a:cs typeface="IPAexGothic"/>
              </a:defRPr>
            </a:defPPr>
            <a:lvl1pPr algn="r">
              <a:buNone/>
              <a:defRPr sz="1275" b="0">
                <a:solidFill>
                  <a:srgbClr val="586872"/>
                </a:solidFill>
                <a:latin typeface="IPAexGothic"/>
                <a:ea typeface="IPAexGothic"/>
                <a:cs typeface="IPAexGothic"/>
              </a:defRPr>
            </a:lvl1pPr>
            <a:lvl2pPr algn="r">
              <a:buNone/>
              <a:defRPr sz="1275" b="0">
                <a:solidFill>
                  <a:srgbClr val="586872"/>
                </a:solidFill>
                <a:latin typeface="IPAexGothic"/>
                <a:ea typeface="IPAexGothic"/>
                <a:cs typeface="IPAexGothic"/>
              </a:defRPr>
            </a:lvl2pPr>
            <a:lvl3pPr algn="r">
              <a:buNone/>
              <a:defRPr sz="1275" b="0">
                <a:solidFill>
                  <a:srgbClr val="586872"/>
                </a:solidFill>
                <a:latin typeface="IPAexGothic"/>
                <a:ea typeface="IPAexGothic"/>
                <a:cs typeface="IPAexGothic"/>
              </a:defRPr>
            </a:lvl3pPr>
            <a:lvl4pPr algn="r">
              <a:buNone/>
              <a:defRPr sz="1275" b="0">
                <a:solidFill>
                  <a:srgbClr val="586872"/>
                </a:solidFill>
                <a:latin typeface="IPAexGothic"/>
                <a:ea typeface="IPAexGothic"/>
                <a:cs typeface="IPAexGothic"/>
              </a:defRPr>
            </a:lvl4pPr>
            <a:lvl5pPr algn="r">
              <a:buNone/>
              <a:defRPr sz="1275" b="0">
                <a:solidFill>
                  <a:srgbClr val="586872"/>
                </a:solidFill>
                <a:latin typeface="IPAexGothic"/>
                <a:ea typeface="IPAexGothic"/>
                <a:cs typeface="IPAexGothic"/>
              </a:defRPr>
            </a:lvl5pPr>
            <a:lvl6pPr algn="r">
              <a:buNone/>
              <a:defRPr sz="1275" b="0">
                <a:solidFill>
                  <a:srgbClr val="586872"/>
                </a:solidFill>
                <a:latin typeface="IPAexGothic"/>
                <a:ea typeface="IPAexGothic"/>
                <a:cs typeface="IPAexGothic"/>
              </a:defRPr>
            </a:lvl6pPr>
            <a:lvl7pPr algn="r">
              <a:buNone/>
              <a:defRPr sz="1275" b="0">
                <a:solidFill>
                  <a:srgbClr val="586872"/>
                </a:solidFill>
                <a:latin typeface="IPAexGothic"/>
                <a:ea typeface="IPAexGothic"/>
                <a:cs typeface="IPAexGothic"/>
              </a:defRPr>
            </a:lvl7pPr>
            <a:lvl8pPr algn="r">
              <a:buNone/>
              <a:defRPr sz="1275" b="0">
                <a:solidFill>
                  <a:srgbClr val="586872"/>
                </a:solidFill>
                <a:latin typeface="IPAexGothic"/>
                <a:ea typeface="IPAexGothic"/>
                <a:cs typeface="IPAexGothic"/>
              </a:defRPr>
            </a:lvl8pPr>
            <a:lvl9pPr algn="r">
              <a:buNone/>
              <a:defRPr sz="1275" b="0">
                <a:solidFill>
                  <a:srgbClr val="586872"/>
                </a:solidFill>
                <a:latin typeface="IPAexGothic"/>
                <a:ea typeface="IPAexGothic"/>
                <a:cs typeface="IPAexGothic"/>
              </a:defRPr>
            </a:lvl9pPr>
          </a:lstStyle>
          <a:p xmlns:a="http://schemas.openxmlformats.org/drawingml/2006/main">
            <a:pPr algn="r">
              <a:buNone/>
              <a:defRPr sz="1275" b="0">
                <a:solidFill>
                  <a:srgbClr val="586872"/>
                </a:solidFill>
                <a:latin typeface="IPAexGothic"/>
                <a:ea typeface="IPAexGothic"/>
                <a:cs typeface="IPAexGothic"/>
              </a:defRPr>
            </a:pPr>
            <a:r>
              <a:rPr sz="1275" b="0">
                <a:solidFill>
                  <a:srgbClr val="586872"/>
                </a:solidFill>
                <a:latin typeface="IPAexGothic"/>
                <a:ea typeface="IPAexGothic"/>
                <a:cs typeface="IPAexGothic"/>
              </a:rPr>
              <a:t>03</a:t>
            </a:r>
          </a:p>
        </p:txBody>
      </p:sp>
      <p:sp>
        <p:nvSpPr>
          <p:cNvPr id="4" name="text-3">
            <a:extLst xmlns:a="http://schemas.openxmlformats.org/drawingml/2006/main">
              <a:ext uri="{FF2B5EF4-FFF2-40B4-BE49-F238E27FC236}">
                <a16:creationId xmlns:a16="http://schemas.microsoft.com/office/drawing/2014/main" id="{A08F63A0-D59F-44D0-ACC3-0E19F9B5951B}"/>
              </a:ext>
            </a:extLst>
          </p:cNvPr>
          <p:cNvSpPr>
            <a:spLocks xmlns:a="http://schemas.openxmlformats.org/drawingml/2006/main" noGrp="1"/>
          </p:cNvSpPr>
          <p:nvPr/>
        </p:nvSpPr>
        <p:spPr>
          <a:xfrm xmlns:a="http://schemas.openxmlformats.org/drawingml/2006/main">
            <a:off x="619125" y="1762125"/>
            <a:ext cx="50958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236487"/>
                </a:solidFill>
                <a:latin typeface="IPAexGothic"/>
                <a:ea typeface="IPAexGothic"/>
                <a:cs typeface="IPAexGothic"/>
              </a:defRPr>
            </a:defPPr>
            <a:lvl1pPr algn="l">
              <a:buNone/>
              <a:defRPr sz="2325" b="1">
                <a:solidFill>
                  <a:srgbClr val="236487"/>
                </a:solidFill>
                <a:latin typeface="IPAexGothic"/>
                <a:ea typeface="IPAexGothic"/>
                <a:cs typeface="IPAexGothic"/>
              </a:defRPr>
            </a:lvl1pPr>
            <a:lvl2pPr algn="l">
              <a:buNone/>
              <a:defRPr sz="2325" b="1">
                <a:solidFill>
                  <a:srgbClr val="236487"/>
                </a:solidFill>
                <a:latin typeface="IPAexGothic"/>
                <a:ea typeface="IPAexGothic"/>
                <a:cs typeface="IPAexGothic"/>
              </a:defRPr>
            </a:lvl2pPr>
            <a:lvl3pPr algn="l">
              <a:buNone/>
              <a:defRPr sz="2325" b="1">
                <a:solidFill>
                  <a:srgbClr val="236487"/>
                </a:solidFill>
                <a:latin typeface="IPAexGothic"/>
                <a:ea typeface="IPAexGothic"/>
                <a:cs typeface="IPAexGothic"/>
              </a:defRPr>
            </a:lvl3pPr>
            <a:lvl4pPr algn="l">
              <a:buNone/>
              <a:defRPr sz="2325" b="1">
                <a:solidFill>
                  <a:srgbClr val="236487"/>
                </a:solidFill>
                <a:latin typeface="IPAexGothic"/>
                <a:ea typeface="IPAexGothic"/>
                <a:cs typeface="IPAexGothic"/>
              </a:defRPr>
            </a:lvl4pPr>
            <a:lvl5pPr algn="l">
              <a:buNone/>
              <a:defRPr sz="2325" b="1">
                <a:solidFill>
                  <a:srgbClr val="236487"/>
                </a:solidFill>
                <a:latin typeface="IPAexGothic"/>
                <a:ea typeface="IPAexGothic"/>
                <a:cs typeface="IPAexGothic"/>
              </a:defRPr>
            </a:lvl5pPr>
            <a:lvl6pPr algn="l">
              <a:buNone/>
              <a:defRPr sz="2325" b="1">
                <a:solidFill>
                  <a:srgbClr val="236487"/>
                </a:solidFill>
                <a:latin typeface="IPAexGothic"/>
                <a:ea typeface="IPAexGothic"/>
                <a:cs typeface="IPAexGothic"/>
              </a:defRPr>
            </a:lvl6pPr>
            <a:lvl7pPr algn="l">
              <a:buNone/>
              <a:defRPr sz="2325" b="1">
                <a:solidFill>
                  <a:srgbClr val="236487"/>
                </a:solidFill>
                <a:latin typeface="IPAexGothic"/>
                <a:ea typeface="IPAexGothic"/>
                <a:cs typeface="IPAexGothic"/>
              </a:defRPr>
            </a:lvl7pPr>
            <a:lvl8pPr algn="l">
              <a:buNone/>
              <a:defRPr sz="2325" b="1">
                <a:solidFill>
                  <a:srgbClr val="236487"/>
                </a:solidFill>
                <a:latin typeface="IPAexGothic"/>
                <a:ea typeface="IPAexGothic"/>
                <a:cs typeface="IPAexGothic"/>
              </a:defRPr>
            </a:lvl8pPr>
            <a:lvl9pPr algn="l">
              <a:buNone/>
              <a:defRPr sz="2325" b="1">
                <a:solidFill>
                  <a:srgbClr val="236487"/>
                </a:solidFill>
                <a:latin typeface="IPAexGothic"/>
                <a:ea typeface="IPAexGothic"/>
                <a:cs typeface="IPAexGothic"/>
              </a:defRPr>
            </a:lvl9pPr>
          </a:lstStyle>
          <a:p xmlns:a="http://schemas.openxmlformats.org/drawingml/2006/main">
            <a:pPr algn="l">
              <a:buNone/>
              <a:defRPr sz="2325" b="1">
                <a:solidFill>
                  <a:srgbClr val="236487"/>
                </a:solidFill>
                <a:latin typeface="IPAexGothic"/>
                <a:ea typeface="IPAexGothic"/>
                <a:cs typeface="IPAexGothic"/>
              </a:defRPr>
            </a:pPr>
            <a:r>
              <a:rPr sz="2325" b="1">
                <a:solidFill>
                  <a:srgbClr val="236487"/>
                </a:solidFill>
                <a:latin typeface="IPAexGothic"/>
                <a:ea typeface="IPAexGothic"/>
                <a:cs typeface="IPAexGothic"/>
              </a:rPr>
              <a:t>解決したい問題</a:t>
            </a:r>
          </a:p>
        </p:txBody>
      </p:sp>
      <p:sp>
        <p:nvSpPr>
          <p:cNvPr id="5" name="text-4">
            <a:extLst xmlns:a="http://schemas.openxmlformats.org/drawingml/2006/main">
              <a:ext uri="{FF2B5EF4-FFF2-40B4-BE49-F238E27FC236}">
                <a16:creationId xmlns:a16="http://schemas.microsoft.com/office/drawing/2014/main" id="{D0FD1841-F215-4126-A0C3-0E2785128703}"/>
              </a:ext>
            </a:extLst>
          </p:cNvPr>
          <p:cNvSpPr>
            <a:spLocks xmlns:a="http://schemas.openxmlformats.org/drawingml/2006/main" noGrp="1"/>
          </p:cNvSpPr>
          <p:nvPr/>
        </p:nvSpPr>
        <p:spPr>
          <a:xfrm xmlns:a="http://schemas.openxmlformats.org/drawingml/2006/main">
            <a:off x="619125" y="2333625"/>
            <a:ext cx="5095875"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B3A"/>
                </a:solidFill>
                <a:latin typeface="IPAexGothic"/>
                <a:ea typeface="IPAexGothic"/>
                <a:cs typeface="IPAexGothic"/>
              </a:defRPr>
            </a:defPPr>
            <a:lvl1pPr algn="l">
              <a:buNone/>
              <a:defRPr sz="2025" b="0">
                <a:solidFill>
                  <a:srgbClr val="172B3A"/>
                </a:solidFill>
                <a:latin typeface="IPAexGothic"/>
                <a:ea typeface="IPAexGothic"/>
                <a:cs typeface="IPAexGothic"/>
              </a:defRPr>
            </a:lvl1pPr>
            <a:lvl2pPr algn="l">
              <a:buNone/>
              <a:defRPr sz="2025" b="0">
                <a:solidFill>
                  <a:srgbClr val="172B3A"/>
                </a:solidFill>
                <a:latin typeface="IPAexGothic"/>
                <a:ea typeface="IPAexGothic"/>
                <a:cs typeface="IPAexGothic"/>
              </a:defRPr>
            </a:lvl2pPr>
            <a:lvl3pPr algn="l">
              <a:buNone/>
              <a:defRPr sz="2025" b="0">
                <a:solidFill>
                  <a:srgbClr val="172B3A"/>
                </a:solidFill>
                <a:latin typeface="IPAexGothic"/>
                <a:ea typeface="IPAexGothic"/>
                <a:cs typeface="IPAexGothic"/>
              </a:defRPr>
            </a:lvl3pPr>
            <a:lvl4pPr algn="l">
              <a:buNone/>
              <a:defRPr sz="2025" b="0">
                <a:solidFill>
                  <a:srgbClr val="172B3A"/>
                </a:solidFill>
                <a:latin typeface="IPAexGothic"/>
                <a:ea typeface="IPAexGothic"/>
                <a:cs typeface="IPAexGothic"/>
              </a:defRPr>
            </a:lvl4pPr>
            <a:lvl5pPr algn="l">
              <a:buNone/>
              <a:defRPr sz="2025" b="0">
                <a:solidFill>
                  <a:srgbClr val="172B3A"/>
                </a:solidFill>
                <a:latin typeface="IPAexGothic"/>
                <a:ea typeface="IPAexGothic"/>
                <a:cs typeface="IPAexGothic"/>
              </a:defRPr>
            </a:lvl5pPr>
            <a:lvl6pPr algn="l">
              <a:buNone/>
              <a:defRPr sz="2025" b="0">
                <a:solidFill>
                  <a:srgbClr val="172B3A"/>
                </a:solidFill>
                <a:latin typeface="IPAexGothic"/>
                <a:ea typeface="IPAexGothic"/>
                <a:cs typeface="IPAexGothic"/>
              </a:defRPr>
            </a:lvl6pPr>
            <a:lvl7pPr algn="l">
              <a:buNone/>
              <a:defRPr sz="2025" b="0">
                <a:solidFill>
                  <a:srgbClr val="172B3A"/>
                </a:solidFill>
                <a:latin typeface="IPAexGothic"/>
                <a:ea typeface="IPAexGothic"/>
                <a:cs typeface="IPAexGothic"/>
              </a:defRPr>
            </a:lvl7pPr>
            <a:lvl8pPr algn="l">
              <a:buNone/>
              <a:defRPr sz="2025" b="0">
                <a:solidFill>
                  <a:srgbClr val="172B3A"/>
                </a:solidFill>
                <a:latin typeface="IPAexGothic"/>
                <a:ea typeface="IPAexGothic"/>
                <a:cs typeface="IPAexGothic"/>
              </a:defRPr>
            </a:lvl8pPr>
            <a:lvl9pPr algn="l">
              <a:buNone/>
              <a:defRPr sz="2025" b="0">
                <a:solidFill>
                  <a:srgbClr val="172B3A"/>
                </a:solidFill>
                <a:latin typeface="IPAexGothic"/>
                <a:ea typeface="IPAexGothic"/>
                <a:cs typeface="IPAexGothic"/>
              </a:defRPr>
            </a:lvl9pPr>
          </a:lstStyle>
          <a:p xmlns:a="http://schemas.openxmlformats.org/drawingml/2006/main">
            <a:pPr algn="l">
              <a:buNone/>
              <a:defRPr sz="2025" b="0">
                <a:solidFill>
                  <a:srgbClr val="172B3A"/>
                </a:solidFill>
                <a:latin typeface="IPAexGothic"/>
                <a:ea typeface="IPAexGothic"/>
                <a:cs typeface="IPAexGothic"/>
              </a:defRPr>
            </a:pPr>
            <a:r>
              <a:rPr sz="2025" b="0">
                <a:solidFill>
                  <a:srgbClr val="172B3A"/>
                </a:solidFill>
                <a:latin typeface="IPAexGothic"/>
                <a:ea typeface="IPAexGothic"/>
                <a:cs typeface="IPAexGothic"/>
              </a:rPr>
              <a:t>似た波形が蓄積し、保存量が増える。</a:t>
            </a:r>
          </a:p>
          <a:p xmlns:a="http://schemas.openxmlformats.org/drawingml/2006/main">
            <a:r>
              <a:t/>
            </a:r>
          </a:p>
          <a:p xmlns:a="http://schemas.openxmlformats.org/drawingml/2006/main">
            <a:pPr algn="l">
              <a:buNone/>
              <a:defRPr sz="2025" b="0">
                <a:solidFill>
                  <a:srgbClr val="172B3A"/>
                </a:solidFill>
                <a:latin typeface="IPAexGothic"/>
                <a:ea typeface="IPAexGothic"/>
                <a:cs typeface="IPAexGothic"/>
              </a:defRPr>
            </a:pPr>
            <a:r>
              <a:rPr sz="2025" b="0">
                <a:solidFill>
                  <a:srgbClr val="172B3A"/>
                </a:solidFill>
                <a:latin typeface="IPAexGothic"/>
                <a:ea typeface="IPAexGothic"/>
                <a:cs typeface="IPAexGothic"/>
              </a:rPr>
              <a:t>一律の間引きでは、希少条件や</a:t>
            </a:r>
          </a:p>
          <a:p xmlns:a="http://schemas.openxmlformats.org/drawingml/2006/main">
            <a:pPr algn="l">
              <a:buNone/>
              <a:defRPr sz="2025" b="0">
                <a:solidFill>
                  <a:srgbClr val="172B3A"/>
                </a:solidFill>
                <a:latin typeface="IPAexGothic"/>
                <a:ea typeface="IPAexGothic"/>
                <a:cs typeface="IPAexGothic"/>
              </a:defRPr>
            </a:pPr>
            <a:r>
              <a:rPr sz="2025" b="0">
                <a:solidFill>
                  <a:srgbClr val="172B3A"/>
                </a:solidFill>
                <a:latin typeface="IPAexGothic"/>
                <a:ea typeface="IPAexGothic"/>
                <a:cs typeface="IPAexGothic"/>
              </a:rPr>
              <a:t>再検討に必要な例を失う。</a:t>
            </a:r>
          </a:p>
          <a:p xmlns:a="http://schemas.openxmlformats.org/drawingml/2006/main">
            <a:r>
              <a:t/>
            </a:r>
          </a:p>
          <a:p xmlns:a="http://schemas.openxmlformats.org/drawingml/2006/main">
            <a:pPr algn="l">
              <a:buNone/>
              <a:defRPr sz="2025" b="0">
                <a:solidFill>
                  <a:srgbClr val="172B3A"/>
                </a:solidFill>
                <a:latin typeface="IPAexGothic"/>
                <a:ea typeface="IPAexGothic"/>
                <a:cs typeface="IPAexGothic"/>
              </a:defRPr>
            </a:pPr>
            <a:r>
              <a:rPr sz="2025" b="0">
                <a:solidFill>
                  <a:srgbClr val="172B3A"/>
                </a:solidFill>
                <a:latin typeface="IPAexGothic"/>
                <a:ea typeface="IPAexGothic"/>
                <a:cs typeface="IPAexGothic"/>
              </a:rPr>
              <a:t>削減・学習・説明を別々に管理すると、</a:t>
            </a:r>
          </a:p>
          <a:p xmlns:a="http://schemas.openxmlformats.org/drawingml/2006/main">
            <a:pPr algn="l">
              <a:buNone/>
              <a:defRPr sz="2025" b="0">
                <a:solidFill>
                  <a:srgbClr val="172B3A"/>
                </a:solidFill>
                <a:latin typeface="IPAexGothic"/>
                <a:ea typeface="IPAexGothic"/>
                <a:cs typeface="IPAexGothic"/>
              </a:defRPr>
            </a:pPr>
            <a:r>
              <a:rPr sz="2025" b="0">
                <a:solidFill>
                  <a:srgbClr val="172B3A"/>
                </a:solidFill>
                <a:latin typeface="IPAexGothic"/>
                <a:ea typeface="IPAexGothic"/>
                <a:cs typeface="IPAexGothic"/>
              </a:rPr>
              <a:t>対応が追いにくい。</a:t>
            </a:r>
          </a:p>
        </p:txBody>
      </p:sp>
      <p:sp>
        <p:nvSpPr>
          <p:cNvPr id="6" name="text-5">
            <a:extLst xmlns:a="http://schemas.openxmlformats.org/drawingml/2006/main">
              <a:ext uri="{FF2B5EF4-FFF2-40B4-BE49-F238E27FC236}">
                <a16:creationId xmlns:a16="http://schemas.microsoft.com/office/drawing/2014/main" id="{8FFC751D-102A-44B1-8945-19439A33DFF2}"/>
              </a:ext>
            </a:extLst>
          </p:cNvPr>
          <p:cNvSpPr>
            <a:spLocks xmlns:a="http://schemas.openxmlformats.org/drawingml/2006/main" noGrp="1"/>
          </p:cNvSpPr>
          <p:nvPr/>
        </p:nvSpPr>
        <p:spPr>
          <a:xfrm xmlns:a="http://schemas.openxmlformats.org/drawingml/2006/main">
            <a:off x="6477000" y="1762125"/>
            <a:ext cx="50958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247C76"/>
                </a:solidFill>
                <a:latin typeface="IPAexGothic"/>
                <a:ea typeface="IPAexGothic"/>
                <a:cs typeface="IPAexGothic"/>
              </a:defRPr>
            </a:defPPr>
            <a:lvl1pPr algn="l">
              <a:buNone/>
              <a:defRPr sz="2325" b="1">
                <a:solidFill>
                  <a:srgbClr val="247C76"/>
                </a:solidFill>
                <a:latin typeface="IPAexGothic"/>
                <a:ea typeface="IPAexGothic"/>
                <a:cs typeface="IPAexGothic"/>
              </a:defRPr>
            </a:lvl1pPr>
            <a:lvl2pPr algn="l">
              <a:buNone/>
              <a:defRPr sz="2325" b="1">
                <a:solidFill>
                  <a:srgbClr val="247C76"/>
                </a:solidFill>
                <a:latin typeface="IPAexGothic"/>
                <a:ea typeface="IPAexGothic"/>
                <a:cs typeface="IPAexGothic"/>
              </a:defRPr>
            </a:lvl2pPr>
            <a:lvl3pPr algn="l">
              <a:buNone/>
              <a:defRPr sz="2325" b="1">
                <a:solidFill>
                  <a:srgbClr val="247C76"/>
                </a:solidFill>
                <a:latin typeface="IPAexGothic"/>
                <a:ea typeface="IPAexGothic"/>
                <a:cs typeface="IPAexGothic"/>
              </a:defRPr>
            </a:lvl3pPr>
            <a:lvl4pPr algn="l">
              <a:buNone/>
              <a:defRPr sz="2325" b="1">
                <a:solidFill>
                  <a:srgbClr val="247C76"/>
                </a:solidFill>
                <a:latin typeface="IPAexGothic"/>
                <a:ea typeface="IPAexGothic"/>
                <a:cs typeface="IPAexGothic"/>
              </a:defRPr>
            </a:lvl4pPr>
            <a:lvl5pPr algn="l">
              <a:buNone/>
              <a:defRPr sz="2325" b="1">
                <a:solidFill>
                  <a:srgbClr val="247C76"/>
                </a:solidFill>
                <a:latin typeface="IPAexGothic"/>
                <a:ea typeface="IPAexGothic"/>
                <a:cs typeface="IPAexGothic"/>
              </a:defRPr>
            </a:lvl5pPr>
            <a:lvl6pPr algn="l">
              <a:buNone/>
              <a:defRPr sz="2325" b="1">
                <a:solidFill>
                  <a:srgbClr val="247C76"/>
                </a:solidFill>
                <a:latin typeface="IPAexGothic"/>
                <a:ea typeface="IPAexGothic"/>
                <a:cs typeface="IPAexGothic"/>
              </a:defRPr>
            </a:lvl6pPr>
            <a:lvl7pPr algn="l">
              <a:buNone/>
              <a:defRPr sz="2325" b="1">
                <a:solidFill>
                  <a:srgbClr val="247C76"/>
                </a:solidFill>
                <a:latin typeface="IPAexGothic"/>
                <a:ea typeface="IPAexGothic"/>
                <a:cs typeface="IPAexGothic"/>
              </a:defRPr>
            </a:lvl7pPr>
            <a:lvl8pPr algn="l">
              <a:buNone/>
              <a:defRPr sz="2325" b="1">
                <a:solidFill>
                  <a:srgbClr val="247C76"/>
                </a:solidFill>
                <a:latin typeface="IPAexGothic"/>
                <a:ea typeface="IPAexGothic"/>
                <a:cs typeface="IPAexGothic"/>
              </a:defRPr>
            </a:lvl8pPr>
            <a:lvl9pPr algn="l">
              <a:buNone/>
              <a:defRPr sz="2325" b="1">
                <a:solidFill>
                  <a:srgbClr val="247C76"/>
                </a:solidFill>
                <a:latin typeface="IPAexGothic"/>
                <a:ea typeface="IPAexGothic"/>
                <a:cs typeface="IPAexGothic"/>
              </a:defRPr>
            </a:lvl9pPr>
          </a:lstStyle>
          <a:p xmlns:a="http://schemas.openxmlformats.org/drawingml/2006/main">
            <a:pPr algn="l">
              <a:buNone/>
              <a:defRPr sz="2325" b="1">
                <a:solidFill>
                  <a:srgbClr val="247C76"/>
                </a:solidFill>
                <a:latin typeface="IPAexGothic"/>
                <a:ea typeface="IPAexGothic"/>
                <a:cs typeface="IPAexGothic"/>
              </a:defRPr>
            </a:pPr>
            <a:r>
              <a:rPr sz="2325" b="1">
                <a:solidFill>
                  <a:srgbClr val="247C76"/>
                </a:solidFill>
                <a:latin typeface="IPAexGothic"/>
                <a:ea typeface="IPAexGothic"/>
                <a:cs typeface="IPAexGothic"/>
              </a:rPr>
              <a:t>目指す動作</a:t>
            </a:r>
          </a:p>
        </p:txBody>
      </p:sp>
      <p:sp>
        <p:nvSpPr>
          <p:cNvPr id="7" name="text-6">
            <a:extLst xmlns:a="http://schemas.openxmlformats.org/drawingml/2006/main">
              <a:ext uri="{FF2B5EF4-FFF2-40B4-BE49-F238E27FC236}">
                <a16:creationId xmlns:a16="http://schemas.microsoft.com/office/drawing/2014/main" id="{FFE8F24A-E748-4D61-835F-6A4C2296791C}"/>
              </a:ext>
            </a:extLst>
          </p:cNvPr>
          <p:cNvSpPr>
            <a:spLocks xmlns:a="http://schemas.openxmlformats.org/drawingml/2006/main" noGrp="1"/>
          </p:cNvSpPr>
          <p:nvPr/>
        </p:nvSpPr>
        <p:spPr>
          <a:xfrm xmlns:a="http://schemas.openxmlformats.org/drawingml/2006/main">
            <a:off x="6477000" y="2333625"/>
            <a:ext cx="5095875"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B3A"/>
                </a:solidFill>
                <a:latin typeface="IPAexGothic"/>
                <a:ea typeface="IPAexGothic"/>
                <a:cs typeface="IPAexGothic"/>
              </a:defRPr>
            </a:defPPr>
            <a:lvl1pPr algn="l">
              <a:buNone/>
              <a:defRPr sz="2025" b="0">
                <a:solidFill>
                  <a:srgbClr val="172B3A"/>
                </a:solidFill>
                <a:latin typeface="IPAexGothic"/>
                <a:ea typeface="IPAexGothic"/>
                <a:cs typeface="IPAexGothic"/>
              </a:defRPr>
            </a:lvl1pPr>
            <a:lvl2pPr algn="l">
              <a:buNone/>
              <a:defRPr sz="2025" b="0">
                <a:solidFill>
                  <a:srgbClr val="172B3A"/>
                </a:solidFill>
                <a:latin typeface="IPAexGothic"/>
                <a:ea typeface="IPAexGothic"/>
                <a:cs typeface="IPAexGothic"/>
              </a:defRPr>
            </a:lvl2pPr>
            <a:lvl3pPr algn="l">
              <a:buNone/>
              <a:defRPr sz="2025" b="0">
                <a:solidFill>
                  <a:srgbClr val="172B3A"/>
                </a:solidFill>
                <a:latin typeface="IPAexGothic"/>
                <a:ea typeface="IPAexGothic"/>
                <a:cs typeface="IPAexGothic"/>
              </a:defRPr>
            </a:lvl3pPr>
            <a:lvl4pPr algn="l">
              <a:buNone/>
              <a:defRPr sz="2025" b="0">
                <a:solidFill>
                  <a:srgbClr val="172B3A"/>
                </a:solidFill>
                <a:latin typeface="IPAexGothic"/>
                <a:ea typeface="IPAexGothic"/>
                <a:cs typeface="IPAexGothic"/>
              </a:defRPr>
            </a:lvl4pPr>
            <a:lvl5pPr algn="l">
              <a:buNone/>
              <a:defRPr sz="2025" b="0">
                <a:solidFill>
                  <a:srgbClr val="172B3A"/>
                </a:solidFill>
                <a:latin typeface="IPAexGothic"/>
                <a:ea typeface="IPAexGothic"/>
                <a:cs typeface="IPAexGothic"/>
              </a:defRPr>
            </a:lvl5pPr>
            <a:lvl6pPr algn="l">
              <a:buNone/>
              <a:defRPr sz="2025" b="0">
                <a:solidFill>
                  <a:srgbClr val="172B3A"/>
                </a:solidFill>
                <a:latin typeface="IPAexGothic"/>
                <a:ea typeface="IPAexGothic"/>
                <a:cs typeface="IPAexGothic"/>
              </a:defRPr>
            </a:lvl6pPr>
            <a:lvl7pPr algn="l">
              <a:buNone/>
              <a:defRPr sz="2025" b="0">
                <a:solidFill>
                  <a:srgbClr val="172B3A"/>
                </a:solidFill>
                <a:latin typeface="IPAexGothic"/>
                <a:ea typeface="IPAexGothic"/>
                <a:cs typeface="IPAexGothic"/>
              </a:defRPr>
            </a:lvl7pPr>
            <a:lvl8pPr algn="l">
              <a:buNone/>
              <a:defRPr sz="2025" b="0">
                <a:solidFill>
                  <a:srgbClr val="172B3A"/>
                </a:solidFill>
                <a:latin typeface="IPAexGothic"/>
                <a:ea typeface="IPAexGothic"/>
                <a:cs typeface="IPAexGothic"/>
              </a:defRPr>
            </a:lvl8pPr>
            <a:lvl9pPr algn="l">
              <a:buNone/>
              <a:defRPr sz="2025" b="0">
                <a:solidFill>
                  <a:srgbClr val="172B3A"/>
                </a:solidFill>
                <a:latin typeface="IPAexGothic"/>
                <a:ea typeface="IPAexGothic"/>
                <a:cs typeface="IPAexGothic"/>
              </a:defRPr>
            </a:lvl9pPr>
          </a:lstStyle>
          <a:p xmlns:a="http://schemas.openxmlformats.org/drawingml/2006/main">
            <a:pPr algn="l">
              <a:buNone/>
              <a:defRPr sz="2025" b="0">
                <a:solidFill>
                  <a:srgbClr val="172B3A"/>
                </a:solidFill>
                <a:latin typeface="IPAexGothic"/>
                <a:ea typeface="IPAexGothic"/>
                <a:cs typeface="IPAexGothic"/>
              </a:defRPr>
            </a:pPr>
            <a:r>
              <a:rPr sz="2025" b="0">
                <a:solidFill>
                  <a:srgbClr val="172B3A"/>
                </a:solidFill>
                <a:latin typeface="IPAexGothic"/>
                <a:ea typeface="IPAexGothic"/>
                <a:cs typeface="IPAexGothic"/>
              </a:rPr>
              <a:t>同じパターンID・版を各処理で参照する。</a:t>
            </a:r>
          </a:p>
          <a:p xmlns:a="http://schemas.openxmlformats.org/drawingml/2006/main">
            <a:r>
              <a:t/>
            </a:r>
          </a:p>
          <a:p xmlns:a="http://schemas.openxmlformats.org/drawingml/2006/main">
            <a:pPr algn="l">
              <a:buNone/>
              <a:defRPr sz="2025" b="0">
                <a:solidFill>
                  <a:srgbClr val="172B3A"/>
                </a:solidFill>
                <a:latin typeface="IPAexGothic"/>
                <a:ea typeface="IPAexGothic"/>
                <a:cs typeface="IPAexGothic"/>
              </a:defRPr>
            </a:pPr>
            <a:r>
              <a:rPr sz="2025" b="0">
                <a:solidFill>
                  <a:srgbClr val="172B3A"/>
                </a:solidFill>
                <a:latin typeface="IPAexGothic"/>
                <a:ea typeface="IPAexGothic"/>
                <a:cs typeface="IPAexGothic"/>
              </a:rPr>
              <a:t>必要条件を確認し、保持集合外の</a:t>
            </a:r>
          </a:p>
          <a:p xmlns:a="http://schemas.openxmlformats.org/drawingml/2006/main">
            <a:pPr algn="l">
              <a:buNone/>
              <a:defRPr sz="2025" b="0">
                <a:solidFill>
                  <a:srgbClr val="172B3A"/>
                </a:solidFill>
                <a:latin typeface="IPAexGothic"/>
                <a:ea typeface="IPAexGothic"/>
                <a:cs typeface="IPAexGothic"/>
              </a:defRPr>
            </a:pPr>
            <a:r>
              <a:rPr sz="2025" b="0">
                <a:solidFill>
                  <a:srgbClr val="172B3A"/>
                </a:solidFill>
                <a:latin typeface="IPAexGothic"/>
                <a:ea typeface="IPAexGothic"/>
                <a:cs typeface="IPAexGothic"/>
              </a:rPr>
              <a:t>典型データを削除する。</a:t>
            </a:r>
          </a:p>
          <a:p xmlns:a="http://schemas.openxmlformats.org/drawingml/2006/main">
            <a:r>
              <a:t/>
            </a:r>
          </a:p>
          <a:p xmlns:a="http://schemas.openxmlformats.org/drawingml/2006/main">
            <a:pPr algn="l">
              <a:buNone/>
              <a:defRPr sz="2025" b="0">
                <a:solidFill>
                  <a:srgbClr val="172B3A"/>
                </a:solidFill>
                <a:latin typeface="IPAexGothic"/>
                <a:ea typeface="IPAexGothic"/>
                <a:cs typeface="IPAexGothic"/>
              </a:defRPr>
            </a:pPr>
            <a:r>
              <a:rPr sz="2025" b="0">
                <a:solidFill>
                  <a:srgbClr val="172B3A"/>
                </a:solidFill>
                <a:latin typeface="IPAexGothic"/>
                <a:ea typeface="IPAexGothic"/>
                <a:cs typeface="IPAexGothic"/>
              </a:rPr>
              <a:t>出現情報と統計を、学習と説明に使う。</a:t>
            </a:r>
          </a:p>
        </p:txBody>
      </p:sp>
      <p:sp>
        <p:nvSpPr>
          <p:cNvPr id="8" name="text-7">
            <a:extLst xmlns:a="http://schemas.openxmlformats.org/drawingml/2006/main">
              <a:ext uri="{FF2B5EF4-FFF2-40B4-BE49-F238E27FC236}">
                <a16:creationId xmlns:a16="http://schemas.microsoft.com/office/drawing/2014/main" id="{07CD524A-43AF-4570-B339-82FE4FB4794A}"/>
              </a:ext>
            </a:extLst>
          </p:cNvPr>
          <p:cNvSpPr>
            <a:spLocks xmlns:a="http://schemas.openxmlformats.org/drawingml/2006/main" noGrp="1"/>
          </p:cNvSpPr>
          <p:nvPr/>
        </p:nvSpPr>
        <p:spPr>
          <a:xfrm xmlns:a="http://schemas.openxmlformats.org/drawingml/2006/main">
            <a:off x="609600" y="5953125"/>
            <a:ext cx="10906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86872"/>
                </a:solidFill>
                <a:latin typeface="IPAexGothic"/>
                <a:ea typeface="IPAexGothic"/>
                <a:cs typeface="IPAexGothic"/>
              </a:defRPr>
            </a:defPPr>
            <a:lvl1pPr algn="l">
              <a:buNone/>
              <a:defRPr sz="1575" b="0">
                <a:solidFill>
                  <a:srgbClr val="586872"/>
                </a:solidFill>
                <a:latin typeface="IPAexGothic"/>
                <a:ea typeface="IPAexGothic"/>
                <a:cs typeface="IPAexGothic"/>
              </a:defRPr>
            </a:lvl1pPr>
            <a:lvl2pPr algn="l">
              <a:buNone/>
              <a:defRPr sz="1575" b="0">
                <a:solidFill>
                  <a:srgbClr val="586872"/>
                </a:solidFill>
                <a:latin typeface="IPAexGothic"/>
                <a:ea typeface="IPAexGothic"/>
                <a:cs typeface="IPAexGothic"/>
              </a:defRPr>
            </a:lvl2pPr>
            <a:lvl3pPr algn="l">
              <a:buNone/>
              <a:defRPr sz="1575" b="0">
                <a:solidFill>
                  <a:srgbClr val="586872"/>
                </a:solidFill>
                <a:latin typeface="IPAexGothic"/>
                <a:ea typeface="IPAexGothic"/>
                <a:cs typeface="IPAexGothic"/>
              </a:defRPr>
            </a:lvl3pPr>
            <a:lvl4pPr algn="l">
              <a:buNone/>
              <a:defRPr sz="1575" b="0">
                <a:solidFill>
                  <a:srgbClr val="586872"/>
                </a:solidFill>
                <a:latin typeface="IPAexGothic"/>
                <a:ea typeface="IPAexGothic"/>
                <a:cs typeface="IPAexGothic"/>
              </a:defRPr>
            </a:lvl4pPr>
            <a:lvl5pPr algn="l">
              <a:buNone/>
              <a:defRPr sz="1575" b="0">
                <a:solidFill>
                  <a:srgbClr val="586872"/>
                </a:solidFill>
                <a:latin typeface="IPAexGothic"/>
                <a:ea typeface="IPAexGothic"/>
                <a:cs typeface="IPAexGothic"/>
              </a:defRPr>
            </a:lvl5pPr>
            <a:lvl6pPr algn="l">
              <a:buNone/>
              <a:defRPr sz="1575" b="0">
                <a:solidFill>
                  <a:srgbClr val="586872"/>
                </a:solidFill>
                <a:latin typeface="IPAexGothic"/>
                <a:ea typeface="IPAexGothic"/>
                <a:cs typeface="IPAexGothic"/>
              </a:defRPr>
            </a:lvl6pPr>
            <a:lvl7pPr algn="l">
              <a:buNone/>
              <a:defRPr sz="1575" b="0">
                <a:solidFill>
                  <a:srgbClr val="586872"/>
                </a:solidFill>
                <a:latin typeface="IPAexGothic"/>
                <a:ea typeface="IPAexGothic"/>
                <a:cs typeface="IPAexGothic"/>
              </a:defRPr>
            </a:lvl7pPr>
            <a:lvl8pPr algn="l">
              <a:buNone/>
              <a:defRPr sz="1575" b="0">
                <a:solidFill>
                  <a:srgbClr val="586872"/>
                </a:solidFill>
                <a:latin typeface="IPAexGothic"/>
                <a:ea typeface="IPAexGothic"/>
                <a:cs typeface="IPAexGothic"/>
              </a:defRPr>
            </a:lvl8pPr>
            <a:lvl9pPr algn="l">
              <a:buNone/>
              <a:defRPr sz="1575" b="0">
                <a:solidFill>
                  <a:srgbClr val="586872"/>
                </a:solidFill>
                <a:latin typeface="IPAexGothic"/>
                <a:ea typeface="IPAexGothic"/>
                <a:cs typeface="IPAexGothic"/>
              </a:defRPr>
            </a:lvl9pPr>
          </a:lstStyle>
          <a:p xmlns:a="http://schemas.openxmlformats.org/drawingml/2006/main">
            <a:pPr algn="l">
              <a:buNone/>
              <a:defRPr sz="1575" b="0">
                <a:solidFill>
                  <a:srgbClr val="586872"/>
                </a:solidFill>
                <a:latin typeface="IPAexGothic"/>
                <a:ea typeface="IPAexGothic"/>
                <a:cs typeface="IPAexGothic"/>
              </a:defRPr>
            </a:pPr>
            <a:r>
              <a:rPr sz="1575" b="0">
                <a:solidFill>
                  <a:srgbClr val="586872"/>
                </a:solidFill>
                <a:latin typeface="IPAexGothic"/>
                <a:ea typeface="IPAexGothic"/>
                <a:cs typeface="IPAexGothic"/>
              </a:rPr>
              <a:t>具体化対象は設備の時系列ログ。画像・離散データへの拡張は別途設計が必要</a:t>
            </a:r>
          </a:p>
        </p:txBody>
      </p:sp>
    </p:spTree>
    <p:extLst>
      <p:ext uri="{BB962C8B-B14F-4D97-AF65-F5344CB8AC3E}">
        <p14:creationId xmlns:p14="http://schemas.microsoft.com/office/powerpoint/2010/main" val="76014661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0CED3FA1-3748-4883-9072-3330C7B64839}"/>
              </a:ext>
            </a:extLst>
          </p:cNvPr>
          <p:cNvCxnSpPr>
            <a:stCxn xmlns:a="http://schemas.openxmlformats.org/drawingml/2006/main" id="4" idx="3"/>
            <a:endCxn xmlns:a="http://schemas.openxmlformats.org/drawingml/2006/main" id="7" idx="1"/>
          </p:cNvCxnSpPr>
          <p:nvPr/>
        </p:nvCxnSpPr>
        <p:spPr>
          <a:xfrm xmlns:a="http://schemas.openxmlformats.org/drawingml/2006/main">
            <a:off x="3848100" y="3486150"/>
            <a:ext cx="2343150" cy="1695450"/>
          </a:xfrm>
          <a:prstGeom xmlns:a="http://schemas.openxmlformats.org/drawingml/2006/main" prst="bentConnector3">
            <a:avLst>
              <a:gd name="adj1" fmla="val 50000"/>
            </a:avLst>
          </a:prstGeom>
          <a:ln xmlns:a="http://schemas.openxmlformats.org/drawingml/2006/main" w="19050">
            <a:solidFill>
              <a:srgbClr val="236487"/>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DE1C4A14-8973-4822-B1C3-FBB18D0ED45E}"/>
              </a:ext>
            </a:extLst>
          </p:cNvPr>
          <p:cNvCxnSpPr>
            <a:stCxn xmlns:a="http://schemas.openxmlformats.org/drawingml/2006/main" id="4" idx="3"/>
            <a:endCxn xmlns:a="http://schemas.openxmlformats.org/drawingml/2006/main" id="6" idx="1"/>
          </p:cNvCxnSpPr>
          <p:nvPr/>
        </p:nvCxnSpPr>
        <p:spPr>
          <a:xfrm xmlns:a="http://schemas.openxmlformats.org/drawingml/2006/main">
            <a:off x="3848100" y="3486150"/>
            <a:ext cx="2343150" cy="171450"/>
          </a:xfrm>
          <a:prstGeom xmlns:a="http://schemas.openxmlformats.org/drawingml/2006/main" prst="bentConnector3">
            <a:avLst>
              <a:gd name="adj1" fmla="val 50000"/>
            </a:avLst>
          </a:prstGeom>
          <a:ln xmlns:a="http://schemas.openxmlformats.org/drawingml/2006/main" w="19050">
            <a:solidFill>
              <a:srgbClr val="236487"/>
            </a:solidFill>
            <a:prstDash val="solid"/>
            <a:tailEnd type="arrow" w="med" len="med"/>
          </a:ln>
        </p:spPr>
      </p:cxnSp>
      <p:cxnSp>
        <p:nvCxnSpPr>
          <p:cNvPr id="8" name="">
            <a:extLst xmlns:a="http://schemas.openxmlformats.org/drawingml/2006/main">
              <a:ext uri="{FF2B5EF4-FFF2-40B4-BE49-F238E27FC236}">
                <a16:creationId xmlns:a16="http://schemas.microsoft.com/office/drawing/2014/main" id="{E346B4AF-3CB7-45E5-8D9B-A2EDFEB2D60A}"/>
              </a:ext>
            </a:extLst>
          </p:cNvPr>
          <p:cNvCxnSpPr>
            <a:stCxn xmlns:a="http://schemas.openxmlformats.org/drawingml/2006/main" id="4" idx="3"/>
            <a:endCxn xmlns:a="http://schemas.openxmlformats.org/drawingml/2006/main" id="5" idx="1"/>
          </p:cNvCxnSpPr>
          <p:nvPr/>
        </p:nvCxnSpPr>
        <p:spPr>
          <a:xfrm xmlns:a="http://schemas.openxmlformats.org/drawingml/2006/main" flipV="1">
            <a:off x="3848100" y="2133600"/>
            <a:ext cx="2343150" cy="1352550"/>
          </a:xfrm>
          <a:prstGeom xmlns:a="http://schemas.openxmlformats.org/drawingml/2006/main" prst="bentConnector3">
            <a:avLst>
              <a:gd name="adj1" fmla="val 50000"/>
            </a:avLst>
          </a:prstGeom>
          <a:ln xmlns:a="http://schemas.openxmlformats.org/drawingml/2006/main" w="19050">
            <a:solidFill>
              <a:srgbClr val="236487"/>
            </a:solidFill>
            <a:prstDash val="solid"/>
            <a:tailEnd type="arrow" w="med" len="med"/>
          </a:ln>
        </p:spPr>
      </p:cxnSp>
      <p:sp>
        <p:nvSpPr>
          <p:cNvPr id="12" name="headline">
            <a:extLst xmlns:a="http://schemas.openxmlformats.org/drawingml/2006/main">
              <a:ext uri="{FF2B5EF4-FFF2-40B4-BE49-F238E27FC236}">
                <a16:creationId xmlns:a16="http://schemas.microsoft.com/office/drawing/2014/main" id="{7BDD8451-8CCA-498C-8839-1A9E6E55D011}"/>
              </a:ext>
            </a:extLst>
          </p:cNvPr>
          <p:cNvSpPr>
            <a:spLocks xmlns:a="http://schemas.openxmlformats.org/drawingml/2006/main" noGrp="1"/>
          </p:cNvSpPr>
          <p:nvPr/>
        </p:nvSpPr>
        <p:spPr>
          <a:xfrm xmlns:a="http://schemas.openxmlformats.org/drawingml/2006/main">
            <a:off x="590550" y="333375"/>
            <a:ext cx="1095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72B3A"/>
                </a:solidFill>
                <a:latin typeface="IPAexGothic"/>
                <a:ea typeface="IPAexGothic"/>
                <a:cs typeface="IPAexGothic"/>
              </a:defRPr>
            </a:defPPr>
            <a:lvl1pPr algn="l">
              <a:buNone/>
              <a:defRPr sz="3300" b="1">
                <a:solidFill>
                  <a:srgbClr val="172B3A"/>
                </a:solidFill>
                <a:latin typeface="IPAexGothic"/>
                <a:ea typeface="IPAexGothic"/>
                <a:cs typeface="IPAexGothic"/>
              </a:defRPr>
            </a:lvl1pPr>
            <a:lvl2pPr algn="l">
              <a:buNone/>
              <a:defRPr sz="3300" b="1">
                <a:solidFill>
                  <a:srgbClr val="172B3A"/>
                </a:solidFill>
                <a:latin typeface="IPAexGothic"/>
                <a:ea typeface="IPAexGothic"/>
                <a:cs typeface="IPAexGothic"/>
              </a:defRPr>
            </a:lvl2pPr>
            <a:lvl3pPr algn="l">
              <a:buNone/>
              <a:defRPr sz="3300" b="1">
                <a:solidFill>
                  <a:srgbClr val="172B3A"/>
                </a:solidFill>
                <a:latin typeface="IPAexGothic"/>
                <a:ea typeface="IPAexGothic"/>
                <a:cs typeface="IPAexGothic"/>
              </a:defRPr>
            </a:lvl3pPr>
            <a:lvl4pPr algn="l">
              <a:buNone/>
              <a:defRPr sz="3300" b="1">
                <a:solidFill>
                  <a:srgbClr val="172B3A"/>
                </a:solidFill>
                <a:latin typeface="IPAexGothic"/>
                <a:ea typeface="IPAexGothic"/>
                <a:cs typeface="IPAexGothic"/>
              </a:defRPr>
            </a:lvl4pPr>
            <a:lvl5pPr algn="l">
              <a:buNone/>
              <a:defRPr sz="3300" b="1">
                <a:solidFill>
                  <a:srgbClr val="172B3A"/>
                </a:solidFill>
                <a:latin typeface="IPAexGothic"/>
                <a:ea typeface="IPAexGothic"/>
                <a:cs typeface="IPAexGothic"/>
              </a:defRPr>
            </a:lvl5pPr>
            <a:lvl6pPr algn="l">
              <a:buNone/>
              <a:defRPr sz="3300" b="1">
                <a:solidFill>
                  <a:srgbClr val="172B3A"/>
                </a:solidFill>
                <a:latin typeface="IPAexGothic"/>
                <a:ea typeface="IPAexGothic"/>
                <a:cs typeface="IPAexGothic"/>
              </a:defRPr>
            </a:lvl6pPr>
            <a:lvl7pPr algn="l">
              <a:buNone/>
              <a:defRPr sz="3300" b="1">
                <a:solidFill>
                  <a:srgbClr val="172B3A"/>
                </a:solidFill>
                <a:latin typeface="IPAexGothic"/>
                <a:ea typeface="IPAexGothic"/>
                <a:cs typeface="IPAexGothic"/>
              </a:defRPr>
            </a:lvl7pPr>
            <a:lvl8pPr algn="l">
              <a:buNone/>
              <a:defRPr sz="3300" b="1">
                <a:solidFill>
                  <a:srgbClr val="172B3A"/>
                </a:solidFill>
                <a:latin typeface="IPAexGothic"/>
                <a:ea typeface="IPAexGothic"/>
                <a:cs typeface="IPAexGothic"/>
              </a:defRPr>
            </a:lvl8pPr>
            <a:lvl9pPr algn="l">
              <a:buNone/>
              <a:defRPr sz="3300" b="1">
                <a:solidFill>
                  <a:srgbClr val="172B3A"/>
                </a:solidFill>
                <a:latin typeface="IPAexGothic"/>
                <a:ea typeface="IPAexGothic"/>
                <a:cs typeface="IPAexGothic"/>
              </a:defRPr>
            </a:lvl9pPr>
          </a:lstStyle>
          <a:p xmlns:a="http://schemas.openxmlformats.org/drawingml/2006/main">
            <a:pPr algn="l">
              <a:buNone/>
              <a:defRPr sz="3300" b="1">
                <a:solidFill>
                  <a:srgbClr val="172B3A"/>
                </a:solidFill>
                <a:latin typeface="IPAexGothic"/>
                <a:ea typeface="IPAexGothic"/>
                <a:cs typeface="IPAexGothic"/>
              </a:defRPr>
            </a:pPr>
            <a:r>
              <a:rPr sz="3300" b="1">
                <a:solidFill>
                  <a:srgbClr val="172B3A"/>
                </a:solidFill>
                <a:latin typeface="IPAexGothic"/>
                <a:ea typeface="IPAexGothic"/>
                <a:cs typeface="IPAexGothic"/>
              </a:rPr>
              <a:t>同じパターンを三つの用途へ利用</a:t>
            </a:r>
          </a:p>
        </p:txBody>
      </p:sp>
      <p:sp>
        <p:nvSpPr>
          <p:cNvPr id="2" name="summary">
            <a:extLst xmlns:a="http://schemas.openxmlformats.org/drawingml/2006/main">
              <a:ext uri="{FF2B5EF4-FFF2-40B4-BE49-F238E27FC236}">
                <a16:creationId xmlns:a16="http://schemas.microsoft.com/office/drawing/2014/main" id="{C3AC4BC6-A3F1-465F-9822-0FB62C556D25}"/>
              </a:ext>
            </a:extLst>
          </p:cNvPr>
          <p:cNvSpPr>
            <a:spLocks xmlns:a="http://schemas.openxmlformats.org/drawingml/2006/main" noGrp="1"/>
          </p:cNvSpPr>
          <p:nvPr/>
        </p:nvSpPr>
        <p:spPr>
          <a:xfrm xmlns:a="http://schemas.openxmlformats.org/drawingml/2006/main">
            <a:off x="609600" y="1028700"/>
            <a:ext cx="10896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86872"/>
                </a:solidFill>
                <a:latin typeface="IPAexGothic"/>
                <a:ea typeface="IPAexGothic"/>
                <a:cs typeface="IPAexGothic"/>
              </a:defRPr>
            </a:defPPr>
            <a:lvl1pPr algn="l">
              <a:buNone/>
              <a:defRPr sz="1800" b="0">
                <a:solidFill>
                  <a:srgbClr val="586872"/>
                </a:solidFill>
                <a:latin typeface="IPAexGothic"/>
                <a:ea typeface="IPAexGothic"/>
                <a:cs typeface="IPAexGothic"/>
              </a:defRPr>
            </a:lvl1pPr>
            <a:lvl2pPr algn="l">
              <a:buNone/>
              <a:defRPr sz="1800" b="0">
                <a:solidFill>
                  <a:srgbClr val="586872"/>
                </a:solidFill>
                <a:latin typeface="IPAexGothic"/>
                <a:ea typeface="IPAexGothic"/>
                <a:cs typeface="IPAexGothic"/>
              </a:defRPr>
            </a:lvl2pPr>
            <a:lvl3pPr algn="l">
              <a:buNone/>
              <a:defRPr sz="1800" b="0">
                <a:solidFill>
                  <a:srgbClr val="586872"/>
                </a:solidFill>
                <a:latin typeface="IPAexGothic"/>
                <a:ea typeface="IPAexGothic"/>
                <a:cs typeface="IPAexGothic"/>
              </a:defRPr>
            </a:lvl3pPr>
            <a:lvl4pPr algn="l">
              <a:buNone/>
              <a:defRPr sz="1800" b="0">
                <a:solidFill>
                  <a:srgbClr val="586872"/>
                </a:solidFill>
                <a:latin typeface="IPAexGothic"/>
                <a:ea typeface="IPAexGothic"/>
                <a:cs typeface="IPAexGothic"/>
              </a:defRPr>
            </a:lvl4pPr>
            <a:lvl5pPr algn="l">
              <a:buNone/>
              <a:defRPr sz="1800" b="0">
                <a:solidFill>
                  <a:srgbClr val="586872"/>
                </a:solidFill>
                <a:latin typeface="IPAexGothic"/>
                <a:ea typeface="IPAexGothic"/>
                <a:cs typeface="IPAexGothic"/>
              </a:defRPr>
            </a:lvl5pPr>
            <a:lvl6pPr algn="l">
              <a:buNone/>
              <a:defRPr sz="1800" b="0">
                <a:solidFill>
                  <a:srgbClr val="586872"/>
                </a:solidFill>
                <a:latin typeface="IPAexGothic"/>
                <a:ea typeface="IPAexGothic"/>
                <a:cs typeface="IPAexGothic"/>
              </a:defRPr>
            </a:lvl6pPr>
            <a:lvl7pPr algn="l">
              <a:buNone/>
              <a:defRPr sz="1800" b="0">
                <a:solidFill>
                  <a:srgbClr val="586872"/>
                </a:solidFill>
                <a:latin typeface="IPAexGothic"/>
                <a:ea typeface="IPAexGothic"/>
                <a:cs typeface="IPAexGothic"/>
              </a:defRPr>
            </a:lvl7pPr>
            <a:lvl8pPr algn="l">
              <a:buNone/>
              <a:defRPr sz="1800" b="0">
                <a:solidFill>
                  <a:srgbClr val="586872"/>
                </a:solidFill>
                <a:latin typeface="IPAexGothic"/>
                <a:ea typeface="IPAexGothic"/>
                <a:cs typeface="IPAexGothic"/>
              </a:defRPr>
            </a:lvl8pPr>
            <a:lvl9pPr algn="l">
              <a:buNone/>
              <a:defRPr sz="1800" b="0">
                <a:solidFill>
                  <a:srgbClr val="586872"/>
                </a:solidFill>
                <a:latin typeface="IPAexGothic"/>
                <a:ea typeface="IPAexGothic"/>
                <a:cs typeface="IPAexGothic"/>
              </a:defRPr>
            </a:lvl9pPr>
          </a:lstStyle>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抽出したパターンに共通の識別番号と改訂番号（版）を付け、削除・学習・説明から参照します。</a:t>
            </a:r>
          </a:p>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同じ情報を使うことで、何を根拠に削除し、何を使って判定したかを追跡できます。</a:t>
            </a:r>
          </a:p>
        </p:txBody>
      </p:sp>
      <p:sp>
        <p:nvSpPr>
          <p:cNvPr id="3" name="text-2">
            <a:extLst xmlns:a="http://schemas.openxmlformats.org/drawingml/2006/main">
              <a:ext uri="{FF2B5EF4-FFF2-40B4-BE49-F238E27FC236}">
                <a16:creationId xmlns:a16="http://schemas.microsoft.com/office/drawing/2014/main" id="{5BF71F7E-9BDE-4BDE-8B5C-6EB212EEA0F9}"/>
              </a:ext>
            </a:extLst>
          </p:cNvPr>
          <p:cNvSpPr>
            <a:spLocks xmlns:a="http://schemas.openxmlformats.org/drawingml/2006/main" noGrp="1"/>
          </p:cNvSpPr>
          <p:nvPr/>
        </p:nvSpPr>
        <p:spPr>
          <a:xfrm xmlns:a="http://schemas.openxmlformats.org/drawingml/2006/main">
            <a:off x="11239500" y="644842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872"/>
                </a:solidFill>
                <a:latin typeface="IPAexGothic"/>
                <a:ea typeface="IPAexGothic"/>
                <a:cs typeface="IPAexGothic"/>
              </a:defRPr>
            </a:defPPr>
            <a:lvl1pPr algn="r">
              <a:buNone/>
              <a:defRPr sz="1275" b="0">
                <a:solidFill>
                  <a:srgbClr val="586872"/>
                </a:solidFill>
                <a:latin typeface="IPAexGothic"/>
                <a:ea typeface="IPAexGothic"/>
                <a:cs typeface="IPAexGothic"/>
              </a:defRPr>
            </a:lvl1pPr>
            <a:lvl2pPr algn="r">
              <a:buNone/>
              <a:defRPr sz="1275" b="0">
                <a:solidFill>
                  <a:srgbClr val="586872"/>
                </a:solidFill>
                <a:latin typeface="IPAexGothic"/>
                <a:ea typeface="IPAexGothic"/>
                <a:cs typeface="IPAexGothic"/>
              </a:defRPr>
            </a:lvl2pPr>
            <a:lvl3pPr algn="r">
              <a:buNone/>
              <a:defRPr sz="1275" b="0">
                <a:solidFill>
                  <a:srgbClr val="586872"/>
                </a:solidFill>
                <a:latin typeface="IPAexGothic"/>
                <a:ea typeface="IPAexGothic"/>
                <a:cs typeface="IPAexGothic"/>
              </a:defRPr>
            </a:lvl3pPr>
            <a:lvl4pPr algn="r">
              <a:buNone/>
              <a:defRPr sz="1275" b="0">
                <a:solidFill>
                  <a:srgbClr val="586872"/>
                </a:solidFill>
                <a:latin typeface="IPAexGothic"/>
                <a:ea typeface="IPAexGothic"/>
                <a:cs typeface="IPAexGothic"/>
              </a:defRPr>
            </a:lvl4pPr>
            <a:lvl5pPr algn="r">
              <a:buNone/>
              <a:defRPr sz="1275" b="0">
                <a:solidFill>
                  <a:srgbClr val="586872"/>
                </a:solidFill>
                <a:latin typeface="IPAexGothic"/>
                <a:ea typeface="IPAexGothic"/>
                <a:cs typeface="IPAexGothic"/>
              </a:defRPr>
            </a:lvl5pPr>
            <a:lvl6pPr algn="r">
              <a:buNone/>
              <a:defRPr sz="1275" b="0">
                <a:solidFill>
                  <a:srgbClr val="586872"/>
                </a:solidFill>
                <a:latin typeface="IPAexGothic"/>
                <a:ea typeface="IPAexGothic"/>
                <a:cs typeface="IPAexGothic"/>
              </a:defRPr>
            </a:lvl6pPr>
            <a:lvl7pPr algn="r">
              <a:buNone/>
              <a:defRPr sz="1275" b="0">
                <a:solidFill>
                  <a:srgbClr val="586872"/>
                </a:solidFill>
                <a:latin typeface="IPAexGothic"/>
                <a:ea typeface="IPAexGothic"/>
                <a:cs typeface="IPAexGothic"/>
              </a:defRPr>
            </a:lvl7pPr>
            <a:lvl8pPr algn="r">
              <a:buNone/>
              <a:defRPr sz="1275" b="0">
                <a:solidFill>
                  <a:srgbClr val="586872"/>
                </a:solidFill>
                <a:latin typeface="IPAexGothic"/>
                <a:ea typeface="IPAexGothic"/>
                <a:cs typeface="IPAexGothic"/>
              </a:defRPr>
            </a:lvl8pPr>
            <a:lvl9pPr algn="r">
              <a:buNone/>
              <a:defRPr sz="1275" b="0">
                <a:solidFill>
                  <a:srgbClr val="586872"/>
                </a:solidFill>
                <a:latin typeface="IPAexGothic"/>
                <a:ea typeface="IPAexGothic"/>
                <a:cs typeface="IPAexGothic"/>
              </a:defRPr>
            </a:lvl9pPr>
          </a:lstStyle>
          <a:p xmlns:a="http://schemas.openxmlformats.org/drawingml/2006/main">
            <a:pPr algn="r">
              <a:buNone/>
              <a:defRPr sz="1275" b="0">
                <a:solidFill>
                  <a:srgbClr val="586872"/>
                </a:solidFill>
                <a:latin typeface="IPAexGothic"/>
                <a:ea typeface="IPAexGothic"/>
                <a:cs typeface="IPAexGothic"/>
              </a:defRPr>
            </a:pPr>
            <a:r>
              <a:rPr sz="1275" b="0">
                <a:solidFill>
                  <a:srgbClr val="586872"/>
                </a:solidFill>
                <a:latin typeface="IPAexGothic"/>
                <a:ea typeface="IPAexGothic"/>
                <a:cs typeface="IPAexGothic"/>
              </a:rPr>
              <a:t>04</a:t>
            </a:r>
          </a:p>
        </p:txBody>
      </p:sp>
      <p:sp>
        <p:nvSpPr>
          <p:cNvPr id="4" name="diagram-3">
            <a:extLst xmlns:a="http://schemas.openxmlformats.org/drawingml/2006/main">
              <a:ext uri="{FF2B5EF4-FFF2-40B4-BE49-F238E27FC236}">
                <a16:creationId xmlns:a16="http://schemas.microsoft.com/office/drawing/2014/main" id="{80101BED-38CD-441B-8981-F0DCA6366BE4}"/>
              </a:ext>
            </a:extLst>
          </p:cNvPr>
          <p:cNvSpPr>
            <a:spLocks xmlns:a="http://schemas.openxmlformats.org/drawingml/2006/main" noGrp="1"/>
          </p:cNvSpPr>
          <p:nvPr/>
        </p:nvSpPr>
        <p:spPr>
          <a:xfrm xmlns:a="http://schemas.openxmlformats.org/drawingml/2006/main">
            <a:off x="704850" y="2790825"/>
            <a:ext cx="3143250" cy="1390650"/>
          </a:xfrm>
          <a:prstGeom xmlns:a="http://schemas.openxmlformats.org/drawingml/2006/main" prst="rect">
            <a:avLst/>
          </a:prstGeom>
          <a:solidFill xmlns:a="http://schemas.openxmlformats.org/drawingml/2006/main">
            <a:srgbClr val="EAF1F5"/>
          </a:solidFill>
          <a:ln xmlns:a="http://schemas.openxmlformats.org/drawingml/2006/main" w="14288">
            <a:solidFill>
              <a:srgbClr val="236487"/>
            </a:solidFill>
            <a:prstDash val="solid"/>
          </a:ln>
        </p:spPr>
        <p:txBody>
          <a:bodyPr xmlns:a="http://schemas.openxmlformats.org/drawingml/2006/main" wrap="square" lIns="114300" tIns="114300" rIns="114300" bIns="114300" anchor="ctr">
            <a:noAutofit/>
          </a:bodyPr>
          <a:lstStyle xmlns:a="http://schemas.openxmlformats.org/drawingml/2006/main">
            <a:defPPr algn="ctr">
              <a:defRPr sz="2175" b="1">
                <a:solidFill>
                  <a:srgbClr val="172B3A"/>
                </a:solidFill>
                <a:latin typeface="IPAexGothic"/>
                <a:ea typeface="IPAexGothic"/>
                <a:cs typeface="IPAexGothic"/>
              </a:defRPr>
            </a:defPPr>
            <a:lvl1pPr algn="ctr">
              <a:buNone/>
              <a:defRPr sz="2175" b="1">
                <a:solidFill>
                  <a:srgbClr val="172B3A"/>
                </a:solidFill>
                <a:latin typeface="IPAexGothic"/>
                <a:ea typeface="IPAexGothic"/>
                <a:cs typeface="IPAexGothic"/>
              </a:defRPr>
            </a:lvl1pPr>
            <a:lvl2pPr algn="ctr">
              <a:buNone/>
              <a:defRPr sz="2175" b="1">
                <a:solidFill>
                  <a:srgbClr val="172B3A"/>
                </a:solidFill>
                <a:latin typeface="IPAexGothic"/>
                <a:ea typeface="IPAexGothic"/>
                <a:cs typeface="IPAexGothic"/>
              </a:defRPr>
            </a:lvl2pPr>
            <a:lvl3pPr algn="ctr">
              <a:buNone/>
              <a:defRPr sz="2175" b="1">
                <a:solidFill>
                  <a:srgbClr val="172B3A"/>
                </a:solidFill>
                <a:latin typeface="IPAexGothic"/>
                <a:ea typeface="IPAexGothic"/>
                <a:cs typeface="IPAexGothic"/>
              </a:defRPr>
            </a:lvl3pPr>
            <a:lvl4pPr algn="ctr">
              <a:buNone/>
              <a:defRPr sz="2175" b="1">
                <a:solidFill>
                  <a:srgbClr val="172B3A"/>
                </a:solidFill>
                <a:latin typeface="IPAexGothic"/>
                <a:ea typeface="IPAexGothic"/>
                <a:cs typeface="IPAexGothic"/>
              </a:defRPr>
            </a:lvl4pPr>
            <a:lvl5pPr algn="ctr">
              <a:buNone/>
              <a:defRPr sz="2175" b="1">
                <a:solidFill>
                  <a:srgbClr val="172B3A"/>
                </a:solidFill>
                <a:latin typeface="IPAexGothic"/>
                <a:ea typeface="IPAexGothic"/>
                <a:cs typeface="IPAexGothic"/>
              </a:defRPr>
            </a:lvl5pPr>
            <a:lvl6pPr algn="ctr">
              <a:buNone/>
              <a:defRPr sz="2175" b="1">
                <a:solidFill>
                  <a:srgbClr val="172B3A"/>
                </a:solidFill>
                <a:latin typeface="IPAexGothic"/>
                <a:ea typeface="IPAexGothic"/>
                <a:cs typeface="IPAexGothic"/>
              </a:defRPr>
            </a:lvl6pPr>
            <a:lvl7pPr algn="ctr">
              <a:buNone/>
              <a:defRPr sz="2175" b="1">
                <a:solidFill>
                  <a:srgbClr val="172B3A"/>
                </a:solidFill>
                <a:latin typeface="IPAexGothic"/>
                <a:ea typeface="IPAexGothic"/>
                <a:cs typeface="IPAexGothic"/>
              </a:defRPr>
            </a:lvl7pPr>
            <a:lvl8pPr algn="ctr">
              <a:buNone/>
              <a:defRPr sz="2175" b="1">
                <a:solidFill>
                  <a:srgbClr val="172B3A"/>
                </a:solidFill>
                <a:latin typeface="IPAexGothic"/>
                <a:ea typeface="IPAexGothic"/>
                <a:cs typeface="IPAexGothic"/>
              </a:defRPr>
            </a:lvl8pPr>
            <a:lvl9pPr algn="ctr">
              <a:buNone/>
              <a:defRPr sz="2175" b="1">
                <a:solidFill>
                  <a:srgbClr val="172B3A"/>
                </a:solidFill>
                <a:latin typeface="IPAexGothic"/>
                <a:ea typeface="IPAexGothic"/>
                <a:cs typeface="IPAexGothic"/>
              </a:defRPr>
            </a:lvl9pPr>
          </a:lstStyle>
          <a:p xmlns:a="http://schemas.openxmlformats.org/drawingml/2006/main">
            <a:pPr algn="ctr">
              <a:buNone/>
              <a:defRPr sz="2175" b="1">
                <a:solidFill>
                  <a:srgbClr val="172B3A"/>
                </a:solidFill>
                <a:latin typeface="IPAexGothic"/>
                <a:ea typeface="IPAexGothic"/>
                <a:cs typeface="IPAexGothic"/>
              </a:defRPr>
            </a:pPr>
            <a:r>
              <a:rPr sz="2175" b="1">
                <a:solidFill>
                  <a:srgbClr val="172B3A"/>
                </a:solidFill>
                <a:latin typeface="IPAexGothic"/>
                <a:ea typeface="IPAexGothic"/>
                <a:cs typeface="IPAexGothic"/>
              </a:rPr>
              <a:t>パターンP001 第1版</a:t>
            </a:r>
          </a:p>
          <a:p xmlns:a="http://schemas.openxmlformats.org/drawingml/2006/main">
            <a:pPr algn="ctr">
              <a:buNone/>
              <a:defRPr sz="2175" b="1">
                <a:solidFill>
                  <a:srgbClr val="172B3A"/>
                </a:solidFill>
                <a:latin typeface="IPAexGothic"/>
                <a:ea typeface="IPAexGothic"/>
                <a:cs typeface="IPAexGothic"/>
              </a:defRPr>
            </a:pPr>
            <a:r>
              <a:rPr sz="2175" b="1">
                <a:solidFill>
                  <a:srgbClr val="172B3A"/>
                </a:solidFill>
                <a:latin typeface="IPAexGothic"/>
                <a:ea typeface="IPAexGothic"/>
                <a:cs typeface="IPAexGothic"/>
              </a:rPr>
              <a:t>定義と出現情報</a:t>
            </a:r>
          </a:p>
        </p:txBody>
      </p:sp>
      <p:sp>
        <p:nvSpPr>
          <p:cNvPr id="5" name="diagram-4">
            <a:extLst xmlns:a="http://schemas.openxmlformats.org/drawingml/2006/main">
              <a:ext uri="{FF2B5EF4-FFF2-40B4-BE49-F238E27FC236}">
                <a16:creationId xmlns:a16="http://schemas.microsoft.com/office/drawing/2014/main" id="{FE72C076-D7E6-444E-A55F-1EF8D5C512C7}"/>
              </a:ext>
            </a:extLst>
          </p:cNvPr>
          <p:cNvSpPr>
            <a:spLocks xmlns:a="http://schemas.openxmlformats.org/drawingml/2006/main" noGrp="1"/>
          </p:cNvSpPr>
          <p:nvPr/>
        </p:nvSpPr>
        <p:spPr>
          <a:xfrm xmlns:a="http://schemas.openxmlformats.org/drawingml/2006/main">
            <a:off x="6191250" y="1638300"/>
            <a:ext cx="4762500" cy="990600"/>
          </a:xfrm>
          <a:prstGeom xmlns:a="http://schemas.openxmlformats.org/drawingml/2006/main" prst="rect">
            <a:avLst/>
          </a:prstGeom>
          <a:solidFill xmlns:a="http://schemas.openxmlformats.org/drawingml/2006/main">
            <a:srgbClr val="EAF1F5"/>
          </a:solidFill>
          <a:ln xmlns:a="http://schemas.openxmlformats.org/drawingml/2006/main" w="14288">
            <a:solidFill>
              <a:srgbClr val="236487"/>
            </a:solidFill>
            <a:prstDash val="solid"/>
          </a:ln>
        </p:spPr>
        <p:txBody>
          <a:bodyPr xmlns:a="http://schemas.openxmlformats.org/drawingml/2006/main" wrap="square" lIns="114300" tIns="114300" rIns="114300" bIns="114300" anchor="ctr">
            <a:noAutofit/>
          </a:bodyPr>
          <a:lstStyle xmlns:a="http://schemas.openxmlformats.org/drawingml/2006/main">
            <a:defPPr algn="ctr">
              <a:defRPr sz="1950" b="0">
                <a:solidFill>
                  <a:srgbClr val="172B3A"/>
                </a:solidFill>
                <a:latin typeface="IPAexGothic"/>
                <a:ea typeface="IPAexGothic"/>
                <a:cs typeface="IPAexGothic"/>
              </a:defRPr>
            </a:defPPr>
            <a:lvl1pPr algn="ctr">
              <a:buNone/>
              <a:defRPr sz="1950" b="0">
                <a:solidFill>
                  <a:srgbClr val="172B3A"/>
                </a:solidFill>
                <a:latin typeface="IPAexGothic"/>
                <a:ea typeface="IPAexGothic"/>
                <a:cs typeface="IPAexGothic"/>
              </a:defRPr>
            </a:lvl1pPr>
            <a:lvl2pPr algn="ctr">
              <a:buNone/>
              <a:defRPr sz="1950" b="0">
                <a:solidFill>
                  <a:srgbClr val="172B3A"/>
                </a:solidFill>
                <a:latin typeface="IPAexGothic"/>
                <a:ea typeface="IPAexGothic"/>
                <a:cs typeface="IPAexGothic"/>
              </a:defRPr>
            </a:lvl2pPr>
            <a:lvl3pPr algn="ctr">
              <a:buNone/>
              <a:defRPr sz="1950" b="0">
                <a:solidFill>
                  <a:srgbClr val="172B3A"/>
                </a:solidFill>
                <a:latin typeface="IPAexGothic"/>
                <a:ea typeface="IPAexGothic"/>
                <a:cs typeface="IPAexGothic"/>
              </a:defRPr>
            </a:lvl3pPr>
            <a:lvl4pPr algn="ctr">
              <a:buNone/>
              <a:defRPr sz="1950" b="0">
                <a:solidFill>
                  <a:srgbClr val="172B3A"/>
                </a:solidFill>
                <a:latin typeface="IPAexGothic"/>
                <a:ea typeface="IPAexGothic"/>
                <a:cs typeface="IPAexGothic"/>
              </a:defRPr>
            </a:lvl4pPr>
            <a:lvl5pPr algn="ctr">
              <a:buNone/>
              <a:defRPr sz="1950" b="0">
                <a:solidFill>
                  <a:srgbClr val="172B3A"/>
                </a:solidFill>
                <a:latin typeface="IPAexGothic"/>
                <a:ea typeface="IPAexGothic"/>
                <a:cs typeface="IPAexGothic"/>
              </a:defRPr>
            </a:lvl5pPr>
            <a:lvl6pPr algn="ctr">
              <a:buNone/>
              <a:defRPr sz="1950" b="0">
                <a:solidFill>
                  <a:srgbClr val="172B3A"/>
                </a:solidFill>
                <a:latin typeface="IPAexGothic"/>
                <a:ea typeface="IPAexGothic"/>
                <a:cs typeface="IPAexGothic"/>
              </a:defRPr>
            </a:lvl6pPr>
            <a:lvl7pPr algn="ctr">
              <a:buNone/>
              <a:defRPr sz="1950" b="0">
                <a:solidFill>
                  <a:srgbClr val="172B3A"/>
                </a:solidFill>
                <a:latin typeface="IPAexGothic"/>
                <a:ea typeface="IPAexGothic"/>
                <a:cs typeface="IPAexGothic"/>
              </a:defRPr>
            </a:lvl7pPr>
            <a:lvl8pPr algn="ctr">
              <a:buNone/>
              <a:defRPr sz="1950" b="0">
                <a:solidFill>
                  <a:srgbClr val="172B3A"/>
                </a:solidFill>
                <a:latin typeface="IPAexGothic"/>
                <a:ea typeface="IPAexGothic"/>
                <a:cs typeface="IPAexGothic"/>
              </a:defRPr>
            </a:lvl8pPr>
            <a:lvl9pPr algn="ctr">
              <a:buNone/>
              <a:defRPr sz="1950" b="0">
                <a:solidFill>
                  <a:srgbClr val="172B3A"/>
                </a:solidFill>
                <a:latin typeface="IPAexGothic"/>
                <a:ea typeface="IPAexGothic"/>
                <a:cs typeface="IPAexGothic"/>
              </a:defRPr>
            </a:lvl9pPr>
          </a:lstStyle>
          <a:p xmlns:a="http://schemas.openxmlformats.org/drawingml/2006/main">
            <a:pPr algn="ctr">
              <a:buNone/>
              <a:defRPr sz="1950" b="0">
                <a:solidFill>
                  <a:srgbClr val="172B3A"/>
                </a:solidFill>
                <a:latin typeface="IPAexGothic"/>
                <a:ea typeface="IPAexGothic"/>
                <a:cs typeface="IPAexGothic"/>
              </a:defRPr>
            </a:pPr>
            <a:r>
              <a:rPr sz="1950" b="0">
                <a:solidFill>
                  <a:srgbClr val="172B3A"/>
                </a:solidFill>
                <a:latin typeface="IPAexGothic"/>
                <a:ea typeface="IPAexGothic"/>
                <a:cs typeface="IPAexGothic"/>
              </a:rPr>
              <a:t>元データ削減</a:t>
            </a:r>
          </a:p>
          <a:p xmlns:a="http://schemas.openxmlformats.org/drawingml/2006/main">
            <a:pPr algn="ctr">
              <a:buNone/>
              <a:defRPr sz="1950" b="0">
                <a:solidFill>
                  <a:srgbClr val="172B3A"/>
                </a:solidFill>
                <a:latin typeface="IPAexGothic"/>
                <a:ea typeface="IPAexGothic"/>
                <a:cs typeface="IPAexGothic"/>
              </a:defRPr>
            </a:pPr>
            <a:r>
              <a:rPr sz="1950" b="0">
                <a:solidFill>
                  <a:srgbClr val="172B3A"/>
                </a:solidFill>
                <a:latin typeface="IPAexGothic"/>
                <a:ea typeface="IPAexGothic"/>
                <a:cs typeface="IPAexGothic"/>
              </a:rPr>
              <a:t>三評価と保持集合</a:t>
            </a:r>
          </a:p>
        </p:txBody>
      </p:sp>
      <p:sp>
        <p:nvSpPr>
          <p:cNvPr id="6" name="diagram-5">
            <a:extLst xmlns:a="http://schemas.openxmlformats.org/drawingml/2006/main">
              <a:ext uri="{FF2B5EF4-FFF2-40B4-BE49-F238E27FC236}">
                <a16:creationId xmlns:a16="http://schemas.microsoft.com/office/drawing/2014/main" id="{CFD55588-DC06-4D3B-8AF3-BBA9F2CA15AC}"/>
              </a:ext>
            </a:extLst>
          </p:cNvPr>
          <p:cNvSpPr>
            <a:spLocks xmlns:a="http://schemas.openxmlformats.org/drawingml/2006/main" noGrp="1"/>
          </p:cNvSpPr>
          <p:nvPr/>
        </p:nvSpPr>
        <p:spPr>
          <a:xfrm xmlns:a="http://schemas.openxmlformats.org/drawingml/2006/main">
            <a:off x="6191250" y="3162300"/>
            <a:ext cx="4762500" cy="990600"/>
          </a:xfrm>
          <a:prstGeom xmlns:a="http://schemas.openxmlformats.org/drawingml/2006/main" prst="rect">
            <a:avLst/>
          </a:prstGeom>
          <a:solidFill xmlns:a="http://schemas.openxmlformats.org/drawingml/2006/main">
            <a:srgbClr val="EAF1F5"/>
          </a:solidFill>
          <a:ln xmlns:a="http://schemas.openxmlformats.org/drawingml/2006/main" w="14288">
            <a:solidFill>
              <a:srgbClr val="236487"/>
            </a:solidFill>
            <a:prstDash val="solid"/>
          </a:ln>
        </p:spPr>
        <p:txBody>
          <a:bodyPr xmlns:a="http://schemas.openxmlformats.org/drawingml/2006/main" wrap="square" lIns="114300" tIns="114300" rIns="114300" bIns="114300" anchor="ctr">
            <a:noAutofit/>
          </a:bodyPr>
          <a:lstStyle xmlns:a="http://schemas.openxmlformats.org/drawingml/2006/main">
            <a:defPPr algn="ctr">
              <a:defRPr sz="1950" b="0">
                <a:solidFill>
                  <a:srgbClr val="172B3A"/>
                </a:solidFill>
                <a:latin typeface="IPAexGothic"/>
                <a:ea typeface="IPAexGothic"/>
                <a:cs typeface="IPAexGothic"/>
              </a:defRPr>
            </a:defPPr>
            <a:lvl1pPr algn="ctr">
              <a:buNone/>
              <a:defRPr sz="1950" b="0">
                <a:solidFill>
                  <a:srgbClr val="172B3A"/>
                </a:solidFill>
                <a:latin typeface="IPAexGothic"/>
                <a:ea typeface="IPAexGothic"/>
                <a:cs typeface="IPAexGothic"/>
              </a:defRPr>
            </a:lvl1pPr>
            <a:lvl2pPr algn="ctr">
              <a:buNone/>
              <a:defRPr sz="1950" b="0">
                <a:solidFill>
                  <a:srgbClr val="172B3A"/>
                </a:solidFill>
                <a:latin typeface="IPAexGothic"/>
                <a:ea typeface="IPAexGothic"/>
                <a:cs typeface="IPAexGothic"/>
              </a:defRPr>
            </a:lvl2pPr>
            <a:lvl3pPr algn="ctr">
              <a:buNone/>
              <a:defRPr sz="1950" b="0">
                <a:solidFill>
                  <a:srgbClr val="172B3A"/>
                </a:solidFill>
                <a:latin typeface="IPAexGothic"/>
                <a:ea typeface="IPAexGothic"/>
                <a:cs typeface="IPAexGothic"/>
              </a:defRPr>
            </a:lvl3pPr>
            <a:lvl4pPr algn="ctr">
              <a:buNone/>
              <a:defRPr sz="1950" b="0">
                <a:solidFill>
                  <a:srgbClr val="172B3A"/>
                </a:solidFill>
                <a:latin typeface="IPAexGothic"/>
                <a:ea typeface="IPAexGothic"/>
                <a:cs typeface="IPAexGothic"/>
              </a:defRPr>
            </a:lvl4pPr>
            <a:lvl5pPr algn="ctr">
              <a:buNone/>
              <a:defRPr sz="1950" b="0">
                <a:solidFill>
                  <a:srgbClr val="172B3A"/>
                </a:solidFill>
                <a:latin typeface="IPAexGothic"/>
                <a:ea typeface="IPAexGothic"/>
                <a:cs typeface="IPAexGothic"/>
              </a:defRPr>
            </a:lvl5pPr>
            <a:lvl6pPr algn="ctr">
              <a:buNone/>
              <a:defRPr sz="1950" b="0">
                <a:solidFill>
                  <a:srgbClr val="172B3A"/>
                </a:solidFill>
                <a:latin typeface="IPAexGothic"/>
                <a:ea typeface="IPAexGothic"/>
                <a:cs typeface="IPAexGothic"/>
              </a:defRPr>
            </a:lvl6pPr>
            <a:lvl7pPr algn="ctr">
              <a:buNone/>
              <a:defRPr sz="1950" b="0">
                <a:solidFill>
                  <a:srgbClr val="172B3A"/>
                </a:solidFill>
                <a:latin typeface="IPAexGothic"/>
                <a:ea typeface="IPAexGothic"/>
                <a:cs typeface="IPAexGothic"/>
              </a:defRPr>
            </a:lvl7pPr>
            <a:lvl8pPr algn="ctr">
              <a:buNone/>
              <a:defRPr sz="1950" b="0">
                <a:solidFill>
                  <a:srgbClr val="172B3A"/>
                </a:solidFill>
                <a:latin typeface="IPAexGothic"/>
                <a:ea typeface="IPAexGothic"/>
                <a:cs typeface="IPAexGothic"/>
              </a:defRPr>
            </a:lvl8pPr>
            <a:lvl9pPr algn="ctr">
              <a:buNone/>
              <a:defRPr sz="1950" b="0">
                <a:solidFill>
                  <a:srgbClr val="172B3A"/>
                </a:solidFill>
                <a:latin typeface="IPAexGothic"/>
                <a:ea typeface="IPAexGothic"/>
                <a:cs typeface="IPAexGothic"/>
              </a:defRPr>
            </a:lvl9pPr>
          </a:lstStyle>
          <a:p xmlns:a="http://schemas.openxmlformats.org/drawingml/2006/main">
            <a:pPr algn="ctr">
              <a:buNone/>
              <a:defRPr sz="1950" b="0">
                <a:solidFill>
                  <a:srgbClr val="172B3A"/>
                </a:solidFill>
                <a:latin typeface="IPAexGothic"/>
                <a:ea typeface="IPAexGothic"/>
                <a:cs typeface="IPAexGothic"/>
              </a:defRPr>
            </a:pPr>
            <a:r>
              <a:rPr sz="1950" b="0">
                <a:solidFill>
                  <a:srgbClr val="172B3A"/>
                </a:solidFill>
                <a:latin typeface="IPAexGothic"/>
                <a:ea typeface="IPAexGothic"/>
                <a:cs typeface="IPAexGothic"/>
              </a:rPr>
              <a:t>機械学習</a:t>
            </a:r>
          </a:p>
          <a:p xmlns:a="http://schemas.openxmlformats.org/drawingml/2006/main">
            <a:pPr algn="ctr">
              <a:buNone/>
              <a:defRPr sz="1950" b="0">
                <a:solidFill>
                  <a:srgbClr val="172B3A"/>
                </a:solidFill>
                <a:latin typeface="IPAexGothic"/>
                <a:ea typeface="IPAexGothic"/>
                <a:cs typeface="IPAexGothic"/>
              </a:defRPr>
            </a:pPr>
            <a:r>
              <a:rPr sz="1950" b="0">
                <a:solidFill>
                  <a:srgbClr val="172B3A"/>
                </a:solidFill>
                <a:latin typeface="IPAexGothic"/>
                <a:ea typeface="IPAexGothic"/>
                <a:cs typeface="IPAexGothic"/>
              </a:rPr>
              <a:t>出現情報から入力を生成</a:t>
            </a:r>
          </a:p>
        </p:txBody>
      </p:sp>
      <p:sp>
        <p:nvSpPr>
          <p:cNvPr id="7" name="diagram-6">
            <a:extLst xmlns:a="http://schemas.openxmlformats.org/drawingml/2006/main">
              <a:ext uri="{FF2B5EF4-FFF2-40B4-BE49-F238E27FC236}">
                <a16:creationId xmlns:a16="http://schemas.microsoft.com/office/drawing/2014/main" id="{9FFDFBE5-36B1-40F7-B0F4-020FE3292F7F}"/>
              </a:ext>
            </a:extLst>
          </p:cNvPr>
          <p:cNvSpPr>
            <a:spLocks xmlns:a="http://schemas.openxmlformats.org/drawingml/2006/main" noGrp="1"/>
          </p:cNvSpPr>
          <p:nvPr/>
        </p:nvSpPr>
        <p:spPr>
          <a:xfrm xmlns:a="http://schemas.openxmlformats.org/drawingml/2006/main">
            <a:off x="6191250" y="4686300"/>
            <a:ext cx="4762500" cy="990600"/>
          </a:xfrm>
          <a:prstGeom xmlns:a="http://schemas.openxmlformats.org/drawingml/2006/main" prst="rect">
            <a:avLst/>
          </a:prstGeom>
          <a:solidFill xmlns:a="http://schemas.openxmlformats.org/drawingml/2006/main">
            <a:srgbClr val="EAF1F5"/>
          </a:solidFill>
          <a:ln xmlns:a="http://schemas.openxmlformats.org/drawingml/2006/main" w="14288">
            <a:solidFill>
              <a:srgbClr val="236487"/>
            </a:solidFill>
            <a:prstDash val="solid"/>
          </a:ln>
        </p:spPr>
        <p:txBody>
          <a:bodyPr xmlns:a="http://schemas.openxmlformats.org/drawingml/2006/main" wrap="square" lIns="114300" tIns="114300" rIns="114300" bIns="114300" anchor="ctr">
            <a:noAutofit/>
          </a:bodyPr>
          <a:lstStyle xmlns:a="http://schemas.openxmlformats.org/drawingml/2006/main">
            <a:defPPr algn="ctr">
              <a:defRPr sz="1950" b="0">
                <a:solidFill>
                  <a:srgbClr val="172B3A"/>
                </a:solidFill>
                <a:latin typeface="IPAexGothic"/>
                <a:ea typeface="IPAexGothic"/>
                <a:cs typeface="IPAexGothic"/>
              </a:defRPr>
            </a:defPPr>
            <a:lvl1pPr algn="ctr">
              <a:buNone/>
              <a:defRPr sz="1950" b="0">
                <a:solidFill>
                  <a:srgbClr val="172B3A"/>
                </a:solidFill>
                <a:latin typeface="IPAexGothic"/>
                <a:ea typeface="IPAexGothic"/>
                <a:cs typeface="IPAexGothic"/>
              </a:defRPr>
            </a:lvl1pPr>
            <a:lvl2pPr algn="ctr">
              <a:buNone/>
              <a:defRPr sz="1950" b="0">
                <a:solidFill>
                  <a:srgbClr val="172B3A"/>
                </a:solidFill>
                <a:latin typeface="IPAexGothic"/>
                <a:ea typeface="IPAexGothic"/>
                <a:cs typeface="IPAexGothic"/>
              </a:defRPr>
            </a:lvl2pPr>
            <a:lvl3pPr algn="ctr">
              <a:buNone/>
              <a:defRPr sz="1950" b="0">
                <a:solidFill>
                  <a:srgbClr val="172B3A"/>
                </a:solidFill>
                <a:latin typeface="IPAexGothic"/>
                <a:ea typeface="IPAexGothic"/>
                <a:cs typeface="IPAexGothic"/>
              </a:defRPr>
            </a:lvl3pPr>
            <a:lvl4pPr algn="ctr">
              <a:buNone/>
              <a:defRPr sz="1950" b="0">
                <a:solidFill>
                  <a:srgbClr val="172B3A"/>
                </a:solidFill>
                <a:latin typeface="IPAexGothic"/>
                <a:ea typeface="IPAexGothic"/>
                <a:cs typeface="IPAexGothic"/>
              </a:defRPr>
            </a:lvl4pPr>
            <a:lvl5pPr algn="ctr">
              <a:buNone/>
              <a:defRPr sz="1950" b="0">
                <a:solidFill>
                  <a:srgbClr val="172B3A"/>
                </a:solidFill>
                <a:latin typeface="IPAexGothic"/>
                <a:ea typeface="IPAexGothic"/>
                <a:cs typeface="IPAexGothic"/>
              </a:defRPr>
            </a:lvl5pPr>
            <a:lvl6pPr algn="ctr">
              <a:buNone/>
              <a:defRPr sz="1950" b="0">
                <a:solidFill>
                  <a:srgbClr val="172B3A"/>
                </a:solidFill>
                <a:latin typeface="IPAexGothic"/>
                <a:ea typeface="IPAexGothic"/>
                <a:cs typeface="IPAexGothic"/>
              </a:defRPr>
            </a:lvl6pPr>
            <a:lvl7pPr algn="ctr">
              <a:buNone/>
              <a:defRPr sz="1950" b="0">
                <a:solidFill>
                  <a:srgbClr val="172B3A"/>
                </a:solidFill>
                <a:latin typeface="IPAexGothic"/>
                <a:ea typeface="IPAexGothic"/>
                <a:cs typeface="IPAexGothic"/>
              </a:defRPr>
            </a:lvl7pPr>
            <a:lvl8pPr algn="ctr">
              <a:buNone/>
              <a:defRPr sz="1950" b="0">
                <a:solidFill>
                  <a:srgbClr val="172B3A"/>
                </a:solidFill>
                <a:latin typeface="IPAexGothic"/>
                <a:ea typeface="IPAexGothic"/>
                <a:cs typeface="IPAexGothic"/>
              </a:defRPr>
            </a:lvl8pPr>
            <a:lvl9pPr algn="ctr">
              <a:buNone/>
              <a:defRPr sz="1950" b="0">
                <a:solidFill>
                  <a:srgbClr val="172B3A"/>
                </a:solidFill>
                <a:latin typeface="IPAexGothic"/>
                <a:ea typeface="IPAexGothic"/>
                <a:cs typeface="IPAexGothic"/>
              </a:defRPr>
            </a:lvl9pPr>
          </a:lstStyle>
          <a:p xmlns:a="http://schemas.openxmlformats.org/drawingml/2006/main">
            <a:pPr algn="ctr">
              <a:buNone/>
              <a:defRPr sz="1950" b="0">
                <a:solidFill>
                  <a:srgbClr val="172B3A"/>
                </a:solidFill>
                <a:latin typeface="IPAexGothic"/>
                <a:ea typeface="IPAexGothic"/>
                <a:cs typeface="IPAexGothic"/>
              </a:defRPr>
            </a:pPr>
            <a:r>
              <a:rPr sz="1950" b="0">
                <a:solidFill>
                  <a:srgbClr val="172B3A"/>
                </a:solidFill>
                <a:latin typeface="IPAexGothic"/>
                <a:ea typeface="IPAexGothic"/>
                <a:cs typeface="IPAexGothic"/>
              </a:rPr>
              <a:t>判定理由の説明</a:t>
            </a:r>
          </a:p>
          <a:p xmlns:a="http://schemas.openxmlformats.org/drawingml/2006/main">
            <a:pPr algn="ctr">
              <a:buNone/>
              <a:defRPr sz="1950" b="0">
                <a:solidFill>
                  <a:srgbClr val="172B3A"/>
                </a:solidFill>
                <a:latin typeface="IPAexGothic"/>
                <a:ea typeface="IPAexGothic"/>
                <a:cs typeface="IPAexGothic"/>
              </a:defRPr>
            </a:pPr>
            <a:r>
              <a:rPr sz="1950" b="0">
                <a:solidFill>
                  <a:srgbClr val="172B3A"/>
                </a:solidFill>
                <a:latin typeface="IPAexGothic"/>
                <a:ea typeface="IPAexGothic"/>
                <a:cs typeface="IPAexGothic"/>
              </a:rPr>
              <a:t>モデル寄与と過去の統計</a:t>
            </a:r>
          </a:p>
        </p:txBody>
      </p:sp>
      <p:sp>
        <p:nvSpPr>
          <p:cNvPr id="11" name="text-10">
            <a:extLst xmlns:a="http://schemas.openxmlformats.org/drawingml/2006/main">
              <a:ext uri="{FF2B5EF4-FFF2-40B4-BE49-F238E27FC236}">
                <a16:creationId xmlns:a16="http://schemas.microsoft.com/office/drawing/2014/main" id="{FC145E17-6CA9-4796-A8BC-0345B80BBC72}"/>
              </a:ext>
            </a:extLst>
          </p:cNvPr>
          <p:cNvSpPr>
            <a:spLocks xmlns:a="http://schemas.openxmlformats.org/drawingml/2006/main" noGrp="1"/>
          </p:cNvSpPr>
          <p:nvPr/>
        </p:nvSpPr>
        <p:spPr>
          <a:xfrm xmlns:a="http://schemas.openxmlformats.org/drawingml/2006/main">
            <a:off x="609600" y="5953125"/>
            <a:ext cx="10906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86872"/>
                </a:solidFill>
                <a:latin typeface="IPAexGothic"/>
                <a:ea typeface="IPAexGothic"/>
                <a:cs typeface="IPAexGothic"/>
              </a:defRPr>
            </a:defPPr>
            <a:lvl1pPr algn="l">
              <a:buNone/>
              <a:defRPr sz="1575" b="0">
                <a:solidFill>
                  <a:srgbClr val="586872"/>
                </a:solidFill>
                <a:latin typeface="IPAexGothic"/>
                <a:ea typeface="IPAexGothic"/>
                <a:cs typeface="IPAexGothic"/>
              </a:defRPr>
            </a:lvl1pPr>
            <a:lvl2pPr algn="l">
              <a:buNone/>
              <a:defRPr sz="1575" b="0">
                <a:solidFill>
                  <a:srgbClr val="586872"/>
                </a:solidFill>
                <a:latin typeface="IPAexGothic"/>
                <a:ea typeface="IPAexGothic"/>
                <a:cs typeface="IPAexGothic"/>
              </a:defRPr>
            </a:lvl2pPr>
            <a:lvl3pPr algn="l">
              <a:buNone/>
              <a:defRPr sz="1575" b="0">
                <a:solidFill>
                  <a:srgbClr val="586872"/>
                </a:solidFill>
                <a:latin typeface="IPAexGothic"/>
                <a:ea typeface="IPAexGothic"/>
                <a:cs typeface="IPAexGothic"/>
              </a:defRPr>
            </a:lvl3pPr>
            <a:lvl4pPr algn="l">
              <a:buNone/>
              <a:defRPr sz="1575" b="0">
                <a:solidFill>
                  <a:srgbClr val="586872"/>
                </a:solidFill>
                <a:latin typeface="IPAexGothic"/>
                <a:ea typeface="IPAexGothic"/>
                <a:cs typeface="IPAexGothic"/>
              </a:defRPr>
            </a:lvl4pPr>
            <a:lvl5pPr algn="l">
              <a:buNone/>
              <a:defRPr sz="1575" b="0">
                <a:solidFill>
                  <a:srgbClr val="586872"/>
                </a:solidFill>
                <a:latin typeface="IPAexGothic"/>
                <a:ea typeface="IPAexGothic"/>
                <a:cs typeface="IPAexGothic"/>
              </a:defRPr>
            </a:lvl5pPr>
            <a:lvl6pPr algn="l">
              <a:buNone/>
              <a:defRPr sz="1575" b="0">
                <a:solidFill>
                  <a:srgbClr val="586872"/>
                </a:solidFill>
                <a:latin typeface="IPAexGothic"/>
                <a:ea typeface="IPAexGothic"/>
                <a:cs typeface="IPAexGothic"/>
              </a:defRPr>
            </a:lvl6pPr>
            <a:lvl7pPr algn="l">
              <a:buNone/>
              <a:defRPr sz="1575" b="0">
                <a:solidFill>
                  <a:srgbClr val="586872"/>
                </a:solidFill>
                <a:latin typeface="IPAexGothic"/>
                <a:ea typeface="IPAexGothic"/>
                <a:cs typeface="IPAexGothic"/>
              </a:defRPr>
            </a:lvl7pPr>
            <a:lvl8pPr algn="l">
              <a:buNone/>
              <a:defRPr sz="1575" b="0">
                <a:solidFill>
                  <a:srgbClr val="586872"/>
                </a:solidFill>
                <a:latin typeface="IPAexGothic"/>
                <a:ea typeface="IPAexGothic"/>
                <a:cs typeface="IPAexGothic"/>
              </a:defRPr>
            </a:lvl8pPr>
            <a:lvl9pPr algn="l">
              <a:buNone/>
              <a:defRPr sz="1575" b="0">
                <a:solidFill>
                  <a:srgbClr val="586872"/>
                </a:solidFill>
                <a:latin typeface="IPAexGothic"/>
                <a:ea typeface="IPAexGothic"/>
                <a:cs typeface="IPAexGothic"/>
              </a:defRPr>
            </a:lvl9pPr>
          </a:lstStyle>
          <a:p xmlns:a="http://schemas.openxmlformats.org/drawingml/2006/main">
            <a:pPr algn="l">
              <a:buNone/>
              <a:defRPr sz="1575" b="0">
                <a:solidFill>
                  <a:srgbClr val="586872"/>
                </a:solidFill>
                <a:latin typeface="IPAexGothic"/>
                <a:ea typeface="IPAexGothic"/>
                <a:cs typeface="IPAexGothic"/>
              </a:defRPr>
            </a:pPr>
            <a:r>
              <a:rPr sz="1575" b="0">
                <a:solidFill>
                  <a:srgbClr val="586872"/>
                </a:solidFill>
                <a:latin typeface="IPAexGothic"/>
                <a:ea typeface="IPAexGothic"/>
                <a:cs typeface="IPAexGothic"/>
              </a:rPr>
              <a:t>登録済みであること、統計的に確立したこと、削除可能であることを分けて管理</a:t>
            </a:r>
          </a:p>
        </p:txBody>
      </p:sp>
    </p:spTree>
    <p:extLst>
      <p:ext uri="{BB962C8B-B14F-4D97-AF65-F5344CB8AC3E}">
        <p14:creationId xmlns:p14="http://schemas.microsoft.com/office/powerpoint/2010/main" val="27321765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headline">
            <a:extLst xmlns:a="http://schemas.openxmlformats.org/drawingml/2006/main">
              <a:ext uri="{FF2B5EF4-FFF2-40B4-BE49-F238E27FC236}">
                <a16:creationId xmlns:a16="http://schemas.microsoft.com/office/drawing/2014/main" id="{E3DE5F4E-F05A-4FFC-859A-48D88033FAAB}"/>
              </a:ext>
            </a:extLst>
          </p:cNvPr>
          <p:cNvSpPr>
            <a:spLocks xmlns:a="http://schemas.openxmlformats.org/drawingml/2006/main" noGrp="1"/>
          </p:cNvSpPr>
          <p:nvPr/>
        </p:nvSpPr>
        <p:spPr>
          <a:xfrm xmlns:a="http://schemas.openxmlformats.org/drawingml/2006/main">
            <a:off x="590550" y="333375"/>
            <a:ext cx="1095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72B3A"/>
                </a:solidFill>
                <a:latin typeface="IPAexGothic"/>
                <a:ea typeface="IPAexGothic"/>
                <a:cs typeface="IPAexGothic"/>
              </a:defRPr>
            </a:defPPr>
            <a:lvl1pPr algn="l">
              <a:buNone/>
              <a:defRPr sz="3300" b="1">
                <a:solidFill>
                  <a:srgbClr val="172B3A"/>
                </a:solidFill>
                <a:latin typeface="IPAexGothic"/>
                <a:ea typeface="IPAexGothic"/>
                <a:cs typeface="IPAexGothic"/>
              </a:defRPr>
            </a:lvl1pPr>
            <a:lvl2pPr algn="l">
              <a:buNone/>
              <a:defRPr sz="3300" b="1">
                <a:solidFill>
                  <a:srgbClr val="172B3A"/>
                </a:solidFill>
                <a:latin typeface="IPAexGothic"/>
                <a:ea typeface="IPAexGothic"/>
                <a:cs typeface="IPAexGothic"/>
              </a:defRPr>
            </a:lvl2pPr>
            <a:lvl3pPr algn="l">
              <a:buNone/>
              <a:defRPr sz="3300" b="1">
                <a:solidFill>
                  <a:srgbClr val="172B3A"/>
                </a:solidFill>
                <a:latin typeface="IPAexGothic"/>
                <a:ea typeface="IPAexGothic"/>
                <a:cs typeface="IPAexGothic"/>
              </a:defRPr>
            </a:lvl3pPr>
            <a:lvl4pPr algn="l">
              <a:buNone/>
              <a:defRPr sz="3300" b="1">
                <a:solidFill>
                  <a:srgbClr val="172B3A"/>
                </a:solidFill>
                <a:latin typeface="IPAexGothic"/>
                <a:ea typeface="IPAexGothic"/>
                <a:cs typeface="IPAexGothic"/>
              </a:defRPr>
            </a:lvl4pPr>
            <a:lvl5pPr algn="l">
              <a:buNone/>
              <a:defRPr sz="3300" b="1">
                <a:solidFill>
                  <a:srgbClr val="172B3A"/>
                </a:solidFill>
                <a:latin typeface="IPAexGothic"/>
                <a:ea typeface="IPAexGothic"/>
                <a:cs typeface="IPAexGothic"/>
              </a:defRPr>
            </a:lvl5pPr>
            <a:lvl6pPr algn="l">
              <a:buNone/>
              <a:defRPr sz="3300" b="1">
                <a:solidFill>
                  <a:srgbClr val="172B3A"/>
                </a:solidFill>
                <a:latin typeface="IPAexGothic"/>
                <a:ea typeface="IPAexGothic"/>
                <a:cs typeface="IPAexGothic"/>
              </a:defRPr>
            </a:lvl6pPr>
            <a:lvl7pPr algn="l">
              <a:buNone/>
              <a:defRPr sz="3300" b="1">
                <a:solidFill>
                  <a:srgbClr val="172B3A"/>
                </a:solidFill>
                <a:latin typeface="IPAexGothic"/>
                <a:ea typeface="IPAexGothic"/>
                <a:cs typeface="IPAexGothic"/>
              </a:defRPr>
            </a:lvl7pPr>
            <a:lvl8pPr algn="l">
              <a:buNone/>
              <a:defRPr sz="3300" b="1">
                <a:solidFill>
                  <a:srgbClr val="172B3A"/>
                </a:solidFill>
                <a:latin typeface="IPAexGothic"/>
                <a:ea typeface="IPAexGothic"/>
                <a:cs typeface="IPAexGothic"/>
              </a:defRPr>
            </a:lvl8pPr>
            <a:lvl9pPr algn="l">
              <a:buNone/>
              <a:defRPr sz="3300" b="1">
                <a:solidFill>
                  <a:srgbClr val="172B3A"/>
                </a:solidFill>
                <a:latin typeface="IPAexGothic"/>
                <a:ea typeface="IPAexGothic"/>
                <a:cs typeface="IPAexGothic"/>
              </a:defRPr>
            </a:lvl9pPr>
          </a:lstStyle>
          <a:p xmlns:a="http://schemas.openxmlformats.org/drawingml/2006/main">
            <a:pPr algn="l">
              <a:buNone/>
              <a:defRPr sz="3300" b="1">
                <a:solidFill>
                  <a:srgbClr val="172B3A"/>
                </a:solidFill>
                <a:latin typeface="IPAexGothic"/>
                <a:ea typeface="IPAexGothic"/>
                <a:cs typeface="IPAexGothic"/>
              </a:defRPr>
            </a:pPr>
            <a:r>
              <a:rPr sz="3300" b="1">
                <a:solidFill>
                  <a:srgbClr val="172B3A"/>
                </a:solidFill>
                <a:latin typeface="IPAexGothic"/>
                <a:ea typeface="IPAexGothic"/>
                <a:cs typeface="IPAexGothic"/>
              </a:rPr>
              <a:t>パターンと元データと出現情報の違い</a:t>
            </a:r>
          </a:p>
        </p:txBody>
      </p:sp>
      <p:sp>
        <p:nvSpPr>
          <p:cNvPr id="2" name="summary">
            <a:extLst xmlns:a="http://schemas.openxmlformats.org/drawingml/2006/main">
              <a:ext uri="{FF2B5EF4-FFF2-40B4-BE49-F238E27FC236}">
                <a16:creationId xmlns:a16="http://schemas.microsoft.com/office/drawing/2014/main" id="{CA29AF87-1B6F-4AFF-976E-7563C96377A1}"/>
              </a:ext>
            </a:extLst>
          </p:cNvPr>
          <p:cNvSpPr>
            <a:spLocks xmlns:a="http://schemas.openxmlformats.org/drawingml/2006/main" noGrp="1"/>
          </p:cNvSpPr>
          <p:nvPr/>
        </p:nvSpPr>
        <p:spPr>
          <a:xfrm xmlns:a="http://schemas.openxmlformats.org/drawingml/2006/main">
            <a:off x="609600" y="1028700"/>
            <a:ext cx="10896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86872"/>
                </a:solidFill>
                <a:latin typeface="IPAexGothic"/>
                <a:ea typeface="IPAexGothic"/>
                <a:cs typeface="IPAexGothic"/>
              </a:defRPr>
            </a:defPPr>
            <a:lvl1pPr algn="l">
              <a:buNone/>
              <a:defRPr sz="1800" b="0">
                <a:solidFill>
                  <a:srgbClr val="586872"/>
                </a:solidFill>
                <a:latin typeface="IPAexGothic"/>
                <a:ea typeface="IPAexGothic"/>
                <a:cs typeface="IPAexGothic"/>
              </a:defRPr>
            </a:lvl1pPr>
            <a:lvl2pPr algn="l">
              <a:buNone/>
              <a:defRPr sz="1800" b="0">
                <a:solidFill>
                  <a:srgbClr val="586872"/>
                </a:solidFill>
                <a:latin typeface="IPAexGothic"/>
                <a:ea typeface="IPAexGothic"/>
                <a:cs typeface="IPAexGothic"/>
              </a:defRPr>
            </a:lvl2pPr>
            <a:lvl3pPr algn="l">
              <a:buNone/>
              <a:defRPr sz="1800" b="0">
                <a:solidFill>
                  <a:srgbClr val="586872"/>
                </a:solidFill>
                <a:latin typeface="IPAexGothic"/>
                <a:ea typeface="IPAexGothic"/>
                <a:cs typeface="IPAexGothic"/>
              </a:defRPr>
            </a:lvl3pPr>
            <a:lvl4pPr algn="l">
              <a:buNone/>
              <a:defRPr sz="1800" b="0">
                <a:solidFill>
                  <a:srgbClr val="586872"/>
                </a:solidFill>
                <a:latin typeface="IPAexGothic"/>
                <a:ea typeface="IPAexGothic"/>
                <a:cs typeface="IPAexGothic"/>
              </a:defRPr>
            </a:lvl4pPr>
            <a:lvl5pPr algn="l">
              <a:buNone/>
              <a:defRPr sz="1800" b="0">
                <a:solidFill>
                  <a:srgbClr val="586872"/>
                </a:solidFill>
                <a:latin typeface="IPAexGothic"/>
                <a:ea typeface="IPAexGothic"/>
                <a:cs typeface="IPAexGothic"/>
              </a:defRPr>
            </a:lvl5pPr>
            <a:lvl6pPr algn="l">
              <a:buNone/>
              <a:defRPr sz="1800" b="0">
                <a:solidFill>
                  <a:srgbClr val="586872"/>
                </a:solidFill>
                <a:latin typeface="IPAexGothic"/>
                <a:ea typeface="IPAexGothic"/>
                <a:cs typeface="IPAexGothic"/>
              </a:defRPr>
            </a:lvl6pPr>
            <a:lvl7pPr algn="l">
              <a:buNone/>
              <a:defRPr sz="1800" b="0">
                <a:solidFill>
                  <a:srgbClr val="586872"/>
                </a:solidFill>
                <a:latin typeface="IPAexGothic"/>
                <a:ea typeface="IPAexGothic"/>
                <a:cs typeface="IPAexGothic"/>
              </a:defRPr>
            </a:lvl7pPr>
            <a:lvl8pPr algn="l">
              <a:buNone/>
              <a:defRPr sz="1800" b="0">
                <a:solidFill>
                  <a:srgbClr val="586872"/>
                </a:solidFill>
                <a:latin typeface="IPAexGothic"/>
                <a:ea typeface="IPAexGothic"/>
                <a:cs typeface="IPAexGothic"/>
              </a:defRPr>
            </a:lvl8pPr>
            <a:lvl9pPr algn="l">
              <a:buNone/>
              <a:defRPr sz="1800" b="0">
                <a:solidFill>
                  <a:srgbClr val="586872"/>
                </a:solidFill>
                <a:latin typeface="IPAexGothic"/>
                <a:ea typeface="IPAexGothic"/>
                <a:cs typeface="IPAexGothic"/>
              </a:defRPr>
            </a:lvl9pPr>
          </a:lstStyle>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パターン定義は複数の元データを照合するための情報で、観測した元データそのものではありません。</a:t>
            </a:r>
          </a:p>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本例は蓄積した窓を群分けし、中心波形と照合範囲を定義として登録します。</a:t>
            </a:r>
          </a:p>
        </p:txBody>
      </p:sp>
      <p:sp>
        <p:nvSpPr>
          <p:cNvPr id="3" name="text-2">
            <a:extLst xmlns:a="http://schemas.openxmlformats.org/drawingml/2006/main">
              <a:ext uri="{FF2B5EF4-FFF2-40B4-BE49-F238E27FC236}">
                <a16:creationId xmlns:a16="http://schemas.microsoft.com/office/drawing/2014/main" id="{DD0F422E-DBB3-4858-8C93-A2EE7B9FF410}"/>
              </a:ext>
            </a:extLst>
          </p:cNvPr>
          <p:cNvSpPr>
            <a:spLocks xmlns:a="http://schemas.openxmlformats.org/drawingml/2006/main" noGrp="1"/>
          </p:cNvSpPr>
          <p:nvPr/>
        </p:nvSpPr>
        <p:spPr>
          <a:xfrm xmlns:a="http://schemas.openxmlformats.org/drawingml/2006/main">
            <a:off x="11239500" y="644842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872"/>
                </a:solidFill>
                <a:latin typeface="IPAexGothic"/>
                <a:ea typeface="IPAexGothic"/>
                <a:cs typeface="IPAexGothic"/>
              </a:defRPr>
            </a:defPPr>
            <a:lvl1pPr algn="r">
              <a:buNone/>
              <a:defRPr sz="1275" b="0">
                <a:solidFill>
                  <a:srgbClr val="586872"/>
                </a:solidFill>
                <a:latin typeface="IPAexGothic"/>
                <a:ea typeface="IPAexGothic"/>
                <a:cs typeface="IPAexGothic"/>
              </a:defRPr>
            </a:lvl1pPr>
            <a:lvl2pPr algn="r">
              <a:buNone/>
              <a:defRPr sz="1275" b="0">
                <a:solidFill>
                  <a:srgbClr val="586872"/>
                </a:solidFill>
                <a:latin typeface="IPAexGothic"/>
                <a:ea typeface="IPAexGothic"/>
                <a:cs typeface="IPAexGothic"/>
              </a:defRPr>
            </a:lvl2pPr>
            <a:lvl3pPr algn="r">
              <a:buNone/>
              <a:defRPr sz="1275" b="0">
                <a:solidFill>
                  <a:srgbClr val="586872"/>
                </a:solidFill>
                <a:latin typeface="IPAexGothic"/>
                <a:ea typeface="IPAexGothic"/>
                <a:cs typeface="IPAexGothic"/>
              </a:defRPr>
            </a:lvl3pPr>
            <a:lvl4pPr algn="r">
              <a:buNone/>
              <a:defRPr sz="1275" b="0">
                <a:solidFill>
                  <a:srgbClr val="586872"/>
                </a:solidFill>
                <a:latin typeface="IPAexGothic"/>
                <a:ea typeface="IPAexGothic"/>
                <a:cs typeface="IPAexGothic"/>
              </a:defRPr>
            </a:lvl4pPr>
            <a:lvl5pPr algn="r">
              <a:buNone/>
              <a:defRPr sz="1275" b="0">
                <a:solidFill>
                  <a:srgbClr val="586872"/>
                </a:solidFill>
                <a:latin typeface="IPAexGothic"/>
                <a:ea typeface="IPAexGothic"/>
                <a:cs typeface="IPAexGothic"/>
              </a:defRPr>
            </a:lvl5pPr>
            <a:lvl6pPr algn="r">
              <a:buNone/>
              <a:defRPr sz="1275" b="0">
                <a:solidFill>
                  <a:srgbClr val="586872"/>
                </a:solidFill>
                <a:latin typeface="IPAexGothic"/>
                <a:ea typeface="IPAexGothic"/>
                <a:cs typeface="IPAexGothic"/>
              </a:defRPr>
            </a:lvl6pPr>
            <a:lvl7pPr algn="r">
              <a:buNone/>
              <a:defRPr sz="1275" b="0">
                <a:solidFill>
                  <a:srgbClr val="586872"/>
                </a:solidFill>
                <a:latin typeface="IPAexGothic"/>
                <a:ea typeface="IPAexGothic"/>
                <a:cs typeface="IPAexGothic"/>
              </a:defRPr>
            </a:lvl7pPr>
            <a:lvl8pPr algn="r">
              <a:buNone/>
              <a:defRPr sz="1275" b="0">
                <a:solidFill>
                  <a:srgbClr val="586872"/>
                </a:solidFill>
                <a:latin typeface="IPAexGothic"/>
                <a:ea typeface="IPAexGothic"/>
                <a:cs typeface="IPAexGothic"/>
              </a:defRPr>
            </a:lvl8pPr>
            <a:lvl9pPr algn="r">
              <a:buNone/>
              <a:defRPr sz="1275" b="0">
                <a:solidFill>
                  <a:srgbClr val="586872"/>
                </a:solidFill>
                <a:latin typeface="IPAexGothic"/>
                <a:ea typeface="IPAexGothic"/>
                <a:cs typeface="IPAexGothic"/>
              </a:defRPr>
            </a:lvl9pPr>
          </a:lstStyle>
          <a:p xmlns:a="http://schemas.openxmlformats.org/drawingml/2006/main">
            <a:pPr algn="r">
              <a:buNone/>
              <a:defRPr sz="1275" b="0">
                <a:solidFill>
                  <a:srgbClr val="586872"/>
                </a:solidFill>
                <a:latin typeface="IPAexGothic"/>
                <a:ea typeface="IPAexGothic"/>
                <a:cs typeface="IPAexGothic"/>
              </a:defRPr>
            </a:pPr>
            <a:r>
              <a:rPr sz="1275" b="0">
                <a:solidFill>
                  <a:srgbClr val="586872"/>
                </a:solidFill>
                <a:latin typeface="IPAexGothic"/>
                <a:ea typeface="IPAexGothic"/>
                <a:cs typeface="IPAexGothic"/>
              </a:rPr>
              <a:t>05</a:t>
            </a:r>
          </a:p>
        </p:txBody>
      </p:sp>
      <p:graphicFrame>
        <p:nvGraphicFramePr>
          <p:cNvPr id="7" name="">
            <a:extLst xmlns:a="http://schemas.openxmlformats.org/drawingml/2006/main">
              <a:ext uri="{FF2B5EF4-FFF2-40B4-BE49-F238E27FC236}">
                <a16:creationId xmlns:a16="http://schemas.microsoft.com/office/drawing/2014/main" id="{8E0CFBF7-CDF0-4402-89D9-919B5EDE2DCE}"/>
              </a:ext>
            </a:extLst>
          </p:cNvPr>
          <p:cNvGraphicFramePr/>
          <p:nvPr/>
        </p:nvGraphicFramePr>
        <p:xfrm>
          <a:off xmlns:a="http://schemas.openxmlformats.org/drawingml/2006/main" x="609600" y="1762125"/>
          <a:ext xmlns:a="http://schemas.openxmlformats.org/drawingml/2006/main" cx="10972800" cy="3952875"/>
        </p:xfrm>
        <a:graphic xmlns:a="http://schemas.openxmlformats.org/drawingml/2006/main">
          <a:graphicData uri="http://schemas.openxmlformats.org/drawingml/2006/table">
            <a:tbl>
              <a:tblPr firstRow="1" bandRow="0"/>
              <a:tblGrid>
                <a:gridCol w="2333625"/>
                <a:gridCol w="8639175"/>
              </a:tblGrid>
              <a:tr h="658813">
                <a:tc>
                  <a:txBody>
                    <a:bodyPr wrap="square" lIns="114300" tIns="66675" rIns="114300" bIns="66675"/>
                    <a:lstStyle/>
                    <a:p>
                      <a:r>
                        <a:rPr sz="1800" b="1">
                          <a:solidFill>
                            <a:srgbClr val="172B3A"/>
                          </a:solidFill>
                          <a:latin typeface="IPAexGothic"/>
                          <a:ea typeface="IPAexGothic"/>
                          <a:cs typeface="IPAexGothic"/>
                        </a:rPr>
                        <a:t>言葉</a:t>
                      </a:r>
                    </a:p>
                  </a:txBody>
                  <a:tcPr marL="91440" marR="91440" marT="45720" marB="45720" anchor="ctr">
                    <a:lnL w="9525">
                      <a:solidFill>
                        <a:srgbClr val="BCCAD2"/>
                      </a:solidFill>
                      <a:prstDash val="solid"/>
                    </a:lnL>
                    <a:lnR w="9525">
                      <a:solidFill>
                        <a:srgbClr val="BCCAD2"/>
                      </a:solidFill>
                      <a:prstDash val="solid"/>
                    </a:lnR>
                    <a:lnT w="9525">
                      <a:solidFill>
                        <a:srgbClr val="BCCAD2"/>
                      </a:solidFill>
                      <a:prstDash val="solid"/>
                    </a:lnT>
                    <a:lnB w="9525">
                      <a:solidFill>
                        <a:srgbClr val="BCCAD2"/>
                      </a:solidFill>
                      <a:prstDash val="solid"/>
                    </a:lnB>
                    <a:solidFill>
                      <a:srgbClr val="EAF1F5"/>
                    </a:solidFill>
                  </a:tcPr>
                </a:tc>
                <a:tc>
                  <a:txBody>
                    <a:bodyPr wrap="square" lIns="114300" tIns="66675" rIns="114300" bIns="66675"/>
                    <a:lstStyle/>
                    <a:p>
                      <a:r>
                        <a:rPr sz="1800" b="1">
                          <a:solidFill>
                            <a:srgbClr val="172B3A"/>
                          </a:solidFill>
                          <a:latin typeface="IPAexGothic"/>
                          <a:ea typeface="IPAexGothic"/>
                          <a:cs typeface="IPAexGothic"/>
                        </a:rPr>
                        <a:t>本文での意味・具体例</a:t>
                      </a:r>
                    </a:p>
                  </a:txBody>
                  <a:tcPr marL="91440" marR="91440" marT="45720" marB="45720" anchor="ctr">
                    <a:lnR w="9525">
                      <a:solidFill>
                        <a:srgbClr val="BCCAD2"/>
                      </a:solidFill>
                      <a:prstDash val="solid"/>
                    </a:lnR>
                    <a:lnT w="9525">
                      <a:solidFill>
                        <a:srgbClr val="BCCAD2"/>
                      </a:solidFill>
                      <a:prstDash val="solid"/>
                    </a:lnT>
                    <a:lnB w="9525">
                      <a:solidFill>
                        <a:srgbClr val="BCCAD2"/>
                      </a:solidFill>
                      <a:prstDash val="solid"/>
                    </a:lnB>
                    <a:solidFill>
                      <a:srgbClr val="EAF1F5"/>
                    </a:solidFill>
                  </a:tcPr>
                </a:tc>
              </a:tr>
              <a:tr h="658813">
                <a:tc>
                  <a:txBody>
                    <a:bodyPr wrap="square" lIns="114300" tIns="66675" rIns="114300" bIns="66675"/>
                    <a:lstStyle/>
                    <a:p>
                      <a:r>
                        <a:rPr sz="1800" b="0">
                          <a:solidFill>
                            <a:srgbClr val="172B3A"/>
                          </a:solidFill>
                          <a:latin typeface="IPAexGothic"/>
                          <a:ea typeface="IPAexGothic"/>
                          <a:cs typeface="IPAexGothic"/>
                        </a:rPr>
                        <a:t>元データ</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FFFFF"/>
                    </a:solidFill>
                  </a:tcPr>
                </a:tc>
                <a:tc>
                  <a:txBody>
                    <a:bodyPr wrap="square" lIns="114300" tIns="66675" rIns="114300" bIns="66675"/>
                    <a:lstStyle/>
                    <a:p>
                      <a:r>
                        <a:rPr sz="1800" b="0">
                          <a:solidFill>
                            <a:srgbClr val="172B3A"/>
                          </a:solidFill>
                          <a:latin typeface="IPAexGothic"/>
                          <a:ea typeface="IPAexGothic"/>
                          <a:cs typeface="IPAexGothic"/>
                        </a:rPr>
                        <a:t>時刻ごとの実測値。W000なら振動30点・温度30点のログ。</a:t>
                      </a:r>
                    </a:p>
                  </a:txBody>
                  <a:tcPr marL="91440" marR="91440" marT="45720" marB="45720" anchor="ctr">
                    <a:lnR w="9525">
                      <a:solidFill>
                        <a:srgbClr val="BCCAD2"/>
                      </a:solidFill>
                      <a:prstDash val="solid"/>
                    </a:lnR>
                    <a:lnB w="9525">
                      <a:solidFill>
                        <a:srgbClr val="BCCAD2"/>
                      </a:solidFill>
                      <a:prstDash val="solid"/>
                    </a:lnB>
                    <a:solidFill>
                      <a:srgbClr val="FFFFFF"/>
                    </a:solidFill>
                  </a:tcPr>
                </a:tc>
              </a:tr>
              <a:tr h="658813">
                <a:tc>
                  <a:txBody>
                    <a:bodyPr wrap="square" lIns="114300" tIns="66675" rIns="114300" bIns="66675"/>
                    <a:lstStyle/>
                    <a:p>
                      <a:r>
                        <a:rPr sz="1800" b="0">
                          <a:solidFill>
                            <a:srgbClr val="172B3A"/>
                          </a:solidFill>
                          <a:latin typeface="IPAexGothic"/>
                          <a:ea typeface="IPAexGothic"/>
                          <a:cs typeface="IPAexGothic"/>
                        </a:rPr>
                        <a:t>代表元データ</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8FAFB"/>
                    </a:solidFill>
                  </a:tcPr>
                </a:tc>
                <a:tc>
                  <a:txBody>
                    <a:bodyPr wrap="square" lIns="114300" tIns="66675" rIns="114300" bIns="66675"/>
                    <a:lstStyle/>
                    <a:p>
                      <a:r>
                        <a:rPr sz="1800" b="0">
                          <a:solidFill>
                            <a:srgbClr val="172B3A"/>
                          </a:solidFill>
                          <a:latin typeface="IPAexGothic"/>
                          <a:ea typeface="IPAexGothic"/>
                          <a:cs typeface="IPAexGothic"/>
                        </a:rPr>
                        <a:t>群の中心に近い、実在する一つの窓のログ。保存先を参照する。</a:t>
                      </a:r>
                    </a:p>
                  </a:txBody>
                  <a:tcPr marL="91440" marR="91440" marT="45720" marB="45720" anchor="ctr">
                    <a:lnR w="9525">
                      <a:solidFill>
                        <a:srgbClr val="BCCAD2"/>
                      </a:solidFill>
                      <a:prstDash val="solid"/>
                    </a:lnR>
                    <a:lnB w="9525">
                      <a:solidFill>
                        <a:srgbClr val="BCCAD2"/>
                      </a:solidFill>
                      <a:prstDash val="solid"/>
                    </a:lnB>
                    <a:solidFill>
                      <a:srgbClr val="F8FAFB"/>
                    </a:solidFill>
                  </a:tcPr>
                </a:tc>
              </a:tr>
              <a:tr h="658813">
                <a:tc>
                  <a:txBody>
                    <a:bodyPr wrap="square" lIns="114300" tIns="66675" rIns="114300" bIns="66675"/>
                    <a:lstStyle/>
                    <a:p>
                      <a:r>
                        <a:rPr sz="1800" b="0">
                          <a:solidFill>
                            <a:srgbClr val="172B3A"/>
                          </a:solidFill>
                          <a:latin typeface="IPAexGothic"/>
                          <a:ea typeface="IPAexGothic"/>
                          <a:cs typeface="IPAexGothic"/>
                        </a:rPr>
                        <a:t>パターン定義</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FFFFF"/>
                    </a:solidFill>
                  </a:tcPr>
                </a:tc>
                <a:tc>
                  <a:txBody>
                    <a:bodyPr wrap="square" lIns="114300" tIns="66675" rIns="114300" bIns="66675"/>
                    <a:lstStyle/>
                    <a:p>
                      <a:r>
                        <a:rPr sz="1800" b="0">
                          <a:solidFill>
                            <a:srgbClr val="172B3A"/>
                          </a:solidFill>
                          <a:latin typeface="IPAexGothic"/>
                          <a:ea typeface="IPAexGothic"/>
                          <a:cs typeface="IPAexGothic"/>
                        </a:rPr>
                        <a:t>P001第1版：群の中心波形60値、尺度変換、二つの照合範囲。</a:t>
                      </a:r>
                    </a:p>
                  </a:txBody>
                  <a:tcPr marL="91440" marR="91440" marT="45720" marB="45720" anchor="ctr">
                    <a:lnR w="9525">
                      <a:solidFill>
                        <a:srgbClr val="BCCAD2"/>
                      </a:solidFill>
                      <a:prstDash val="solid"/>
                    </a:lnR>
                    <a:lnB w="9525">
                      <a:solidFill>
                        <a:srgbClr val="BCCAD2"/>
                      </a:solidFill>
                      <a:prstDash val="solid"/>
                    </a:lnB>
                    <a:solidFill>
                      <a:srgbClr val="FFFFFF"/>
                    </a:solidFill>
                  </a:tcPr>
                </a:tc>
              </a:tr>
              <a:tr h="658813">
                <a:tc>
                  <a:txBody>
                    <a:bodyPr wrap="square" lIns="114300" tIns="66675" rIns="114300" bIns="66675"/>
                    <a:lstStyle/>
                    <a:p>
                      <a:r>
                        <a:rPr sz="1800" b="0">
                          <a:solidFill>
                            <a:srgbClr val="172B3A"/>
                          </a:solidFill>
                          <a:latin typeface="IPAexGothic"/>
                          <a:ea typeface="IPAexGothic"/>
                          <a:cs typeface="IPAexGothic"/>
                        </a:rPr>
                        <a:t>出現情報</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8FAFB"/>
                    </a:solidFill>
                  </a:tcPr>
                </a:tc>
                <a:tc>
                  <a:txBody>
                    <a:bodyPr wrap="square" lIns="114300" tIns="66675" rIns="114300" bIns="66675"/>
                    <a:lstStyle/>
                    <a:p>
                      <a:r>
                        <a:rPr sz="1800" b="0">
                          <a:solidFill>
                            <a:srgbClr val="172B3A"/>
                          </a:solidFill>
                          <a:latin typeface="IPAexGothic"/>
                          <a:ea typeface="IPAexGothic"/>
                          <a:cs typeface="IPAexGothic"/>
                        </a:rPr>
                        <a:t>照合した窓ID・時刻・距離・出現ID・運転条件などの記録。</a:t>
                      </a:r>
                    </a:p>
                  </a:txBody>
                  <a:tcPr marL="91440" marR="91440" marT="45720" marB="45720" anchor="ctr">
                    <a:lnR w="9525">
                      <a:solidFill>
                        <a:srgbClr val="BCCAD2"/>
                      </a:solidFill>
                      <a:prstDash val="solid"/>
                    </a:lnR>
                    <a:lnB w="9525">
                      <a:solidFill>
                        <a:srgbClr val="BCCAD2"/>
                      </a:solidFill>
                      <a:prstDash val="solid"/>
                    </a:lnB>
                    <a:solidFill>
                      <a:srgbClr val="F8FAFB"/>
                    </a:solidFill>
                  </a:tcPr>
                </a:tc>
              </a:tr>
              <a:tr h="658813">
                <a:tc>
                  <a:txBody>
                    <a:bodyPr wrap="square" lIns="114300" tIns="66675" rIns="114300" bIns="66675"/>
                    <a:lstStyle/>
                    <a:p>
                      <a:r>
                        <a:rPr sz="1800" b="0">
                          <a:solidFill>
                            <a:srgbClr val="172B3A"/>
                          </a:solidFill>
                          <a:latin typeface="IPAexGothic"/>
                          <a:ea typeface="IPAexGothic"/>
                          <a:cs typeface="IPAexGothic"/>
                        </a:rPr>
                        <a:t>統計評価情報</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FFFFF"/>
                    </a:solidFill>
                  </a:tcPr>
                </a:tc>
                <a:tc>
                  <a:txBody>
                    <a:bodyPr wrap="square" lIns="114300" tIns="66675" rIns="114300" bIns="66675"/>
                    <a:lstStyle/>
                    <a:p>
                      <a:r>
                        <a:rPr sz="1800" b="0">
                          <a:solidFill>
                            <a:srgbClr val="172B3A"/>
                          </a:solidFill>
                          <a:latin typeface="IPAexGothic"/>
                          <a:ea typeface="IPAexGothic"/>
                          <a:cs typeface="IPAexGothic"/>
                        </a:rPr>
                        <a:t>出現数、出現率、距離の分布、不確かさ、条件別の関連を集計。</a:t>
                      </a:r>
                    </a:p>
                  </a:txBody>
                  <a:tcPr marL="91440" marR="91440" marT="45720" marB="45720" anchor="ctr">
                    <a:lnR w="9525">
                      <a:solidFill>
                        <a:srgbClr val="BCCAD2"/>
                      </a:solidFill>
                      <a:prstDash val="solid"/>
                    </a:lnR>
                    <a:lnB w="9525">
                      <a:solidFill>
                        <a:srgbClr val="BCCAD2"/>
                      </a:solidFill>
                      <a:prstDash val="solid"/>
                    </a:lnB>
                    <a:solidFill>
                      <a:srgbClr val="FFFFFF"/>
                    </a:solidFill>
                  </a:tcPr>
                </a:tc>
              </a:tr>
            </a:tbl>
          </a:graphicData>
        </a:graphic>
      </p:graphicFrame>
      <p:sp>
        <p:nvSpPr>
          <p:cNvPr id="8" name="text-3">
            <a:extLst xmlns:a="http://schemas.openxmlformats.org/drawingml/2006/main">
              <a:ext uri="{FF2B5EF4-FFF2-40B4-BE49-F238E27FC236}">
                <a16:creationId xmlns:a16="http://schemas.microsoft.com/office/drawing/2014/main" id="{B872EEB8-7378-4760-B6C5-BD0BE3935BB2}"/>
              </a:ext>
            </a:extLst>
          </p:cNvPr>
          <p:cNvSpPr>
            <a:spLocks xmlns:a="http://schemas.openxmlformats.org/drawingml/2006/main" noGrp="1"/>
          </p:cNvSpPr>
          <p:nvPr/>
        </p:nvSpPr>
        <p:spPr>
          <a:xfrm xmlns:a="http://schemas.openxmlformats.org/drawingml/2006/main">
            <a:off x="609600" y="5953125"/>
            <a:ext cx="10906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1575" b="0">
                <a:solidFill>
                  <a:srgbClr val="586872"/>
                </a:solidFill>
                <a:latin typeface="IPAexGothic"/>
                <a:ea typeface="IPAexGothic"/>
                <a:cs typeface="IPAexGothic"/>
              </a:defRPr>
            </a:defPPr>
            <a:lvl1pPr algn="l">
              <a:buNone/>
              <a:defRPr sz="1575" b="0">
                <a:solidFill>
                  <a:srgbClr val="586872"/>
                </a:solidFill>
                <a:latin typeface="IPAexGothic"/>
                <a:ea typeface="IPAexGothic"/>
                <a:cs typeface="IPAexGothic"/>
              </a:defRPr>
            </a:lvl1pPr>
            <a:lvl2pPr algn="l">
              <a:buNone/>
              <a:defRPr sz="1575" b="0">
                <a:solidFill>
                  <a:srgbClr val="586872"/>
                </a:solidFill>
                <a:latin typeface="IPAexGothic"/>
                <a:ea typeface="IPAexGothic"/>
                <a:cs typeface="IPAexGothic"/>
              </a:defRPr>
            </a:lvl2pPr>
            <a:lvl3pPr algn="l">
              <a:buNone/>
              <a:defRPr sz="1575" b="0">
                <a:solidFill>
                  <a:srgbClr val="586872"/>
                </a:solidFill>
                <a:latin typeface="IPAexGothic"/>
                <a:ea typeface="IPAexGothic"/>
                <a:cs typeface="IPAexGothic"/>
              </a:defRPr>
            </a:lvl3pPr>
            <a:lvl4pPr algn="l">
              <a:buNone/>
              <a:defRPr sz="1575" b="0">
                <a:solidFill>
                  <a:srgbClr val="586872"/>
                </a:solidFill>
                <a:latin typeface="IPAexGothic"/>
                <a:ea typeface="IPAexGothic"/>
                <a:cs typeface="IPAexGothic"/>
              </a:defRPr>
            </a:lvl4pPr>
            <a:lvl5pPr algn="l">
              <a:buNone/>
              <a:defRPr sz="1575" b="0">
                <a:solidFill>
                  <a:srgbClr val="586872"/>
                </a:solidFill>
                <a:latin typeface="IPAexGothic"/>
                <a:ea typeface="IPAexGothic"/>
                <a:cs typeface="IPAexGothic"/>
              </a:defRPr>
            </a:lvl5pPr>
            <a:lvl6pPr algn="l">
              <a:buNone/>
              <a:defRPr sz="1575" b="0">
                <a:solidFill>
                  <a:srgbClr val="586872"/>
                </a:solidFill>
                <a:latin typeface="IPAexGothic"/>
                <a:ea typeface="IPAexGothic"/>
                <a:cs typeface="IPAexGothic"/>
              </a:defRPr>
            </a:lvl6pPr>
            <a:lvl7pPr algn="l">
              <a:buNone/>
              <a:defRPr sz="1575" b="0">
                <a:solidFill>
                  <a:srgbClr val="586872"/>
                </a:solidFill>
                <a:latin typeface="IPAexGothic"/>
                <a:ea typeface="IPAexGothic"/>
                <a:cs typeface="IPAexGothic"/>
              </a:defRPr>
            </a:lvl7pPr>
            <a:lvl8pPr algn="l">
              <a:buNone/>
              <a:defRPr sz="1575" b="0">
                <a:solidFill>
                  <a:srgbClr val="586872"/>
                </a:solidFill>
                <a:latin typeface="IPAexGothic"/>
                <a:ea typeface="IPAexGothic"/>
                <a:cs typeface="IPAexGothic"/>
              </a:defRPr>
            </a:lvl8pPr>
            <a:lvl9pPr algn="l">
              <a:buNone/>
              <a:defRPr sz="1575" b="0">
                <a:solidFill>
                  <a:srgbClr val="586872"/>
                </a:solidFill>
                <a:latin typeface="IPAexGothic"/>
                <a:ea typeface="IPAexGothic"/>
                <a:cs typeface="IPAexGothic"/>
              </a:defRPr>
            </a:lvl9pPr>
          </a:lstStyle>
          <a:p xmlns:a="http://schemas.openxmlformats.org/drawingml/2006/main">
            <a:pPr algn="l">
              <a:buNone/>
              <a:defRPr sz="1575" b="0">
                <a:solidFill>
                  <a:srgbClr val="586872"/>
                </a:solidFill>
                <a:latin typeface="IPAexGothic"/>
                <a:ea typeface="IPAexGothic"/>
                <a:cs typeface="IPAexGothic"/>
              </a:defRPr>
            </a:pPr>
            <a:r>
              <a:rPr sz="1575" b="0">
                <a:solidFill>
                  <a:srgbClr val="586872"/>
                </a:solidFill>
                <a:latin typeface="IPAexGothic"/>
                <a:ea typeface="IPAexGothic"/>
                <a:cs typeface="IPAexGothic"/>
              </a:rPr>
              <a:t>「代表的なパターン」は曖昧なため、定義・代表元データ・確立度を分けて表記する</a:t>
            </a:r>
          </a:p>
        </p:txBody>
      </p:sp>
    </p:spTree>
    <p:extLst>
      <p:ext uri="{BB962C8B-B14F-4D97-AF65-F5344CB8AC3E}">
        <p14:creationId xmlns:p14="http://schemas.microsoft.com/office/powerpoint/2010/main" val="198641294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headline">
            <a:extLst xmlns:a="http://schemas.openxmlformats.org/drawingml/2006/main">
              <a:ext uri="{FF2B5EF4-FFF2-40B4-BE49-F238E27FC236}">
                <a16:creationId xmlns:a16="http://schemas.microsoft.com/office/drawing/2014/main" id="{08F65BE6-B372-45E8-B570-B25EB06F4411}"/>
              </a:ext>
            </a:extLst>
          </p:cNvPr>
          <p:cNvSpPr>
            <a:spLocks xmlns:a="http://schemas.openxmlformats.org/drawingml/2006/main" noGrp="1"/>
          </p:cNvSpPr>
          <p:nvPr/>
        </p:nvSpPr>
        <p:spPr>
          <a:xfrm xmlns:a="http://schemas.openxmlformats.org/drawingml/2006/main">
            <a:off x="590550" y="333375"/>
            <a:ext cx="1095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2B3A"/>
                </a:solidFill>
                <a:latin typeface="IPAexGothic"/>
                <a:ea typeface="IPAexGothic"/>
                <a:cs typeface="IPAexGothic"/>
              </a:defRPr>
            </a:defPPr>
            <a:lvl1pPr>
              <a:buNone/>
              <a:defRPr sz="3300" b="1">
                <a:solidFill>
                  <a:srgbClr val="172B3A"/>
                </a:solidFill>
                <a:latin typeface="IPAexGothic"/>
                <a:ea typeface="IPAexGothic"/>
                <a:cs typeface="IPAexGothic"/>
              </a:defRPr>
            </a:lvl1pPr>
            <a:lvl2pPr>
              <a:buNone/>
              <a:defRPr sz="3300" b="1">
                <a:solidFill>
                  <a:srgbClr val="172B3A"/>
                </a:solidFill>
                <a:latin typeface="IPAexGothic"/>
                <a:ea typeface="IPAexGothic"/>
                <a:cs typeface="IPAexGothic"/>
              </a:defRPr>
            </a:lvl2pPr>
            <a:lvl3pPr>
              <a:buNone/>
              <a:defRPr sz="3300" b="1">
                <a:solidFill>
                  <a:srgbClr val="172B3A"/>
                </a:solidFill>
                <a:latin typeface="IPAexGothic"/>
                <a:ea typeface="IPAexGothic"/>
                <a:cs typeface="IPAexGothic"/>
              </a:defRPr>
            </a:lvl3pPr>
            <a:lvl4pPr>
              <a:buNone/>
              <a:defRPr sz="3300" b="1">
                <a:solidFill>
                  <a:srgbClr val="172B3A"/>
                </a:solidFill>
                <a:latin typeface="IPAexGothic"/>
                <a:ea typeface="IPAexGothic"/>
                <a:cs typeface="IPAexGothic"/>
              </a:defRPr>
            </a:lvl4pPr>
            <a:lvl5pPr>
              <a:buNone/>
              <a:defRPr sz="3300" b="1">
                <a:solidFill>
                  <a:srgbClr val="172B3A"/>
                </a:solidFill>
                <a:latin typeface="IPAexGothic"/>
                <a:ea typeface="IPAexGothic"/>
                <a:cs typeface="IPAexGothic"/>
              </a:defRPr>
            </a:lvl5pPr>
            <a:lvl6pPr>
              <a:buNone/>
              <a:defRPr sz="3300" b="1">
                <a:solidFill>
                  <a:srgbClr val="172B3A"/>
                </a:solidFill>
                <a:latin typeface="IPAexGothic"/>
                <a:ea typeface="IPAexGothic"/>
                <a:cs typeface="IPAexGothic"/>
              </a:defRPr>
            </a:lvl6pPr>
            <a:lvl7pPr>
              <a:buNone/>
              <a:defRPr sz="3300" b="1">
                <a:solidFill>
                  <a:srgbClr val="172B3A"/>
                </a:solidFill>
                <a:latin typeface="IPAexGothic"/>
                <a:ea typeface="IPAexGothic"/>
                <a:cs typeface="IPAexGothic"/>
              </a:defRPr>
            </a:lvl7pPr>
            <a:lvl8pPr>
              <a:buNone/>
              <a:defRPr sz="3300" b="1">
                <a:solidFill>
                  <a:srgbClr val="172B3A"/>
                </a:solidFill>
                <a:latin typeface="IPAexGothic"/>
                <a:ea typeface="IPAexGothic"/>
                <a:cs typeface="IPAexGothic"/>
              </a:defRPr>
            </a:lvl8pPr>
            <a:lvl9pPr>
              <a:buNone/>
              <a:defRPr sz="3300" b="1">
                <a:solidFill>
                  <a:srgbClr val="172B3A"/>
                </a:solidFill>
                <a:latin typeface="IPAexGothic"/>
                <a:ea typeface="IPAexGothic"/>
                <a:cs typeface="IPAexGothic"/>
              </a:defRPr>
            </a:lvl9pPr>
          </a:lstStyle>
          <a:p xmlns:a="http://schemas.openxmlformats.org/drawingml/2006/main">
            <a:pPr>
              <a:buNone/>
              <a:defRPr sz="3300" b="1">
                <a:solidFill>
                  <a:srgbClr val="172B3A"/>
                </a:solidFill>
                <a:latin typeface="IPAexGothic"/>
                <a:ea typeface="IPAexGothic"/>
                <a:cs typeface="IPAexGothic"/>
              </a:defRPr>
            </a:pPr>
            <a:r>
              <a:rPr sz="3300" b="1">
                <a:solidFill>
                  <a:srgbClr val="172B3A"/>
                </a:solidFill>
                <a:latin typeface="IPAexGothic"/>
                <a:ea typeface="IPAexGothic"/>
                <a:cs typeface="IPAexGothic"/>
              </a:rPr>
              <a:t>機械学習を併用する理由</a:t>
            </a:r>
          </a:p>
        </p:txBody>
      </p:sp>
      <p:sp>
        <p:nvSpPr>
          <p:cNvPr id="2" name="summary">
            <a:extLst xmlns:a="http://schemas.openxmlformats.org/drawingml/2006/main">
              <a:ext uri="{FF2B5EF4-FFF2-40B4-BE49-F238E27FC236}">
                <a16:creationId xmlns:a16="http://schemas.microsoft.com/office/drawing/2014/main" id="{7EA2EC3C-2084-4091-9DBB-05BC13F9CA7F}"/>
              </a:ext>
            </a:extLst>
          </p:cNvPr>
          <p:cNvSpPr>
            <a:spLocks xmlns:a="http://schemas.openxmlformats.org/drawingml/2006/main" noGrp="1"/>
          </p:cNvSpPr>
          <p:nvPr/>
        </p:nvSpPr>
        <p:spPr>
          <a:xfrm xmlns:a="http://schemas.openxmlformats.org/drawingml/2006/main">
            <a:off x="609600" y="1028700"/>
            <a:ext cx="10896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725" b="0">
                <a:solidFill>
                  <a:srgbClr val="586872"/>
                </a:solidFill>
                <a:latin typeface="IPAexGothic"/>
                <a:ea typeface="IPAexGothic"/>
                <a:cs typeface="IPAexGothic"/>
              </a:defRPr>
            </a:defPPr>
            <a:lvl1pPr>
              <a:buNone/>
              <a:defRPr sz="1725" b="0">
                <a:solidFill>
                  <a:srgbClr val="586872"/>
                </a:solidFill>
                <a:latin typeface="IPAexGothic"/>
                <a:ea typeface="IPAexGothic"/>
                <a:cs typeface="IPAexGothic"/>
              </a:defRPr>
            </a:lvl1pPr>
            <a:lvl2pPr>
              <a:buNone/>
              <a:defRPr sz="1725" b="0">
                <a:solidFill>
                  <a:srgbClr val="586872"/>
                </a:solidFill>
                <a:latin typeface="IPAexGothic"/>
                <a:ea typeface="IPAexGothic"/>
                <a:cs typeface="IPAexGothic"/>
              </a:defRPr>
            </a:lvl2pPr>
            <a:lvl3pPr>
              <a:buNone/>
              <a:defRPr sz="1725" b="0">
                <a:solidFill>
                  <a:srgbClr val="586872"/>
                </a:solidFill>
                <a:latin typeface="IPAexGothic"/>
                <a:ea typeface="IPAexGothic"/>
                <a:cs typeface="IPAexGothic"/>
              </a:defRPr>
            </a:lvl3pPr>
            <a:lvl4pPr>
              <a:buNone/>
              <a:defRPr sz="1725" b="0">
                <a:solidFill>
                  <a:srgbClr val="586872"/>
                </a:solidFill>
                <a:latin typeface="IPAexGothic"/>
                <a:ea typeface="IPAexGothic"/>
                <a:cs typeface="IPAexGothic"/>
              </a:defRPr>
            </a:lvl4pPr>
            <a:lvl5pPr>
              <a:buNone/>
              <a:defRPr sz="1725" b="0">
                <a:solidFill>
                  <a:srgbClr val="586872"/>
                </a:solidFill>
                <a:latin typeface="IPAexGothic"/>
                <a:ea typeface="IPAexGothic"/>
                <a:cs typeface="IPAexGothic"/>
              </a:defRPr>
            </a:lvl5pPr>
            <a:lvl6pPr>
              <a:buNone/>
              <a:defRPr sz="1725" b="0">
                <a:solidFill>
                  <a:srgbClr val="586872"/>
                </a:solidFill>
                <a:latin typeface="IPAexGothic"/>
                <a:ea typeface="IPAexGothic"/>
                <a:cs typeface="IPAexGothic"/>
              </a:defRPr>
            </a:lvl6pPr>
            <a:lvl7pPr>
              <a:buNone/>
              <a:defRPr sz="1725" b="0">
                <a:solidFill>
                  <a:srgbClr val="586872"/>
                </a:solidFill>
                <a:latin typeface="IPAexGothic"/>
                <a:ea typeface="IPAexGothic"/>
                <a:cs typeface="IPAexGothic"/>
              </a:defRPr>
            </a:lvl7pPr>
            <a:lvl8pPr>
              <a:buNone/>
              <a:defRPr sz="1725" b="0">
                <a:solidFill>
                  <a:srgbClr val="586872"/>
                </a:solidFill>
                <a:latin typeface="IPAexGothic"/>
                <a:ea typeface="IPAexGothic"/>
                <a:cs typeface="IPAexGothic"/>
              </a:defRPr>
            </a:lvl8pPr>
            <a:lvl9pPr>
              <a:buNone/>
              <a:defRPr sz="1725" b="0">
                <a:solidFill>
                  <a:srgbClr val="586872"/>
                </a:solidFill>
                <a:latin typeface="IPAexGothic"/>
                <a:ea typeface="IPAexGothic"/>
                <a:cs typeface="IPAexGothic"/>
              </a:defRPr>
            </a:lvl9pPr>
          </a:lstStyle>
          <a:p xmlns:a="http://schemas.openxmlformats.org/drawingml/2006/main">
            <a:pPr>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単一パターンの出現率は過去の傾向を示し、モデルは複数の特徴と運転条件を使って判定します。</a:t>
            </a:r>
          </a:p>
          <a:p xmlns:a="http://schemas.openxmlformats.org/drawingml/2006/main">
            <a:pPr>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本案は機械学習を利用する設備を想定し、保存量を減らしてもその判定性能を保つか確認します。</a:t>
            </a:r>
          </a:p>
        </p:txBody>
      </p:sp>
      <p:sp>
        <p:nvSpPr>
          <p:cNvPr id="3" name="page-number">
            <a:extLst xmlns:a="http://schemas.openxmlformats.org/drawingml/2006/main">
              <a:ext uri="{FF2B5EF4-FFF2-40B4-BE49-F238E27FC236}">
                <a16:creationId xmlns:a16="http://schemas.microsoft.com/office/drawing/2014/main" id="{F495A49A-AB0A-484D-A968-87A85F07E30A}"/>
              </a:ext>
            </a:extLst>
          </p:cNvPr>
          <p:cNvSpPr>
            <a:spLocks xmlns:a="http://schemas.openxmlformats.org/drawingml/2006/main" noGrp="1"/>
          </p:cNvSpPr>
          <p:nvPr/>
        </p:nvSpPr>
        <p:spPr>
          <a:xfrm xmlns:a="http://schemas.openxmlformats.org/drawingml/2006/main">
            <a:off x="11239500" y="644842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75" b="0">
                <a:solidFill>
                  <a:srgbClr val="586872"/>
                </a:solidFill>
                <a:latin typeface="IPAexGothic"/>
                <a:ea typeface="IPAexGothic"/>
                <a:cs typeface="IPAexGothic"/>
              </a:defRPr>
            </a:defPPr>
            <a:lvl1pPr>
              <a:buNone/>
              <a:defRPr sz="1275" b="0">
                <a:solidFill>
                  <a:srgbClr val="586872"/>
                </a:solidFill>
                <a:latin typeface="IPAexGothic"/>
                <a:ea typeface="IPAexGothic"/>
                <a:cs typeface="IPAexGothic"/>
              </a:defRPr>
            </a:lvl1pPr>
            <a:lvl2pPr>
              <a:buNone/>
              <a:defRPr sz="1275" b="0">
                <a:solidFill>
                  <a:srgbClr val="586872"/>
                </a:solidFill>
                <a:latin typeface="IPAexGothic"/>
                <a:ea typeface="IPAexGothic"/>
                <a:cs typeface="IPAexGothic"/>
              </a:defRPr>
            </a:lvl2pPr>
            <a:lvl3pPr>
              <a:buNone/>
              <a:defRPr sz="1275" b="0">
                <a:solidFill>
                  <a:srgbClr val="586872"/>
                </a:solidFill>
                <a:latin typeface="IPAexGothic"/>
                <a:ea typeface="IPAexGothic"/>
                <a:cs typeface="IPAexGothic"/>
              </a:defRPr>
            </a:lvl3pPr>
            <a:lvl4pPr>
              <a:buNone/>
              <a:defRPr sz="1275" b="0">
                <a:solidFill>
                  <a:srgbClr val="586872"/>
                </a:solidFill>
                <a:latin typeface="IPAexGothic"/>
                <a:ea typeface="IPAexGothic"/>
                <a:cs typeface="IPAexGothic"/>
              </a:defRPr>
            </a:lvl4pPr>
            <a:lvl5pPr>
              <a:buNone/>
              <a:defRPr sz="1275" b="0">
                <a:solidFill>
                  <a:srgbClr val="586872"/>
                </a:solidFill>
                <a:latin typeface="IPAexGothic"/>
                <a:ea typeface="IPAexGothic"/>
                <a:cs typeface="IPAexGothic"/>
              </a:defRPr>
            </a:lvl5pPr>
            <a:lvl6pPr>
              <a:buNone/>
              <a:defRPr sz="1275" b="0">
                <a:solidFill>
                  <a:srgbClr val="586872"/>
                </a:solidFill>
                <a:latin typeface="IPAexGothic"/>
                <a:ea typeface="IPAexGothic"/>
                <a:cs typeface="IPAexGothic"/>
              </a:defRPr>
            </a:lvl6pPr>
            <a:lvl7pPr>
              <a:buNone/>
              <a:defRPr sz="1275" b="0">
                <a:solidFill>
                  <a:srgbClr val="586872"/>
                </a:solidFill>
                <a:latin typeface="IPAexGothic"/>
                <a:ea typeface="IPAexGothic"/>
                <a:cs typeface="IPAexGothic"/>
              </a:defRPr>
            </a:lvl7pPr>
            <a:lvl8pPr>
              <a:buNone/>
              <a:defRPr sz="1275" b="0">
                <a:solidFill>
                  <a:srgbClr val="586872"/>
                </a:solidFill>
                <a:latin typeface="IPAexGothic"/>
                <a:ea typeface="IPAexGothic"/>
                <a:cs typeface="IPAexGothic"/>
              </a:defRPr>
            </a:lvl8pPr>
            <a:lvl9pPr>
              <a:buNone/>
              <a:defRPr sz="1275" b="0">
                <a:solidFill>
                  <a:srgbClr val="586872"/>
                </a:solidFill>
                <a:latin typeface="IPAexGothic"/>
                <a:ea typeface="IPAexGothic"/>
                <a:cs typeface="IPAexGothic"/>
              </a:defRPr>
            </a:lvl9pPr>
          </a:lstStyle>
          <a:p xmlns:a="http://schemas.openxmlformats.org/drawingml/2006/main">
            <a:pPr>
              <a:buNone/>
              <a:defRPr sz="1275" b="0">
                <a:solidFill>
                  <a:srgbClr val="586872"/>
                </a:solidFill>
                <a:latin typeface="IPAexGothic"/>
                <a:ea typeface="IPAexGothic"/>
                <a:cs typeface="IPAexGothic"/>
              </a:defRPr>
            </a:pPr>
            <a:r>
              <a:rPr sz="1275" b="0">
                <a:solidFill>
                  <a:srgbClr val="586872"/>
                </a:solidFill>
                <a:latin typeface="IPAexGothic"/>
                <a:ea typeface="IPAexGothic"/>
                <a:cs typeface="IPAexGothic"/>
              </a:rPr>
              <a:t>06</a:t>
            </a:r>
          </a:p>
        </p:txBody>
      </p:sp>
      <p:graphicFrame>
        <p:nvGraphicFramePr>
          <p:cNvPr id="4" name="">
            <a:extLst xmlns:a="http://schemas.openxmlformats.org/drawingml/2006/main">
              <a:ext uri="{FF2B5EF4-FFF2-40B4-BE49-F238E27FC236}">
                <a16:creationId xmlns:a16="http://schemas.microsoft.com/office/drawing/2014/main" id="{D8D58117-C844-4187-BA81-9B314529015E}"/>
              </a:ext>
            </a:extLst>
          </p:cNvPr>
          <p:cNvGraphicFramePr/>
          <p:nvPr/>
        </p:nvGraphicFramePr>
        <p:xfrm>
          <a:off xmlns:a="http://schemas.openxmlformats.org/drawingml/2006/main" x="609600" y="1762125"/>
          <a:ext xmlns:a="http://schemas.openxmlformats.org/drawingml/2006/main" cx="10972800" cy="3333750"/>
        </p:xfrm>
        <a:graphic xmlns:a="http://schemas.openxmlformats.org/drawingml/2006/main">
          <a:graphicData uri="http://schemas.openxmlformats.org/drawingml/2006/table">
            <a:tbl>
              <a:tblPr firstRow="1" bandRow="0"/>
              <a:tblGrid>
                <a:gridCol w="2362200"/>
                <a:gridCol w="4286250"/>
                <a:gridCol w="4324350"/>
              </a:tblGrid>
              <a:tr h="833438">
                <a:tc>
                  <a:txBody>
                    <a:bodyPr wrap="square" lIns="133350" tIns="76200" rIns="114300" bIns="76200"/>
                    <a:lstStyle/>
                    <a:p>
                      <a:r>
                        <a:rPr sz="1875" b="1">
                          <a:solidFill>
                            <a:srgbClr val="172B3A"/>
                          </a:solidFill>
                          <a:latin typeface="IPAexGothic"/>
                          <a:ea typeface="IPAexGothic"/>
                          <a:cs typeface="IPAexGothic"/>
                        </a:rPr>
                        <a:t>利用するもの</a:t>
                      </a:r>
                    </a:p>
                  </a:txBody>
                  <a:tcPr marL="91440" marR="91440" marT="45720" marB="45720" anchor="ctr">
                    <a:lnL w="9525">
                      <a:solidFill>
                        <a:srgbClr val="BCCAD2"/>
                      </a:solidFill>
                      <a:prstDash val="solid"/>
                    </a:lnL>
                    <a:lnR w="9525">
                      <a:solidFill>
                        <a:srgbClr val="BCCAD2"/>
                      </a:solidFill>
                      <a:prstDash val="solid"/>
                    </a:lnR>
                    <a:lnT w="9525">
                      <a:solidFill>
                        <a:srgbClr val="BCCAD2"/>
                      </a:solidFill>
                      <a:prstDash val="solid"/>
                    </a:lnT>
                    <a:lnB w="9525">
                      <a:solidFill>
                        <a:srgbClr val="BCCAD2"/>
                      </a:solidFill>
                      <a:prstDash val="solid"/>
                    </a:lnB>
                    <a:solidFill>
                      <a:srgbClr val="EAF1F5"/>
                    </a:solidFill>
                  </a:tcPr>
                </a:tc>
                <a:tc>
                  <a:txBody>
                    <a:bodyPr wrap="square" lIns="133350" tIns="76200" rIns="114300" bIns="76200"/>
                    <a:lstStyle/>
                    <a:p>
                      <a:r>
                        <a:rPr sz="1875" b="1">
                          <a:solidFill>
                            <a:srgbClr val="172B3A"/>
                          </a:solidFill>
                          <a:latin typeface="IPAexGothic"/>
                          <a:ea typeface="IPAexGothic"/>
                          <a:cs typeface="IPAexGothic"/>
                        </a:rPr>
                        <a:t>できること</a:t>
                      </a:r>
                    </a:p>
                  </a:txBody>
                  <a:tcPr marL="91440" marR="91440" marT="45720" marB="45720" anchor="ctr">
                    <a:lnR w="9525">
                      <a:solidFill>
                        <a:srgbClr val="BCCAD2"/>
                      </a:solidFill>
                      <a:prstDash val="solid"/>
                    </a:lnR>
                    <a:lnT w="9525">
                      <a:solidFill>
                        <a:srgbClr val="BCCAD2"/>
                      </a:solidFill>
                      <a:prstDash val="solid"/>
                    </a:lnT>
                    <a:lnB w="9525">
                      <a:solidFill>
                        <a:srgbClr val="BCCAD2"/>
                      </a:solidFill>
                      <a:prstDash val="solid"/>
                    </a:lnB>
                    <a:solidFill>
                      <a:srgbClr val="EAF1F5"/>
                    </a:solidFill>
                  </a:tcPr>
                </a:tc>
                <a:tc>
                  <a:txBody>
                    <a:bodyPr wrap="square" lIns="133350" tIns="76200" rIns="114300" bIns="76200"/>
                    <a:lstStyle/>
                    <a:p>
                      <a:r>
                        <a:rPr sz="1875" b="1">
                          <a:solidFill>
                            <a:srgbClr val="172B3A"/>
                          </a:solidFill>
                          <a:latin typeface="IPAexGothic"/>
                          <a:ea typeface="IPAexGothic"/>
                          <a:cs typeface="IPAexGothic"/>
                        </a:rPr>
                        <a:t>本案での使い方</a:t>
                      </a:r>
                    </a:p>
                  </a:txBody>
                  <a:tcPr marL="91440" marR="91440" marT="45720" marB="45720" anchor="ctr">
                    <a:lnR w="9525">
                      <a:solidFill>
                        <a:srgbClr val="BCCAD2"/>
                      </a:solidFill>
                      <a:prstDash val="solid"/>
                    </a:lnR>
                    <a:lnT w="9525">
                      <a:solidFill>
                        <a:srgbClr val="BCCAD2"/>
                      </a:solidFill>
                      <a:prstDash val="solid"/>
                    </a:lnT>
                    <a:lnB w="9525">
                      <a:solidFill>
                        <a:srgbClr val="BCCAD2"/>
                      </a:solidFill>
                      <a:prstDash val="solid"/>
                    </a:lnB>
                    <a:solidFill>
                      <a:srgbClr val="EAF1F5"/>
                    </a:solidFill>
                  </a:tcPr>
                </a:tc>
              </a:tr>
              <a:tr h="833438">
                <a:tc>
                  <a:txBody>
                    <a:bodyPr wrap="square" lIns="133350" tIns="76200" rIns="114300" bIns="76200"/>
                    <a:lstStyle/>
                    <a:p>
                      <a:r>
                        <a:rPr sz="1875" b="0">
                          <a:solidFill>
                            <a:srgbClr val="172B3A"/>
                          </a:solidFill>
                          <a:latin typeface="IPAexGothic"/>
                          <a:ea typeface="IPAexGothic"/>
                          <a:cs typeface="IPAexGothic"/>
                        </a:rPr>
                        <a:t>パターンと統計</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FFFFF"/>
                    </a:solidFill>
                  </a:tcPr>
                </a:tc>
                <a:tc>
                  <a:txBody>
                    <a:bodyPr wrap="square" lIns="133350" tIns="76200" rIns="114300" bIns="76200"/>
                    <a:lstStyle/>
                    <a:p>
                      <a:r>
                        <a:rPr sz="1875" b="0">
                          <a:solidFill>
                            <a:srgbClr val="172B3A"/>
                          </a:solidFill>
                          <a:latin typeface="IPAexGothic"/>
                          <a:ea typeface="IPAexGothic"/>
                          <a:cs typeface="IPAexGothic"/>
                        </a:rPr>
                        <a:t>どの事象が、どの条件で</a:t>
                      </a:r>
                    </a:p>
                    <a:p>
                      <a:r>
                        <a:rPr sz="1875" b="0">
                          <a:solidFill>
                            <a:srgbClr val="172B3A"/>
                          </a:solidFill>
                          <a:latin typeface="IPAexGothic"/>
                          <a:ea typeface="IPAexGothic"/>
                          <a:cs typeface="IPAexGothic"/>
                        </a:rPr>
                        <a:t>どれだけ出たかを把握する。</a:t>
                      </a:r>
                    </a:p>
                  </a:txBody>
                  <a:tcPr marL="91440" marR="91440" marT="45720" marB="45720" anchor="ctr">
                    <a:lnR w="9525">
                      <a:solidFill>
                        <a:srgbClr val="BCCAD2"/>
                      </a:solidFill>
                      <a:prstDash val="solid"/>
                    </a:lnR>
                    <a:lnB w="9525">
                      <a:solidFill>
                        <a:srgbClr val="BCCAD2"/>
                      </a:solidFill>
                      <a:prstDash val="solid"/>
                    </a:lnB>
                    <a:solidFill>
                      <a:srgbClr val="FFFFFF"/>
                    </a:solidFill>
                  </a:tcPr>
                </a:tc>
                <a:tc>
                  <a:txBody>
                    <a:bodyPr wrap="square" lIns="133350" tIns="76200" rIns="114300" bIns="76200"/>
                    <a:lstStyle/>
                    <a:p>
                      <a:r>
                        <a:rPr sz="1875" b="0">
                          <a:solidFill>
                            <a:srgbClr val="172B3A"/>
                          </a:solidFill>
                          <a:latin typeface="IPAexGothic"/>
                          <a:ea typeface="IPAexGothic"/>
                          <a:cs typeface="IPAexGothic"/>
                        </a:rPr>
                        <a:t>過去の正常・異常との関連を</a:t>
                      </a:r>
                    </a:p>
                    <a:p>
                      <a:r>
                        <a:rPr sz="1875" b="0">
                          <a:solidFill>
                            <a:srgbClr val="172B3A"/>
                          </a:solidFill>
                          <a:latin typeface="IPAexGothic"/>
                          <a:ea typeface="IPAexGothic"/>
                          <a:cs typeface="IPAexGothic"/>
                        </a:rPr>
                        <a:t>対象数や信頼区間とともに説明する。</a:t>
                      </a:r>
                    </a:p>
                  </a:txBody>
                  <a:tcPr marL="91440" marR="91440" marT="45720" marB="45720" anchor="ctr">
                    <a:lnR w="9525">
                      <a:solidFill>
                        <a:srgbClr val="BCCAD2"/>
                      </a:solidFill>
                      <a:prstDash val="solid"/>
                    </a:lnR>
                    <a:lnB w="9525">
                      <a:solidFill>
                        <a:srgbClr val="BCCAD2"/>
                      </a:solidFill>
                      <a:prstDash val="solid"/>
                    </a:lnB>
                    <a:solidFill>
                      <a:srgbClr val="FFFFFF"/>
                    </a:solidFill>
                  </a:tcPr>
                </a:tc>
              </a:tr>
              <a:tr h="833438">
                <a:tc>
                  <a:txBody>
                    <a:bodyPr wrap="square" lIns="133350" tIns="76200" rIns="114300" bIns="76200"/>
                    <a:lstStyle/>
                    <a:p>
                      <a:r>
                        <a:rPr sz="1875" b="0">
                          <a:solidFill>
                            <a:srgbClr val="172B3A"/>
                          </a:solidFill>
                          <a:latin typeface="IPAexGothic"/>
                          <a:ea typeface="IPAexGothic"/>
                          <a:cs typeface="IPAexGothic"/>
                        </a:rPr>
                        <a:t>機械学習モデル</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8FAFB"/>
                    </a:solidFill>
                  </a:tcPr>
                </a:tc>
                <a:tc>
                  <a:txBody>
                    <a:bodyPr wrap="square" lIns="133350" tIns="76200" rIns="114300" bIns="76200"/>
                    <a:lstStyle/>
                    <a:p>
                      <a:r>
                        <a:rPr sz="1875" b="0">
                          <a:solidFill>
                            <a:srgbClr val="172B3A"/>
                          </a:solidFill>
                          <a:latin typeface="IPAexGothic"/>
                          <a:ea typeface="IPAexGothic"/>
                          <a:cs typeface="IPAexGothic"/>
                        </a:rPr>
                        <a:t>複数パターンの組合せや</a:t>
                      </a:r>
                    </a:p>
                    <a:p>
                      <a:r>
                        <a:rPr sz="1875" b="0">
                          <a:solidFill>
                            <a:srgbClr val="172B3A"/>
                          </a:solidFill>
                          <a:latin typeface="IPAexGothic"/>
                          <a:ea typeface="IPAexGothic"/>
                          <a:cs typeface="IPAexGothic"/>
                        </a:rPr>
                        <a:t>時間差、負荷などから判定する。</a:t>
                      </a:r>
                    </a:p>
                  </a:txBody>
                  <a:tcPr marL="91440" marR="91440" marT="45720" marB="45720" anchor="ctr">
                    <a:lnR w="9525">
                      <a:solidFill>
                        <a:srgbClr val="BCCAD2"/>
                      </a:solidFill>
                      <a:prstDash val="solid"/>
                    </a:lnR>
                    <a:lnB w="9525">
                      <a:solidFill>
                        <a:srgbClr val="BCCAD2"/>
                      </a:solidFill>
                      <a:prstDash val="solid"/>
                    </a:lnB>
                    <a:solidFill>
                      <a:srgbClr val="F8FAFB"/>
                    </a:solidFill>
                  </a:tcPr>
                </a:tc>
                <a:tc>
                  <a:txBody>
                    <a:bodyPr wrap="square" lIns="133350" tIns="76200" rIns="114300" bIns="76200"/>
                    <a:lstStyle/>
                    <a:p>
                      <a:r>
                        <a:rPr sz="1875" b="0">
                          <a:solidFill>
                            <a:srgbClr val="172B3A"/>
                          </a:solidFill>
                          <a:latin typeface="IPAexGothic"/>
                          <a:ea typeface="IPAexGothic"/>
                          <a:cs typeface="IPAexGothic"/>
                        </a:rPr>
                        <a:t>出現情報から数値入力を作り、</a:t>
                      </a:r>
                    </a:p>
                    <a:p>
                      <a:r>
                        <a:rPr sz="1875" b="0">
                          <a:solidFill>
                            <a:srgbClr val="172B3A"/>
                          </a:solidFill>
                          <a:latin typeface="IPAexGothic"/>
                          <a:ea typeface="IPAexGothic"/>
                          <a:cs typeface="IPAexGothic"/>
                        </a:rPr>
                        <a:t>元データ側と性能を比較する。</a:t>
                      </a:r>
                    </a:p>
                  </a:txBody>
                  <a:tcPr marL="91440" marR="91440" marT="45720" marB="45720" anchor="ctr">
                    <a:lnR w="9525">
                      <a:solidFill>
                        <a:srgbClr val="BCCAD2"/>
                      </a:solidFill>
                      <a:prstDash val="solid"/>
                    </a:lnR>
                    <a:lnB w="9525">
                      <a:solidFill>
                        <a:srgbClr val="BCCAD2"/>
                      </a:solidFill>
                      <a:prstDash val="solid"/>
                    </a:lnB>
                    <a:solidFill>
                      <a:srgbClr val="F8FAFB"/>
                    </a:solidFill>
                  </a:tcPr>
                </a:tc>
              </a:tr>
              <a:tr h="833438">
                <a:tc>
                  <a:txBody>
                    <a:bodyPr wrap="square" lIns="133350" tIns="76200" rIns="114300" bIns="76200"/>
                    <a:lstStyle/>
                    <a:p>
                      <a:r>
                        <a:rPr sz="1875" b="0">
                          <a:solidFill>
                            <a:srgbClr val="172B3A"/>
                          </a:solidFill>
                          <a:latin typeface="IPAexGothic"/>
                          <a:ea typeface="IPAexGothic"/>
                          <a:cs typeface="IPAexGothic"/>
                        </a:rPr>
                        <a:t>共通の管理記録</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FFFFF"/>
                    </a:solidFill>
                  </a:tcPr>
                </a:tc>
                <a:tc>
                  <a:txBody>
                    <a:bodyPr wrap="square" lIns="133350" tIns="76200" rIns="114300" bIns="76200"/>
                    <a:lstStyle/>
                    <a:p>
                      <a:r>
                        <a:rPr sz="1875" b="0">
                          <a:solidFill>
                            <a:srgbClr val="172B3A"/>
                          </a:solidFill>
                          <a:latin typeface="IPAexGothic"/>
                          <a:ea typeface="IPAexGothic"/>
                          <a:cs typeface="IPAexGothic"/>
                        </a:rPr>
                        <a:t>入力と統計が使う定義の</a:t>
                      </a:r>
                    </a:p>
                    <a:p>
                      <a:r>
                        <a:rPr sz="1875" b="0">
                          <a:solidFill>
                            <a:srgbClr val="172B3A"/>
                          </a:solidFill>
                          <a:latin typeface="IPAexGothic"/>
                          <a:ea typeface="IPAexGothic"/>
                          <a:cs typeface="IPAexGothic"/>
                        </a:rPr>
                        <a:t>識別番号・版を照合する。</a:t>
                      </a:r>
                    </a:p>
                  </a:txBody>
                  <a:tcPr marL="91440" marR="91440" marT="45720" marB="45720" anchor="ctr">
                    <a:lnR w="9525">
                      <a:solidFill>
                        <a:srgbClr val="BCCAD2"/>
                      </a:solidFill>
                      <a:prstDash val="solid"/>
                    </a:lnR>
                    <a:lnB w="9525">
                      <a:solidFill>
                        <a:srgbClr val="BCCAD2"/>
                      </a:solidFill>
                      <a:prstDash val="solid"/>
                    </a:lnB>
                    <a:solidFill>
                      <a:srgbClr val="FFFFFF"/>
                    </a:solidFill>
                  </a:tcPr>
                </a:tc>
                <a:tc>
                  <a:txBody>
                    <a:bodyPr wrap="square" lIns="133350" tIns="76200" rIns="114300" bIns="76200"/>
                    <a:lstStyle/>
                    <a:p>
                      <a:r>
                        <a:rPr sz="1875" b="0">
                          <a:solidFill>
                            <a:srgbClr val="172B3A"/>
                          </a:solidFill>
                          <a:latin typeface="IPAexGothic"/>
                          <a:ea typeface="IPAexGothic"/>
                          <a:cs typeface="IPAexGothic"/>
                        </a:rPr>
                        <a:t>今回の判定と過去の統計を結び、</a:t>
                      </a:r>
                    </a:p>
                    <a:p>
                      <a:r>
                        <a:rPr sz="1875" b="0">
                          <a:solidFill>
                            <a:srgbClr val="172B3A"/>
                          </a:solidFill>
                          <a:latin typeface="IPAexGothic"/>
                          <a:ea typeface="IPAexGothic"/>
                          <a:cs typeface="IPAexGothic"/>
                        </a:rPr>
                        <a:t>削除許可の有効範囲も管理する。</a:t>
                      </a:r>
                    </a:p>
                  </a:txBody>
                  <a:tcPr marL="91440" marR="91440" marT="45720" marB="45720" anchor="ctr">
                    <a:lnR w="9525">
                      <a:solidFill>
                        <a:srgbClr val="BCCAD2"/>
                      </a:solidFill>
                      <a:prstDash val="solid"/>
                    </a:lnR>
                    <a:lnB w="9525">
                      <a:solidFill>
                        <a:srgbClr val="BCCAD2"/>
                      </a:solidFill>
                      <a:prstDash val="solid"/>
                    </a:lnB>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8D2D3097-0A62-419C-89BC-855C124AA4DC}"/>
              </a:ext>
            </a:extLst>
          </p:cNvPr>
          <p:cNvSpPr>
            <a:spLocks xmlns:a="http://schemas.openxmlformats.org/drawingml/2006/main" noGrp="1"/>
          </p:cNvSpPr>
          <p:nvPr/>
        </p:nvSpPr>
        <p:spPr>
          <a:xfrm xmlns:a="http://schemas.openxmlformats.org/drawingml/2006/main">
            <a:off x="628650" y="5334000"/>
            <a:ext cx="108394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172B3A"/>
                </a:solidFill>
                <a:latin typeface="IPAexGothic"/>
                <a:ea typeface="IPAexGothic"/>
                <a:cs typeface="IPAexGothic"/>
              </a:defRPr>
            </a:defPPr>
            <a:lvl1pPr>
              <a:buNone/>
              <a:defRPr sz="1875" b="0">
                <a:solidFill>
                  <a:srgbClr val="172B3A"/>
                </a:solidFill>
                <a:latin typeface="IPAexGothic"/>
                <a:ea typeface="IPAexGothic"/>
                <a:cs typeface="IPAexGothic"/>
              </a:defRPr>
            </a:lvl1pPr>
            <a:lvl2pPr>
              <a:buNone/>
              <a:defRPr sz="1875" b="0">
                <a:solidFill>
                  <a:srgbClr val="172B3A"/>
                </a:solidFill>
                <a:latin typeface="IPAexGothic"/>
                <a:ea typeface="IPAexGothic"/>
                <a:cs typeface="IPAexGothic"/>
              </a:defRPr>
            </a:lvl2pPr>
            <a:lvl3pPr>
              <a:buNone/>
              <a:defRPr sz="1875" b="0">
                <a:solidFill>
                  <a:srgbClr val="172B3A"/>
                </a:solidFill>
                <a:latin typeface="IPAexGothic"/>
                <a:ea typeface="IPAexGothic"/>
                <a:cs typeface="IPAexGothic"/>
              </a:defRPr>
            </a:lvl3pPr>
            <a:lvl4pPr>
              <a:buNone/>
              <a:defRPr sz="1875" b="0">
                <a:solidFill>
                  <a:srgbClr val="172B3A"/>
                </a:solidFill>
                <a:latin typeface="IPAexGothic"/>
                <a:ea typeface="IPAexGothic"/>
                <a:cs typeface="IPAexGothic"/>
              </a:defRPr>
            </a:lvl4pPr>
            <a:lvl5pPr>
              <a:buNone/>
              <a:defRPr sz="1875" b="0">
                <a:solidFill>
                  <a:srgbClr val="172B3A"/>
                </a:solidFill>
                <a:latin typeface="IPAexGothic"/>
                <a:ea typeface="IPAexGothic"/>
                <a:cs typeface="IPAexGothic"/>
              </a:defRPr>
            </a:lvl5pPr>
            <a:lvl6pPr>
              <a:buNone/>
              <a:defRPr sz="1875" b="0">
                <a:solidFill>
                  <a:srgbClr val="172B3A"/>
                </a:solidFill>
                <a:latin typeface="IPAexGothic"/>
                <a:ea typeface="IPAexGothic"/>
                <a:cs typeface="IPAexGothic"/>
              </a:defRPr>
            </a:lvl6pPr>
            <a:lvl7pPr>
              <a:buNone/>
              <a:defRPr sz="1875" b="0">
                <a:solidFill>
                  <a:srgbClr val="172B3A"/>
                </a:solidFill>
                <a:latin typeface="IPAexGothic"/>
                <a:ea typeface="IPAexGothic"/>
                <a:cs typeface="IPAexGothic"/>
              </a:defRPr>
            </a:lvl7pPr>
            <a:lvl8pPr>
              <a:buNone/>
              <a:defRPr sz="1875" b="0">
                <a:solidFill>
                  <a:srgbClr val="172B3A"/>
                </a:solidFill>
                <a:latin typeface="IPAexGothic"/>
                <a:ea typeface="IPAexGothic"/>
                <a:cs typeface="IPAexGothic"/>
              </a:defRPr>
            </a:lvl8pPr>
            <a:lvl9pPr>
              <a:buNone/>
              <a:defRPr sz="1875" b="0">
                <a:solidFill>
                  <a:srgbClr val="172B3A"/>
                </a:solidFill>
                <a:latin typeface="IPAexGothic"/>
                <a:ea typeface="IPAexGothic"/>
                <a:cs typeface="IPAexGothic"/>
              </a:defRPr>
            </a:lvl9pPr>
          </a:lstStyle>
          <a:p xmlns:a="http://schemas.openxmlformats.org/drawingml/2006/main">
            <a:pPr>
              <a:buNone/>
              <a:defRPr sz="1875" b="0">
                <a:solidFill>
                  <a:srgbClr val="172B3A"/>
                </a:solidFill>
                <a:latin typeface="IPAexGothic"/>
                <a:ea typeface="IPAexGothic"/>
                <a:cs typeface="IPAexGothic"/>
              </a:defRPr>
            </a:pPr>
            <a:r>
              <a:rPr sz="1875" b="0">
                <a:solidFill>
                  <a:srgbClr val="172B3A"/>
                </a:solidFill>
                <a:latin typeface="IPAexGothic"/>
                <a:ea typeface="IPAexGothic"/>
                <a:cs typeface="IPAexGothic"/>
              </a:rPr>
              <a:t>単純な対象は統計やルールだけでも判定できます。</a:t>
            </a:r>
          </a:p>
          <a:p xmlns:a="http://schemas.openxmlformats.org/drawingml/2006/main">
            <a:pPr>
              <a:buNone/>
              <a:defRPr sz="1875" b="0">
                <a:solidFill>
                  <a:srgbClr val="172B3A"/>
                </a:solidFill>
                <a:latin typeface="IPAexGothic"/>
                <a:ea typeface="IPAexGothic"/>
                <a:cs typeface="IPAexGothic"/>
              </a:defRPr>
            </a:pPr>
            <a:r>
              <a:rPr sz="1875" b="0">
                <a:solidFill>
                  <a:srgbClr val="172B3A"/>
                </a:solidFill>
                <a:latin typeface="IPAexGothic"/>
                <a:ea typeface="IPAexGothic"/>
                <a:cs typeface="IPAexGothic"/>
              </a:rPr>
              <a:t>機械学習を使う利点は、複数の特徴を組み合わせて予測する場合にあります。</a:t>
            </a:r>
          </a:p>
        </p:txBody>
      </p:sp>
      <p:sp>
        <p:nvSpPr>
          <p:cNvPr id="6" name="text-4">
            <a:extLst xmlns:a="http://schemas.openxmlformats.org/drawingml/2006/main">
              <a:ext uri="{FF2B5EF4-FFF2-40B4-BE49-F238E27FC236}">
                <a16:creationId xmlns:a16="http://schemas.microsoft.com/office/drawing/2014/main" id="{754DA226-F95F-485D-8543-F099DC2DB7F7}"/>
              </a:ext>
            </a:extLst>
          </p:cNvPr>
          <p:cNvSpPr>
            <a:spLocks xmlns:a="http://schemas.openxmlformats.org/drawingml/2006/main" noGrp="1"/>
          </p:cNvSpPr>
          <p:nvPr/>
        </p:nvSpPr>
        <p:spPr>
          <a:xfrm xmlns:a="http://schemas.openxmlformats.org/drawingml/2006/main">
            <a:off x="609600" y="6096000"/>
            <a:ext cx="10906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0">
                <a:solidFill>
                  <a:srgbClr val="586872"/>
                </a:solidFill>
                <a:latin typeface="IPAexGothic"/>
                <a:ea typeface="IPAexGothic"/>
                <a:cs typeface="IPAexGothic"/>
              </a:defRPr>
            </a:defPPr>
            <a:lvl1pPr>
              <a:buNone/>
              <a:defRPr sz="1575" b="0">
                <a:solidFill>
                  <a:srgbClr val="586872"/>
                </a:solidFill>
                <a:latin typeface="IPAexGothic"/>
                <a:ea typeface="IPAexGothic"/>
                <a:cs typeface="IPAexGothic"/>
              </a:defRPr>
            </a:lvl1pPr>
            <a:lvl2pPr>
              <a:buNone/>
              <a:defRPr sz="1575" b="0">
                <a:solidFill>
                  <a:srgbClr val="586872"/>
                </a:solidFill>
                <a:latin typeface="IPAexGothic"/>
                <a:ea typeface="IPAexGothic"/>
                <a:cs typeface="IPAexGothic"/>
              </a:defRPr>
            </a:lvl2pPr>
            <a:lvl3pPr>
              <a:buNone/>
              <a:defRPr sz="1575" b="0">
                <a:solidFill>
                  <a:srgbClr val="586872"/>
                </a:solidFill>
                <a:latin typeface="IPAexGothic"/>
                <a:ea typeface="IPAexGothic"/>
                <a:cs typeface="IPAexGothic"/>
              </a:defRPr>
            </a:lvl3pPr>
            <a:lvl4pPr>
              <a:buNone/>
              <a:defRPr sz="1575" b="0">
                <a:solidFill>
                  <a:srgbClr val="586872"/>
                </a:solidFill>
                <a:latin typeface="IPAexGothic"/>
                <a:ea typeface="IPAexGothic"/>
                <a:cs typeface="IPAexGothic"/>
              </a:defRPr>
            </a:lvl4pPr>
            <a:lvl5pPr>
              <a:buNone/>
              <a:defRPr sz="1575" b="0">
                <a:solidFill>
                  <a:srgbClr val="586872"/>
                </a:solidFill>
                <a:latin typeface="IPAexGothic"/>
                <a:ea typeface="IPAexGothic"/>
                <a:cs typeface="IPAexGothic"/>
              </a:defRPr>
            </a:lvl5pPr>
            <a:lvl6pPr>
              <a:buNone/>
              <a:defRPr sz="1575" b="0">
                <a:solidFill>
                  <a:srgbClr val="586872"/>
                </a:solidFill>
                <a:latin typeface="IPAexGothic"/>
                <a:ea typeface="IPAexGothic"/>
                <a:cs typeface="IPAexGothic"/>
              </a:defRPr>
            </a:lvl6pPr>
            <a:lvl7pPr>
              <a:buNone/>
              <a:defRPr sz="1575" b="0">
                <a:solidFill>
                  <a:srgbClr val="586872"/>
                </a:solidFill>
                <a:latin typeface="IPAexGothic"/>
                <a:ea typeface="IPAexGothic"/>
                <a:cs typeface="IPAexGothic"/>
              </a:defRPr>
            </a:lvl7pPr>
            <a:lvl8pPr>
              <a:buNone/>
              <a:defRPr sz="1575" b="0">
                <a:solidFill>
                  <a:srgbClr val="586872"/>
                </a:solidFill>
                <a:latin typeface="IPAexGothic"/>
                <a:ea typeface="IPAexGothic"/>
                <a:cs typeface="IPAexGothic"/>
              </a:defRPr>
            </a:lvl8pPr>
            <a:lvl9pPr>
              <a:buNone/>
              <a:defRPr sz="1575" b="0">
                <a:solidFill>
                  <a:srgbClr val="586872"/>
                </a:solidFill>
                <a:latin typeface="IPAexGothic"/>
                <a:ea typeface="IPAexGothic"/>
                <a:cs typeface="IPAexGothic"/>
              </a:defRPr>
            </a:lvl9pPr>
          </a:lstStyle>
          <a:p xmlns:a="http://schemas.openxmlformats.org/drawingml/2006/main">
            <a:pPr>
              <a:buNone/>
              <a:defRPr sz="1575" b="0">
                <a:solidFill>
                  <a:srgbClr val="586872"/>
                </a:solidFill>
                <a:latin typeface="IPAexGothic"/>
                <a:ea typeface="IPAexGothic"/>
                <a:cs typeface="IPAexGothic"/>
              </a:defRPr>
            </a:pPr>
            <a:r>
              <a:rPr sz="1575" b="0">
                <a:solidFill>
                  <a:srgbClr val="586872"/>
                </a:solidFill>
                <a:latin typeface="IPAexGothic"/>
                <a:ea typeface="IPAexGothic"/>
                <a:cs typeface="IPAexGothic"/>
              </a:rPr>
              <a:t>一つのモデルに複数パターンの特徴を入力できる。パターンごとに一つのモデルを作る必要はない</a:t>
            </a:r>
          </a:p>
        </p:txBody>
      </p:sp>
    </p:spTree>
    <p:extLst>
      <p:ext uri="{BB962C8B-B14F-4D97-AF65-F5344CB8AC3E}">
        <p14:creationId xmlns:p14="http://schemas.microsoft.com/office/powerpoint/2010/main" val="168780301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headline">
            <a:extLst xmlns:a="http://schemas.openxmlformats.org/drawingml/2006/main">
              <a:ext uri="{FF2B5EF4-FFF2-40B4-BE49-F238E27FC236}">
                <a16:creationId xmlns:a16="http://schemas.microsoft.com/office/drawing/2014/main" id="{7C7C8975-8D21-4335-BE13-14F72CF985C2}"/>
              </a:ext>
            </a:extLst>
          </p:cNvPr>
          <p:cNvSpPr>
            <a:spLocks xmlns:a="http://schemas.openxmlformats.org/drawingml/2006/main" noGrp="1"/>
          </p:cNvSpPr>
          <p:nvPr/>
        </p:nvSpPr>
        <p:spPr>
          <a:xfrm xmlns:a="http://schemas.openxmlformats.org/drawingml/2006/main">
            <a:off x="590550" y="333375"/>
            <a:ext cx="1095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3300" b="1">
                <a:solidFill>
                  <a:srgbClr val="172B3A"/>
                </a:solidFill>
                <a:latin typeface="IPAexGothic"/>
                <a:ea typeface="IPAexGothic"/>
                <a:cs typeface="IPAexGothic"/>
              </a:defRPr>
            </a:defPPr>
            <a:lvl1pPr algn="l">
              <a:buNone/>
              <a:defRPr sz="3300" b="1">
                <a:solidFill>
                  <a:srgbClr val="172B3A"/>
                </a:solidFill>
                <a:latin typeface="IPAexGothic"/>
                <a:ea typeface="IPAexGothic"/>
                <a:cs typeface="IPAexGothic"/>
              </a:defRPr>
            </a:lvl1pPr>
            <a:lvl2pPr algn="l">
              <a:buNone/>
              <a:defRPr sz="3300" b="1">
                <a:solidFill>
                  <a:srgbClr val="172B3A"/>
                </a:solidFill>
                <a:latin typeface="IPAexGothic"/>
                <a:ea typeface="IPAexGothic"/>
                <a:cs typeface="IPAexGothic"/>
              </a:defRPr>
            </a:lvl2pPr>
            <a:lvl3pPr algn="l">
              <a:buNone/>
              <a:defRPr sz="3300" b="1">
                <a:solidFill>
                  <a:srgbClr val="172B3A"/>
                </a:solidFill>
                <a:latin typeface="IPAexGothic"/>
                <a:ea typeface="IPAexGothic"/>
                <a:cs typeface="IPAexGothic"/>
              </a:defRPr>
            </a:lvl3pPr>
            <a:lvl4pPr algn="l">
              <a:buNone/>
              <a:defRPr sz="3300" b="1">
                <a:solidFill>
                  <a:srgbClr val="172B3A"/>
                </a:solidFill>
                <a:latin typeface="IPAexGothic"/>
                <a:ea typeface="IPAexGothic"/>
                <a:cs typeface="IPAexGothic"/>
              </a:defRPr>
            </a:lvl4pPr>
            <a:lvl5pPr algn="l">
              <a:buNone/>
              <a:defRPr sz="3300" b="1">
                <a:solidFill>
                  <a:srgbClr val="172B3A"/>
                </a:solidFill>
                <a:latin typeface="IPAexGothic"/>
                <a:ea typeface="IPAexGothic"/>
                <a:cs typeface="IPAexGothic"/>
              </a:defRPr>
            </a:lvl5pPr>
            <a:lvl6pPr algn="l">
              <a:buNone/>
              <a:defRPr sz="3300" b="1">
                <a:solidFill>
                  <a:srgbClr val="172B3A"/>
                </a:solidFill>
                <a:latin typeface="IPAexGothic"/>
                <a:ea typeface="IPAexGothic"/>
                <a:cs typeface="IPAexGothic"/>
              </a:defRPr>
            </a:lvl6pPr>
            <a:lvl7pPr algn="l">
              <a:buNone/>
              <a:defRPr sz="3300" b="1">
                <a:solidFill>
                  <a:srgbClr val="172B3A"/>
                </a:solidFill>
                <a:latin typeface="IPAexGothic"/>
                <a:ea typeface="IPAexGothic"/>
                <a:cs typeface="IPAexGothic"/>
              </a:defRPr>
            </a:lvl7pPr>
            <a:lvl8pPr algn="l">
              <a:buNone/>
              <a:defRPr sz="3300" b="1">
                <a:solidFill>
                  <a:srgbClr val="172B3A"/>
                </a:solidFill>
                <a:latin typeface="IPAexGothic"/>
                <a:ea typeface="IPAexGothic"/>
                <a:cs typeface="IPAexGothic"/>
              </a:defRPr>
            </a:lvl8pPr>
            <a:lvl9pPr algn="l">
              <a:buNone/>
              <a:defRPr sz="3300" b="1">
                <a:solidFill>
                  <a:srgbClr val="172B3A"/>
                </a:solidFill>
                <a:latin typeface="IPAexGothic"/>
                <a:ea typeface="IPAexGothic"/>
                <a:cs typeface="IPAexGothic"/>
              </a:defRPr>
            </a:lvl9pPr>
          </a:lstStyle>
          <a:p xmlns:a="http://schemas.openxmlformats.org/drawingml/2006/main">
            <a:pPr algn="l">
              <a:buNone/>
              <a:defRPr sz="3300" b="1">
                <a:solidFill>
                  <a:srgbClr val="172B3A"/>
                </a:solidFill>
                <a:latin typeface="IPAexGothic"/>
                <a:ea typeface="IPAexGothic"/>
                <a:cs typeface="IPAexGothic"/>
              </a:defRPr>
            </a:pPr>
            <a:r>
              <a:rPr sz="3300" b="1">
                <a:solidFill>
                  <a:srgbClr val="172B3A"/>
                </a:solidFill>
                <a:latin typeface="IPAexGothic"/>
                <a:ea typeface="IPAexGothic"/>
                <a:cs typeface="IPAexGothic"/>
              </a:rPr>
              <a:t>本資料を通して使う実装想定例</a:t>
            </a:r>
          </a:p>
        </p:txBody>
      </p:sp>
      <p:sp>
        <p:nvSpPr>
          <p:cNvPr id="2" name="summary">
            <a:extLst xmlns:a="http://schemas.openxmlformats.org/drawingml/2006/main">
              <a:ext uri="{FF2B5EF4-FFF2-40B4-BE49-F238E27FC236}">
                <a16:creationId xmlns:a16="http://schemas.microsoft.com/office/drawing/2014/main" id="{4FA6494C-8369-4B89-82AF-B8E5BD0B6838}"/>
              </a:ext>
            </a:extLst>
          </p:cNvPr>
          <p:cNvSpPr>
            <a:spLocks xmlns:a="http://schemas.openxmlformats.org/drawingml/2006/main" noGrp="1"/>
          </p:cNvSpPr>
          <p:nvPr/>
        </p:nvSpPr>
        <p:spPr>
          <a:xfrm xmlns:a="http://schemas.openxmlformats.org/drawingml/2006/main">
            <a:off x="609600" y="1028700"/>
            <a:ext cx="10896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1725" b="0">
                <a:solidFill>
                  <a:srgbClr val="586872"/>
                </a:solidFill>
                <a:latin typeface="IPAexGothic"/>
                <a:ea typeface="IPAexGothic"/>
                <a:cs typeface="IPAexGothic"/>
              </a:defRPr>
            </a:defPPr>
            <a:lvl1pPr algn="l">
              <a:buNone/>
              <a:defRPr sz="1725" b="0">
                <a:solidFill>
                  <a:srgbClr val="586872"/>
                </a:solidFill>
                <a:latin typeface="IPAexGothic"/>
                <a:ea typeface="IPAexGothic"/>
                <a:cs typeface="IPAexGothic"/>
              </a:defRPr>
            </a:lvl1pPr>
            <a:lvl2pPr algn="l">
              <a:buNone/>
              <a:defRPr sz="1725" b="0">
                <a:solidFill>
                  <a:srgbClr val="586872"/>
                </a:solidFill>
                <a:latin typeface="IPAexGothic"/>
                <a:ea typeface="IPAexGothic"/>
                <a:cs typeface="IPAexGothic"/>
              </a:defRPr>
            </a:lvl2pPr>
            <a:lvl3pPr algn="l">
              <a:buNone/>
              <a:defRPr sz="1725" b="0">
                <a:solidFill>
                  <a:srgbClr val="586872"/>
                </a:solidFill>
                <a:latin typeface="IPAexGothic"/>
                <a:ea typeface="IPAexGothic"/>
                <a:cs typeface="IPAexGothic"/>
              </a:defRPr>
            </a:lvl3pPr>
            <a:lvl4pPr algn="l">
              <a:buNone/>
              <a:defRPr sz="1725" b="0">
                <a:solidFill>
                  <a:srgbClr val="586872"/>
                </a:solidFill>
                <a:latin typeface="IPAexGothic"/>
                <a:ea typeface="IPAexGothic"/>
                <a:cs typeface="IPAexGothic"/>
              </a:defRPr>
            </a:lvl4pPr>
            <a:lvl5pPr algn="l">
              <a:buNone/>
              <a:defRPr sz="1725" b="0">
                <a:solidFill>
                  <a:srgbClr val="586872"/>
                </a:solidFill>
                <a:latin typeface="IPAexGothic"/>
                <a:ea typeface="IPAexGothic"/>
                <a:cs typeface="IPAexGothic"/>
              </a:defRPr>
            </a:lvl5pPr>
            <a:lvl6pPr algn="l">
              <a:buNone/>
              <a:defRPr sz="1725" b="0">
                <a:solidFill>
                  <a:srgbClr val="586872"/>
                </a:solidFill>
                <a:latin typeface="IPAexGothic"/>
                <a:ea typeface="IPAexGothic"/>
                <a:cs typeface="IPAexGothic"/>
              </a:defRPr>
            </a:lvl6pPr>
            <a:lvl7pPr algn="l">
              <a:buNone/>
              <a:defRPr sz="1725" b="0">
                <a:solidFill>
                  <a:srgbClr val="586872"/>
                </a:solidFill>
                <a:latin typeface="IPAexGothic"/>
                <a:ea typeface="IPAexGothic"/>
                <a:cs typeface="IPAexGothic"/>
              </a:defRPr>
            </a:lvl7pPr>
            <a:lvl8pPr algn="l">
              <a:buNone/>
              <a:defRPr sz="1725" b="0">
                <a:solidFill>
                  <a:srgbClr val="586872"/>
                </a:solidFill>
                <a:latin typeface="IPAexGothic"/>
                <a:ea typeface="IPAexGothic"/>
                <a:cs typeface="IPAexGothic"/>
              </a:defRPr>
            </a:lvl8pPr>
            <a:lvl9pPr algn="l">
              <a:buNone/>
              <a:defRPr sz="1725" b="0">
                <a:solidFill>
                  <a:srgbClr val="586872"/>
                </a:solidFill>
                <a:latin typeface="IPAexGothic"/>
                <a:ea typeface="IPAexGothic"/>
                <a:cs typeface="IPAexGothic"/>
              </a:defRPr>
            </a:lvl9pPr>
          </a:lstStyle>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まず元データを蓄積し、似た波形の群から定義を求めて、出現記録・学習・説明へつなぎます。</a:t>
            </a:r>
          </a:p>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手法と処理条件は一例として選択します。意味のある特徴が設定なしで必ず得られるとはしません。</a:t>
            </a:r>
          </a:p>
        </p:txBody>
      </p:sp>
      <p:sp>
        <p:nvSpPr>
          <p:cNvPr id="3" name="page-number">
            <a:extLst xmlns:a="http://schemas.openxmlformats.org/drawingml/2006/main">
              <a:ext uri="{FF2B5EF4-FFF2-40B4-BE49-F238E27FC236}">
                <a16:creationId xmlns:a16="http://schemas.microsoft.com/office/drawing/2014/main" id="{78915EE6-366A-45C6-AD50-2092A90DC738}"/>
              </a:ext>
            </a:extLst>
          </p:cNvPr>
          <p:cNvSpPr>
            <a:spLocks xmlns:a="http://schemas.openxmlformats.org/drawingml/2006/main" noGrp="1"/>
          </p:cNvSpPr>
          <p:nvPr/>
        </p:nvSpPr>
        <p:spPr>
          <a:xfrm xmlns:a="http://schemas.openxmlformats.org/drawingml/2006/main">
            <a:off x="11239500" y="644842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1275" b="0">
                <a:solidFill>
                  <a:srgbClr val="586872"/>
                </a:solidFill>
                <a:latin typeface="IPAexGothic"/>
                <a:ea typeface="IPAexGothic"/>
                <a:cs typeface="IPAexGothic"/>
              </a:defRPr>
            </a:defPPr>
            <a:lvl1pPr algn="l">
              <a:buNone/>
              <a:defRPr sz="1275" b="0">
                <a:solidFill>
                  <a:srgbClr val="586872"/>
                </a:solidFill>
                <a:latin typeface="IPAexGothic"/>
                <a:ea typeface="IPAexGothic"/>
                <a:cs typeface="IPAexGothic"/>
              </a:defRPr>
            </a:lvl1pPr>
            <a:lvl2pPr algn="l">
              <a:buNone/>
              <a:defRPr sz="1275" b="0">
                <a:solidFill>
                  <a:srgbClr val="586872"/>
                </a:solidFill>
                <a:latin typeface="IPAexGothic"/>
                <a:ea typeface="IPAexGothic"/>
                <a:cs typeface="IPAexGothic"/>
              </a:defRPr>
            </a:lvl2pPr>
            <a:lvl3pPr algn="l">
              <a:buNone/>
              <a:defRPr sz="1275" b="0">
                <a:solidFill>
                  <a:srgbClr val="586872"/>
                </a:solidFill>
                <a:latin typeface="IPAexGothic"/>
                <a:ea typeface="IPAexGothic"/>
                <a:cs typeface="IPAexGothic"/>
              </a:defRPr>
            </a:lvl3pPr>
            <a:lvl4pPr algn="l">
              <a:buNone/>
              <a:defRPr sz="1275" b="0">
                <a:solidFill>
                  <a:srgbClr val="586872"/>
                </a:solidFill>
                <a:latin typeface="IPAexGothic"/>
                <a:ea typeface="IPAexGothic"/>
                <a:cs typeface="IPAexGothic"/>
              </a:defRPr>
            </a:lvl4pPr>
            <a:lvl5pPr algn="l">
              <a:buNone/>
              <a:defRPr sz="1275" b="0">
                <a:solidFill>
                  <a:srgbClr val="586872"/>
                </a:solidFill>
                <a:latin typeface="IPAexGothic"/>
                <a:ea typeface="IPAexGothic"/>
                <a:cs typeface="IPAexGothic"/>
              </a:defRPr>
            </a:lvl5pPr>
            <a:lvl6pPr algn="l">
              <a:buNone/>
              <a:defRPr sz="1275" b="0">
                <a:solidFill>
                  <a:srgbClr val="586872"/>
                </a:solidFill>
                <a:latin typeface="IPAexGothic"/>
                <a:ea typeface="IPAexGothic"/>
                <a:cs typeface="IPAexGothic"/>
              </a:defRPr>
            </a:lvl6pPr>
            <a:lvl7pPr algn="l">
              <a:buNone/>
              <a:defRPr sz="1275" b="0">
                <a:solidFill>
                  <a:srgbClr val="586872"/>
                </a:solidFill>
                <a:latin typeface="IPAexGothic"/>
                <a:ea typeface="IPAexGothic"/>
                <a:cs typeface="IPAexGothic"/>
              </a:defRPr>
            </a:lvl7pPr>
            <a:lvl8pPr algn="l">
              <a:buNone/>
              <a:defRPr sz="1275" b="0">
                <a:solidFill>
                  <a:srgbClr val="586872"/>
                </a:solidFill>
                <a:latin typeface="IPAexGothic"/>
                <a:ea typeface="IPAexGothic"/>
                <a:cs typeface="IPAexGothic"/>
              </a:defRPr>
            </a:lvl8pPr>
            <a:lvl9pPr algn="l">
              <a:buNone/>
              <a:defRPr sz="1275" b="0">
                <a:solidFill>
                  <a:srgbClr val="586872"/>
                </a:solidFill>
                <a:latin typeface="IPAexGothic"/>
                <a:ea typeface="IPAexGothic"/>
                <a:cs typeface="IPAexGothic"/>
              </a:defRPr>
            </a:lvl9pPr>
          </a:lstStyle>
          <a:p xmlns:a="http://schemas.openxmlformats.org/drawingml/2006/main">
            <a:pPr algn="l">
              <a:buNone/>
              <a:defRPr sz="1275" b="0">
                <a:solidFill>
                  <a:srgbClr val="586872"/>
                </a:solidFill>
                <a:latin typeface="IPAexGothic"/>
                <a:ea typeface="IPAexGothic"/>
                <a:cs typeface="IPAexGothic"/>
              </a:defRPr>
            </a:pPr>
            <a:r>
              <a:rPr sz="1275" b="0">
                <a:solidFill>
                  <a:srgbClr val="586872"/>
                </a:solidFill>
                <a:latin typeface="IPAexGothic"/>
                <a:ea typeface="IPAexGothic"/>
                <a:cs typeface="IPAexGothic"/>
              </a:rPr>
              <a:t>07</a:t>
            </a:r>
          </a:p>
        </p:txBody>
      </p:sp>
      <p:graphicFrame>
        <p:nvGraphicFramePr>
          <p:cNvPr id="7" name="">
            <a:extLst xmlns:a="http://schemas.openxmlformats.org/drawingml/2006/main">
              <a:ext uri="{FF2B5EF4-FFF2-40B4-BE49-F238E27FC236}">
                <a16:creationId xmlns:a16="http://schemas.microsoft.com/office/drawing/2014/main" id="{6E9D1928-40E0-411F-969D-AA18CB5E0C08}"/>
              </a:ext>
            </a:extLst>
          </p:cNvPr>
          <p:cNvGraphicFramePr/>
          <p:nvPr/>
        </p:nvGraphicFramePr>
        <p:xfrm>
          <a:off xmlns:a="http://schemas.openxmlformats.org/drawingml/2006/main" x="609600" y="1762125"/>
          <a:ext xmlns:a="http://schemas.openxmlformats.org/drawingml/2006/main" cx="10972800" cy="3952875"/>
        </p:xfrm>
        <a:graphic xmlns:a="http://schemas.openxmlformats.org/drawingml/2006/main">
          <a:graphicData uri="http://schemas.openxmlformats.org/drawingml/2006/table">
            <a:tbl>
              <a:tblPr firstRow="1" bandRow="0"/>
              <a:tblGrid>
                <a:gridCol w="1809750"/>
                <a:gridCol w="5381625"/>
                <a:gridCol w="3781425"/>
              </a:tblGrid>
              <a:tr h="658813">
                <a:tc>
                  <a:txBody>
                    <a:bodyPr wrap="square" lIns="114300" tIns="66675" rIns="114300" bIns="66675"/>
                    <a:lstStyle/>
                    <a:p>
                      <a:r>
                        <a:rPr sz="1725" b="1">
                          <a:solidFill>
                            <a:srgbClr val="172B3A"/>
                          </a:solidFill>
                          <a:latin typeface="IPAexGothic"/>
                          <a:ea typeface="IPAexGothic"/>
                          <a:cs typeface="IPAexGothic"/>
                        </a:rPr>
                        <a:t>処理</a:t>
                      </a:r>
                    </a:p>
                  </a:txBody>
                  <a:tcPr marL="91440" marR="91440" marT="45720" marB="45720" anchor="ctr">
                    <a:lnL w="9525">
                      <a:solidFill>
                        <a:srgbClr val="BCCAD2"/>
                      </a:solidFill>
                      <a:prstDash val="solid"/>
                    </a:lnL>
                    <a:lnR w="9525">
                      <a:solidFill>
                        <a:srgbClr val="BCCAD2"/>
                      </a:solidFill>
                      <a:prstDash val="solid"/>
                    </a:lnR>
                    <a:lnT w="9525">
                      <a:solidFill>
                        <a:srgbClr val="BCCAD2"/>
                      </a:solidFill>
                      <a:prstDash val="solid"/>
                    </a:lnT>
                    <a:lnB w="9525">
                      <a:solidFill>
                        <a:srgbClr val="BCCAD2"/>
                      </a:solidFill>
                      <a:prstDash val="solid"/>
                    </a:lnB>
                    <a:solidFill>
                      <a:srgbClr val="EAF1F5"/>
                    </a:solidFill>
                  </a:tcPr>
                </a:tc>
                <a:tc>
                  <a:txBody>
                    <a:bodyPr wrap="square" lIns="114300" tIns="66675" rIns="114300" bIns="66675"/>
                    <a:lstStyle/>
                    <a:p>
                      <a:r>
                        <a:rPr sz="1725" b="1">
                          <a:solidFill>
                            <a:srgbClr val="172B3A"/>
                          </a:solidFill>
                          <a:latin typeface="IPAexGothic"/>
                          <a:ea typeface="IPAexGothic"/>
                          <a:cs typeface="IPAexGothic"/>
                        </a:rPr>
                        <a:t>本文で使う一例</a:t>
                      </a:r>
                    </a:p>
                  </a:txBody>
                  <a:tcPr marL="91440" marR="91440" marT="45720" marB="45720" anchor="ctr">
                    <a:lnR w="9525">
                      <a:solidFill>
                        <a:srgbClr val="BCCAD2"/>
                      </a:solidFill>
                      <a:prstDash val="solid"/>
                    </a:lnR>
                    <a:lnT w="9525">
                      <a:solidFill>
                        <a:srgbClr val="BCCAD2"/>
                      </a:solidFill>
                      <a:prstDash val="solid"/>
                    </a:lnT>
                    <a:lnB w="9525">
                      <a:solidFill>
                        <a:srgbClr val="BCCAD2"/>
                      </a:solidFill>
                      <a:prstDash val="solid"/>
                    </a:lnB>
                    <a:solidFill>
                      <a:srgbClr val="EAF1F5"/>
                    </a:solidFill>
                  </a:tcPr>
                </a:tc>
                <a:tc>
                  <a:txBody>
                    <a:bodyPr wrap="square" lIns="114300" tIns="66675" rIns="114300" bIns="66675"/>
                    <a:lstStyle/>
                    <a:p>
                      <a:r>
                        <a:rPr sz="1725" b="1">
                          <a:solidFill>
                            <a:srgbClr val="172B3A"/>
                          </a:solidFill>
                          <a:latin typeface="IPAexGothic"/>
                          <a:ea typeface="IPAexGothic"/>
                          <a:cs typeface="IPAexGothic"/>
                        </a:rPr>
                        <a:t>ほかの選択肢の例</a:t>
                      </a:r>
                    </a:p>
                  </a:txBody>
                  <a:tcPr marL="91440" marR="91440" marT="45720" marB="45720" anchor="ctr">
                    <a:lnR w="9525">
                      <a:solidFill>
                        <a:srgbClr val="BCCAD2"/>
                      </a:solidFill>
                      <a:prstDash val="solid"/>
                    </a:lnR>
                    <a:lnT w="9525">
                      <a:solidFill>
                        <a:srgbClr val="BCCAD2"/>
                      </a:solidFill>
                      <a:prstDash val="solid"/>
                    </a:lnT>
                    <a:lnB w="9525">
                      <a:solidFill>
                        <a:srgbClr val="BCCAD2"/>
                      </a:solidFill>
                      <a:prstDash val="solid"/>
                    </a:lnB>
                    <a:solidFill>
                      <a:srgbClr val="EAF1F5"/>
                    </a:solidFill>
                  </a:tcPr>
                </a:tc>
              </a:tr>
              <a:tr h="658813">
                <a:tc>
                  <a:txBody>
                    <a:bodyPr wrap="square" lIns="114300" tIns="66675" rIns="114300" bIns="66675"/>
                    <a:lstStyle/>
                    <a:p>
                      <a:r>
                        <a:rPr sz="1725" b="0">
                          <a:solidFill>
                            <a:srgbClr val="172B3A"/>
                          </a:solidFill>
                          <a:latin typeface="IPAexGothic"/>
                          <a:ea typeface="IPAexGothic"/>
                          <a:cs typeface="IPAexGothic"/>
                        </a:rPr>
                        <a:t>対象範囲</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FFFFF"/>
                    </a:solidFill>
                  </a:tcPr>
                </a:tc>
                <a:tc>
                  <a:txBody>
                    <a:bodyPr wrap="square" lIns="114300" tIns="66675" rIns="114300" bIns="66675"/>
                    <a:lstStyle/>
                    <a:p>
                      <a:r>
                        <a:rPr sz="1725" b="0">
                          <a:solidFill>
                            <a:srgbClr val="172B3A"/>
                          </a:solidFill>
                          <a:latin typeface="IPAexGothic"/>
                          <a:ea typeface="IPAexGothic"/>
                          <a:cs typeface="IPAexGothic"/>
                        </a:rPr>
                        <a:t>1秒間隔、30秒窓を2秒ずつ移動。</a:t>
                      </a:r>
                    </a:p>
                  </a:txBody>
                  <a:tcPr marL="91440" marR="91440" marT="45720" marB="45720" anchor="ctr">
                    <a:lnR w="9525">
                      <a:solidFill>
                        <a:srgbClr val="BCCAD2"/>
                      </a:solidFill>
                      <a:prstDash val="solid"/>
                    </a:lnR>
                    <a:lnB w="9525">
                      <a:solidFill>
                        <a:srgbClr val="BCCAD2"/>
                      </a:solidFill>
                      <a:prstDash val="solid"/>
                    </a:lnB>
                    <a:solidFill>
                      <a:srgbClr val="FFFFFF"/>
                    </a:solidFill>
                  </a:tcPr>
                </a:tc>
                <a:tc>
                  <a:txBody>
                    <a:bodyPr wrap="square" lIns="114300" tIns="66675" rIns="114300" bIns="66675"/>
                    <a:lstStyle/>
                    <a:p>
                      <a:r>
                        <a:rPr sz="1725" b="0">
                          <a:solidFill>
                            <a:srgbClr val="172B3A"/>
                          </a:solidFill>
                          <a:latin typeface="IPAexGothic"/>
                          <a:ea typeface="IPAexGothic"/>
                          <a:cs typeface="IPAexGothic"/>
                        </a:rPr>
                        <a:t>運転周期、事象起点、逐次照合</a:t>
                      </a:r>
                    </a:p>
                  </a:txBody>
                  <a:tcPr marL="91440" marR="91440" marT="45720" marB="45720" anchor="ctr">
                    <a:lnR w="9525">
                      <a:solidFill>
                        <a:srgbClr val="BCCAD2"/>
                      </a:solidFill>
                      <a:prstDash val="solid"/>
                    </a:lnR>
                    <a:lnB w="9525">
                      <a:solidFill>
                        <a:srgbClr val="BCCAD2"/>
                      </a:solidFill>
                      <a:prstDash val="solid"/>
                    </a:lnB>
                    <a:solidFill>
                      <a:srgbClr val="FFFFFF"/>
                    </a:solidFill>
                  </a:tcPr>
                </a:tc>
              </a:tr>
              <a:tr h="658813">
                <a:tc>
                  <a:txBody>
                    <a:bodyPr wrap="square" lIns="114300" tIns="66675" rIns="114300" bIns="66675"/>
                    <a:lstStyle/>
                    <a:p>
                      <a:r>
                        <a:rPr sz="1725" b="0">
                          <a:solidFill>
                            <a:srgbClr val="172B3A"/>
                          </a:solidFill>
                          <a:latin typeface="IPAexGothic"/>
                          <a:ea typeface="IPAexGothic"/>
                          <a:cs typeface="IPAexGothic"/>
                        </a:rPr>
                        <a:t>パターン抽出</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8FAFB"/>
                    </a:solidFill>
                  </a:tcPr>
                </a:tc>
                <a:tc>
                  <a:txBody>
                    <a:bodyPr wrap="square" lIns="114300" tIns="66675" rIns="114300" bIns="66675"/>
                    <a:lstStyle/>
                    <a:p>
                      <a:r>
                        <a:rPr sz="1725" b="0">
                          <a:solidFill>
                            <a:srgbClr val="172B3A"/>
                          </a:solidFill>
                          <a:latin typeface="IPAexGothic"/>
                          <a:ea typeface="IPAexGothic"/>
                          <a:cs typeface="IPAexGothic"/>
                        </a:rPr>
                        <a:t>学習期間で尺度をそろえ、波形を</a:t>
                      </a:r>
                    </a:p>
                    <a:p>
                      <a:r>
                        <a:rPr sz="1725" b="0">
                          <a:solidFill>
                            <a:srgbClr val="172B3A"/>
                          </a:solidFill>
                          <a:latin typeface="IPAexGothic"/>
                          <a:ea typeface="IPAexGothic"/>
                          <a:cs typeface="IPAexGothic"/>
                        </a:rPr>
                        <a:t>K平均法で群分け。群の中心を定義に。</a:t>
                      </a:r>
                    </a:p>
                  </a:txBody>
                  <a:tcPr marL="91440" marR="91440" marT="45720" marB="45720" anchor="ctr">
                    <a:lnR w="9525">
                      <a:solidFill>
                        <a:srgbClr val="BCCAD2"/>
                      </a:solidFill>
                      <a:prstDash val="solid"/>
                    </a:lnR>
                    <a:lnB w="9525">
                      <a:solidFill>
                        <a:srgbClr val="BCCAD2"/>
                      </a:solidFill>
                      <a:prstDash val="solid"/>
                    </a:lnB>
                    <a:solidFill>
                      <a:srgbClr val="F8FAFB"/>
                    </a:solidFill>
                  </a:tcPr>
                </a:tc>
                <a:tc>
                  <a:txBody>
                    <a:bodyPr wrap="square" lIns="114300" tIns="66675" rIns="114300" bIns="66675"/>
                    <a:lstStyle/>
                    <a:p>
                      <a:r>
                        <a:rPr sz="1725" b="0">
                          <a:solidFill>
                            <a:srgbClr val="172B3A"/>
                          </a:solidFill>
                          <a:latin typeface="IPAexGothic"/>
                          <a:ea typeface="IPAexGothic"/>
                          <a:cs typeface="IPAexGothic"/>
                        </a:rPr>
                        <a:t>波形探索、密度による群分け、</a:t>
                      </a:r>
                    </a:p>
                    <a:p>
                      <a:r>
                        <a:rPr sz="1725" b="0">
                          <a:solidFill>
                            <a:srgbClr val="172B3A"/>
                          </a:solidFill>
                          <a:latin typeface="IPAexGothic"/>
                          <a:ea typeface="IPAexGothic"/>
                          <a:cs typeface="IPAexGothic"/>
                        </a:rPr>
                        <a:t>変化点・事象系列の探索</a:t>
                      </a:r>
                    </a:p>
                  </a:txBody>
                  <a:tcPr marL="91440" marR="91440" marT="45720" marB="45720" anchor="ctr">
                    <a:lnR w="9525">
                      <a:solidFill>
                        <a:srgbClr val="BCCAD2"/>
                      </a:solidFill>
                      <a:prstDash val="solid"/>
                    </a:lnR>
                    <a:lnB w="9525">
                      <a:solidFill>
                        <a:srgbClr val="BCCAD2"/>
                      </a:solidFill>
                      <a:prstDash val="solid"/>
                    </a:lnB>
                    <a:solidFill>
                      <a:srgbClr val="F8FAFB"/>
                    </a:solidFill>
                  </a:tcPr>
                </a:tc>
              </a:tr>
              <a:tr h="658813">
                <a:tc>
                  <a:txBody>
                    <a:bodyPr wrap="square" lIns="114300" tIns="66675" rIns="114300" bIns="66675"/>
                    <a:lstStyle/>
                    <a:p>
                      <a:r>
                        <a:rPr sz="1725" b="0">
                          <a:solidFill>
                            <a:srgbClr val="172B3A"/>
                          </a:solidFill>
                          <a:latin typeface="IPAexGothic"/>
                          <a:ea typeface="IPAexGothic"/>
                          <a:cs typeface="IPAexGothic"/>
                        </a:rPr>
                        <a:t>分類と入力</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FFFFF"/>
                    </a:solidFill>
                  </a:tcPr>
                </a:tc>
                <a:tc>
                  <a:txBody>
                    <a:bodyPr wrap="square" lIns="114300" tIns="66675" rIns="114300" bIns="66675"/>
                    <a:lstStyle/>
                    <a:p>
                      <a:r>
                        <a:rPr sz="1725" b="0">
                          <a:solidFill>
                            <a:srgbClr val="172B3A"/>
                          </a:solidFill>
                          <a:latin typeface="IPAexGothic"/>
                          <a:ea typeface="IPAexGothic"/>
                          <a:cs typeface="IPAexGothic"/>
                        </a:rPr>
                        <a:t>別の条件設定期間で照合範囲を求め、</a:t>
                      </a:r>
                    </a:p>
                    <a:p>
                      <a:r>
                        <a:rPr sz="1725" b="0">
                          <a:solidFill>
                            <a:srgbClr val="172B3A"/>
                          </a:solidFill>
                          <a:latin typeface="IPAexGothic"/>
                          <a:ea typeface="IPAexGothic"/>
                          <a:cs typeface="IPAexGothic"/>
                        </a:rPr>
                        <a:t>窓ごとの一致有無と距離を数値化。</a:t>
                      </a:r>
                    </a:p>
                  </a:txBody>
                  <a:tcPr marL="91440" marR="91440" marT="45720" marB="45720" anchor="ctr">
                    <a:lnR w="9525">
                      <a:solidFill>
                        <a:srgbClr val="BCCAD2"/>
                      </a:solidFill>
                      <a:prstDash val="solid"/>
                    </a:lnR>
                    <a:lnB w="9525">
                      <a:solidFill>
                        <a:srgbClr val="BCCAD2"/>
                      </a:solidFill>
                      <a:prstDash val="solid"/>
                    </a:lnB>
                    <a:solidFill>
                      <a:srgbClr val="FFFFFF"/>
                    </a:solidFill>
                  </a:tcPr>
                </a:tc>
                <a:tc>
                  <a:txBody>
                    <a:bodyPr wrap="square" lIns="114300" tIns="66675" rIns="114300" bIns="66675"/>
                    <a:lstStyle/>
                    <a:p>
                      <a:r>
                        <a:rPr sz="1725" b="0">
                          <a:solidFill>
                            <a:srgbClr val="172B3A"/>
                          </a:solidFill>
                          <a:latin typeface="IPAexGothic"/>
                          <a:ea typeface="IPAexGothic"/>
                          <a:cs typeface="IPAexGothic"/>
                        </a:rPr>
                        <a:t>出現回数・継続時間・強度など</a:t>
                      </a:r>
                    </a:p>
                  </a:txBody>
                  <a:tcPr marL="91440" marR="91440" marT="45720" marB="45720" anchor="ctr">
                    <a:lnR w="9525">
                      <a:solidFill>
                        <a:srgbClr val="BCCAD2"/>
                      </a:solidFill>
                      <a:prstDash val="solid"/>
                    </a:lnR>
                    <a:lnB w="9525">
                      <a:solidFill>
                        <a:srgbClr val="BCCAD2"/>
                      </a:solidFill>
                      <a:prstDash val="solid"/>
                    </a:lnB>
                    <a:solidFill>
                      <a:srgbClr val="FFFFFF"/>
                    </a:solidFill>
                  </a:tcPr>
                </a:tc>
              </a:tr>
              <a:tr h="658813">
                <a:tc>
                  <a:txBody>
                    <a:bodyPr wrap="square" lIns="114300" tIns="66675" rIns="114300" bIns="66675"/>
                    <a:lstStyle/>
                    <a:p>
                      <a:r>
                        <a:rPr sz="1725" b="0">
                          <a:solidFill>
                            <a:srgbClr val="172B3A"/>
                          </a:solidFill>
                          <a:latin typeface="IPAexGothic"/>
                          <a:ea typeface="IPAexGothic"/>
                          <a:cs typeface="IPAexGothic"/>
                        </a:rPr>
                        <a:t>モデルと統計</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8FAFB"/>
                    </a:solidFill>
                  </a:tcPr>
                </a:tc>
                <a:tc>
                  <a:txBody>
                    <a:bodyPr wrap="square" lIns="114300" tIns="66675" rIns="114300" bIns="66675"/>
                    <a:lstStyle/>
                    <a:p>
                      <a:r>
                        <a:rPr sz="1725" b="0">
                          <a:solidFill>
                            <a:srgbClr val="172B3A"/>
                          </a:solidFill>
                          <a:latin typeface="IPAexGothic"/>
                          <a:ea typeface="IPAexGothic"/>
                          <a:cs typeface="IPAexGothic"/>
                        </a:rPr>
                        <a:t>ロジスティック回帰、</a:t>
                      </a:r>
                    </a:p>
                    <a:p>
                      <a:r>
                        <a:rPr sz="1725" b="0">
                          <a:solidFill>
                            <a:srgbClr val="172B3A"/>
                          </a:solidFill>
                          <a:latin typeface="IPAexGothic"/>
                          <a:ea typeface="IPAexGothic"/>
                          <a:cs typeface="IPAexGothic"/>
                        </a:rPr>
                        <a:t>運転日単位の再標本化。</a:t>
                      </a:r>
                    </a:p>
                  </a:txBody>
                  <a:tcPr marL="91440" marR="91440" marT="45720" marB="45720" anchor="ctr">
                    <a:lnR w="9525">
                      <a:solidFill>
                        <a:srgbClr val="BCCAD2"/>
                      </a:solidFill>
                      <a:prstDash val="solid"/>
                    </a:lnR>
                    <a:lnB w="9525">
                      <a:solidFill>
                        <a:srgbClr val="BCCAD2"/>
                      </a:solidFill>
                      <a:prstDash val="solid"/>
                    </a:lnB>
                    <a:solidFill>
                      <a:srgbClr val="F8FAFB"/>
                    </a:solidFill>
                  </a:tcPr>
                </a:tc>
                <a:tc>
                  <a:txBody>
                    <a:bodyPr wrap="square" lIns="114300" tIns="66675" rIns="114300" bIns="66675"/>
                    <a:lstStyle/>
                    <a:p>
                      <a:r>
                        <a:rPr sz="1725" b="0">
                          <a:solidFill>
                            <a:srgbClr val="172B3A"/>
                          </a:solidFill>
                          <a:latin typeface="IPAexGothic"/>
                          <a:ea typeface="IPAexGothic"/>
                          <a:cs typeface="IPAexGothic"/>
                        </a:rPr>
                        <a:t>木モデル、別の信頼区間</a:t>
                      </a:r>
                    </a:p>
                  </a:txBody>
                  <a:tcPr marL="91440" marR="91440" marT="45720" marB="45720" anchor="ctr">
                    <a:lnR w="9525">
                      <a:solidFill>
                        <a:srgbClr val="BCCAD2"/>
                      </a:solidFill>
                      <a:prstDash val="solid"/>
                    </a:lnR>
                    <a:lnB w="9525">
                      <a:solidFill>
                        <a:srgbClr val="BCCAD2"/>
                      </a:solidFill>
                      <a:prstDash val="solid"/>
                    </a:lnB>
                    <a:solidFill>
                      <a:srgbClr val="F8FAFB"/>
                    </a:solidFill>
                  </a:tcPr>
                </a:tc>
              </a:tr>
              <a:tr h="658813">
                <a:tc>
                  <a:txBody>
                    <a:bodyPr wrap="square" lIns="114300" tIns="66675" rIns="114300" bIns="66675"/>
                    <a:lstStyle/>
                    <a:p>
                      <a:r>
                        <a:rPr sz="1725" b="0">
                          <a:solidFill>
                            <a:srgbClr val="172B3A"/>
                          </a:solidFill>
                          <a:latin typeface="IPAexGothic"/>
                          <a:ea typeface="IPAexGothic"/>
                          <a:cs typeface="IPAexGothic"/>
                        </a:rPr>
                        <a:t>保存と保持</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FFFFF"/>
                    </a:solidFill>
                  </a:tcPr>
                </a:tc>
                <a:tc>
                  <a:txBody>
                    <a:bodyPr wrap="square" lIns="114300" tIns="66675" rIns="114300" bIns="66675"/>
                    <a:lstStyle/>
                    <a:p>
                      <a:r>
                        <a:rPr sz="1725" b="0">
                          <a:solidFill>
                            <a:srgbClr val="172B3A"/>
                          </a:solidFill>
                          <a:latin typeface="IPAexGothic"/>
                          <a:ea typeface="IPAexGothic"/>
                          <a:cs typeface="IPAexGothic"/>
                        </a:rPr>
                        <a:t>窓ごとのCSV、SQLiteの管理表。</a:t>
                      </a:r>
                    </a:p>
                    <a:p>
                      <a:r>
                        <a:rPr sz="1725" b="0">
                          <a:solidFill>
                            <a:srgbClr val="172B3A"/>
                          </a:solidFill>
                          <a:latin typeface="IPAexGothic"/>
                          <a:ea typeface="IPAexGothic"/>
                          <a:cs typeface="IPAexGothic"/>
                        </a:rPr>
                        <a:t>区分別保持、境界・未知等を保護。</a:t>
                      </a:r>
                    </a:p>
                  </a:txBody>
                  <a:tcPr marL="91440" marR="91440" marT="45720" marB="45720" anchor="ctr">
                    <a:lnR w="9525">
                      <a:solidFill>
                        <a:srgbClr val="BCCAD2"/>
                      </a:solidFill>
                      <a:prstDash val="solid"/>
                    </a:lnR>
                    <a:lnB w="9525">
                      <a:solidFill>
                        <a:srgbClr val="BCCAD2"/>
                      </a:solidFill>
                      <a:prstDash val="solid"/>
                    </a:lnB>
                    <a:solidFill>
                      <a:srgbClr val="FFFFFF"/>
                    </a:solidFill>
                  </a:tcPr>
                </a:tc>
                <a:tc>
                  <a:txBody>
                    <a:bodyPr wrap="square" lIns="114300" tIns="66675" rIns="114300" bIns="66675"/>
                    <a:lstStyle/>
                    <a:p>
                      <a:r>
                        <a:rPr sz="1725" b="0">
                          <a:solidFill>
                            <a:srgbClr val="172B3A"/>
                          </a:solidFill>
                          <a:latin typeface="IPAexGothic"/>
                          <a:ea typeface="IPAexGothic"/>
                          <a:cs typeface="IPAexGothic"/>
                        </a:rPr>
                        <a:t>共有断片の保存、多様性選定</a:t>
                      </a:r>
                    </a:p>
                  </a:txBody>
                  <a:tcPr marL="91440" marR="91440" marT="45720" marB="45720" anchor="ctr">
                    <a:lnR w="9525">
                      <a:solidFill>
                        <a:srgbClr val="BCCAD2"/>
                      </a:solidFill>
                      <a:prstDash val="solid"/>
                    </a:lnR>
                    <a:lnB w="9525">
                      <a:solidFill>
                        <a:srgbClr val="BCCAD2"/>
                      </a:solidFill>
                      <a:prstDash val="solid"/>
                    </a:lnB>
                    <a:solidFill>
                      <a:srgbClr val="FFFFFF"/>
                    </a:solidFill>
                  </a:tcPr>
                </a:tc>
              </a:tr>
            </a:tbl>
          </a:graphicData>
        </a:graphic>
      </p:graphicFrame>
      <p:sp>
        <p:nvSpPr>
          <p:cNvPr id="8" name="text-3">
            <a:extLst xmlns:a="http://schemas.openxmlformats.org/drawingml/2006/main">
              <a:ext uri="{FF2B5EF4-FFF2-40B4-BE49-F238E27FC236}">
                <a16:creationId xmlns:a16="http://schemas.microsoft.com/office/drawing/2014/main" id="{D1AA1356-2CDF-493E-865E-93F6783CD256}"/>
              </a:ext>
            </a:extLst>
          </p:cNvPr>
          <p:cNvSpPr>
            <a:spLocks xmlns:a="http://schemas.openxmlformats.org/drawingml/2006/main" noGrp="1"/>
          </p:cNvSpPr>
          <p:nvPr/>
        </p:nvSpPr>
        <p:spPr>
          <a:xfrm xmlns:a="http://schemas.openxmlformats.org/drawingml/2006/main">
            <a:off x="609600" y="5953125"/>
            <a:ext cx="10906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1575" b="0">
                <a:solidFill>
                  <a:srgbClr val="586872"/>
                </a:solidFill>
                <a:latin typeface="IPAexGothic"/>
                <a:ea typeface="IPAexGothic"/>
                <a:cs typeface="IPAexGothic"/>
              </a:defRPr>
            </a:defPPr>
            <a:lvl1pPr algn="l">
              <a:buNone/>
              <a:defRPr sz="1575" b="0">
                <a:solidFill>
                  <a:srgbClr val="586872"/>
                </a:solidFill>
                <a:latin typeface="IPAexGothic"/>
                <a:ea typeface="IPAexGothic"/>
                <a:cs typeface="IPAexGothic"/>
              </a:defRPr>
            </a:lvl1pPr>
            <a:lvl2pPr algn="l">
              <a:buNone/>
              <a:defRPr sz="1575" b="0">
                <a:solidFill>
                  <a:srgbClr val="586872"/>
                </a:solidFill>
                <a:latin typeface="IPAexGothic"/>
                <a:ea typeface="IPAexGothic"/>
                <a:cs typeface="IPAexGothic"/>
              </a:defRPr>
            </a:lvl2pPr>
            <a:lvl3pPr algn="l">
              <a:buNone/>
              <a:defRPr sz="1575" b="0">
                <a:solidFill>
                  <a:srgbClr val="586872"/>
                </a:solidFill>
                <a:latin typeface="IPAexGothic"/>
                <a:ea typeface="IPAexGothic"/>
                <a:cs typeface="IPAexGothic"/>
              </a:defRPr>
            </a:lvl3pPr>
            <a:lvl4pPr algn="l">
              <a:buNone/>
              <a:defRPr sz="1575" b="0">
                <a:solidFill>
                  <a:srgbClr val="586872"/>
                </a:solidFill>
                <a:latin typeface="IPAexGothic"/>
                <a:ea typeface="IPAexGothic"/>
                <a:cs typeface="IPAexGothic"/>
              </a:defRPr>
            </a:lvl4pPr>
            <a:lvl5pPr algn="l">
              <a:buNone/>
              <a:defRPr sz="1575" b="0">
                <a:solidFill>
                  <a:srgbClr val="586872"/>
                </a:solidFill>
                <a:latin typeface="IPAexGothic"/>
                <a:ea typeface="IPAexGothic"/>
                <a:cs typeface="IPAexGothic"/>
              </a:defRPr>
            </a:lvl5pPr>
            <a:lvl6pPr algn="l">
              <a:buNone/>
              <a:defRPr sz="1575" b="0">
                <a:solidFill>
                  <a:srgbClr val="586872"/>
                </a:solidFill>
                <a:latin typeface="IPAexGothic"/>
                <a:ea typeface="IPAexGothic"/>
                <a:cs typeface="IPAexGothic"/>
              </a:defRPr>
            </a:lvl6pPr>
            <a:lvl7pPr algn="l">
              <a:buNone/>
              <a:defRPr sz="1575" b="0">
                <a:solidFill>
                  <a:srgbClr val="586872"/>
                </a:solidFill>
                <a:latin typeface="IPAexGothic"/>
                <a:ea typeface="IPAexGothic"/>
                <a:cs typeface="IPAexGothic"/>
              </a:defRPr>
            </a:lvl7pPr>
            <a:lvl8pPr algn="l">
              <a:buNone/>
              <a:defRPr sz="1575" b="0">
                <a:solidFill>
                  <a:srgbClr val="586872"/>
                </a:solidFill>
                <a:latin typeface="IPAexGothic"/>
                <a:ea typeface="IPAexGothic"/>
                <a:cs typeface="IPAexGothic"/>
              </a:defRPr>
            </a:lvl8pPr>
            <a:lvl9pPr algn="l">
              <a:buNone/>
              <a:defRPr sz="1575" b="0">
                <a:solidFill>
                  <a:srgbClr val="586872"/>
                </a:solidFill>
                <a:latin typeface="IPAexGothic"/>
                <a:ea typeface="IPAexGothic"/>
                <a:cs typeface="IPAexGothic"/>
              </a:defRPr>
            </a:lvl9pPr>
          </a:lstStyle>
          <a:p xmlns:a="http://schemas.openxmlformats.org/drawingml/2006/main">
            <a:pPr algn="l">
              <a:buNone/>
              <a:defRPr sz="1575" b="0">
                <a:solidFill>
                  <a:srgbClr val="586872"/>
                </a:solidFill>
                <a:latin typeface="IPAexGothic"/>
                <a:ea typeface="IPAexGothic"/>
                <a:cs typeface="IPAexGothic"/>
              </a:defRPr>
            </a:pPr>
            <a:r>
              <a:rPr sz="1575" b="0">
                <a:solidFill>
                  <a:srgbClr val="586872"/>
                </a:solidFill>
                <a:latin typeface="IPAexGothic"/>
                <a:ea typeface="IPAexGothic"/>
                <a:cs typeface="IPAexGothic"/>
              </a:rPr>
              <a:t>窓方式・群分け・数値は一例。請求項の技術構成案をこの方法だけに限定しない</a:t>
            </a:r>
          </a:p>
        </p:txBody>
      </p:sp>
    </p:spTree>
    <p:extLst>
      <p:ext uri="{BB962C8B-B14F-4D97-AF65-F5344CB8AC3E}">
        <p14:creationId xmlns:p14="http://schemas.microsoft.com/office/powerpoint/2010/main" val="134919705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headline">
            <a:extLst xmlns:a="http://schemas.openxmlformats.org/drawingml/2006/main">
              <a:ext uri="{FF2B5EF4-FFF2-40B4-BE49-F238E27FC236}">
                <a16:creationId xmlns:a16="http://schemas.microsoft.com/office/drawing/2014/main" id="{40B04F95-13ED-49BD-8752-BC203C472AD8}"/>
              </a:ext>
            </a:extLst>
          </p:cNvPr>
          <p:cNvSpPr>
            <a:spLocks xmlns:a="http://schemas.openxmlformats.org/drawingml/2006/main" noGrp="1"/>
          </p:cNvSpPr>
          <p:nvPr/>
        </p:nvSpPr>
        <p:spPr>
          <a:xfrm xmlns:a="http://schemas.openxmlformats.org/drawingml/2006/main">
            <a:off x="590550" y="333375"/>
            <a:ext cx="1095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2B3A"/>
                </a:solidFill>
                <a:latin typeface="IPAexGothic"/>
                <a:ea typeface="IPAexGothic"/>
                <a:cs typeface="IPAexGothic"/>
              </a:defRPr>
            </a:defPPr>
            <a:lvl1pPr algn="l">
              <a:buNone/>
              <a:defRPr sz="3300" b="1">
                <a:solidFill>
                  <a:srgbClr val="172B3A"/>
                </a:solidFill>
                <a:latin typeface="IPAexGothic"/>
                <a:ea typeface="IPAexGothic"/>
                <a:cs typeface="IPAexGothic"/>
              </a:defRPr>
            </a:lvl1pPr>
            <a:lvl2pPr algn="l">
              <a:buNone/>
              <a:defRPr sz="3300" b="1">
                <a:solidFill>
                  <a:srgbClr val="172B3A"/>
                </a:solidFill>
                <a:latin typeface="IPAexGothic"/>
                <a:ea typeface="IPAexGothic"/>
                <a:cs typeface="IPAexGothic"/>
              </a:defRPr>
            </a:lvl2pPr>
            <a:lvl3pPr algn="l">
              <a:buNone/>
              <a:defRPr sz="3300" b="1">
                <a:solidFill>
                  <a:srgbClr val="172B3A"/>
                </a:solidFill>
                <a:latin typeface="IPAexGothic"/>
                <a:ea typeface="IPAexGothic"/>
                <a:cs typeface="IPAexGothic"/>
              </a:defRPr>
            </a:lvl3pPr>
            <a:lvl4pPr algn="l">
              <a:buNone/>
              <a:defRPr sz="3300" b="1">
                <a:solidFill>
                  <a:srgbClr val="172B3A"/>
                </a:solidFill>
                <a:latin typeface="IPAexGothic"/>
                <a:ea typeface="IPAexGothic"/>
                <a:cs typeface="IPAexGothic"/>
              </a:defRPr>
            </a:lvl4pPr>
            <a:lvl5pPr algn="l">
              <a:buNone/>
              <a:defRPr sz="3300" b="1">
                <a:solidFill>
                  <a:srgbClr val="172B3A"/>
                </a:solidFill>
                <a:latin typeface="IPAexGothic"/>
                <a:ea typeface="IPAexGothic"/>
                <a:cs typeface="IPAexGothic"/>
              </a:defRPr>
            </a:lvl5pPr>
            <a:lvl6pPr algn="l">
              <a:buNone/>
              <a:defRPr sz="3300" b="1">
                <a:solidFill>
                  <a:srgbClr val="172B3A"/>
                </a:solidFill>
                <a:latin typeface="IPAexGothic"/>
                <a:ea typeface="IPAexGothic"/>
                <a:cs typeface="IPAexGothic"/>
              </a:defRPr>
            </a:lvl6pPr>
            <a:lvl7pPr algn="l">
              <a:buNone/>
              <a:defRPr sz="3300" b="1">
                <a:solidFill>
                  <a:srgbClr val="172B3A"/>
                </a:solidFill>
                <a:latin typeface="IPAexGothic"/>
                <a:ea typeface="IPAexGothic"/>
                <a:cs typeface="IPAexGothic"/>
              </a:defRPr>
            </a:lvl7pPr>
            <a:lvl8pPr algn="l">
              <a:buNone/>
              <a:defRPr sz="3300" b="1">
                <a:solidFill>
                  <a:srgbClr val="172B3A"/>
                </a:solidFill>
                <a:latin typeface="IPAexGothic"/>
                <a:ea typeface="IPAexGothic"/>
                <a:cs typeface="IPAexGothic"/>
              </a:defRPr>
            </a:lvl8pPr>
            <a:lvl9pPr algn="l">
              <a:buNone/>
              <a:defRPr sz="3300" b="1">
                <a:solidFill>
                  <a:srgbClr val="172B3A"/>
                </a:solidFill>
                <a:latin typeface="IPAexGothic"/>
                <a:ea typeface="IPAexGothic"/>
                <a:cs typeface="IPAexGothic"/>
              </a:defRPr>
            </a:lvl9pPr>
          </a:lstStyle>
          <a:p xmlns:a="http://schemas.openxmlformats.org/drawingml/2006/main">
            <a:pPr algn="l">
              <a:buNone/>
              <a:defRPr sz="3300" b="1">
                <a:solidFill>
                  <a:srgbClr val="172B3A"/>
                </a:solidFill>
                <a:latin typeface="IPAexGothic"/>
                <a:ea typeface="IPAexGothic"/>
                <a:cs typeface="IPAexGothic"/>
              </a:defRPr>
            </a:pPr>
            <a:r>
              <a:rPr sz="3300" b="1">
                <a:solidFill>
                  <a:srgbClr val="172B3A"/>
                </a:solidFill>
                <a:latin typeface="IPAexGothic"/>
                <a:ea typeface="IPAexGothic"/>
                <a:cs typeface="IPAexGothic"/>
              </a:rPr>
              <a:t>本発明の処理手順（全体フロー図）</a:t>
            </a:r>
          </a:p>
        </p:txBody>
      </p:sp>
      <p:sp>
        <p:nvSpPr>
          <p:cNvPr id="2" name="summary">
            <a:extLst xmlns:a="http://schemas.openxmlformats.org/drawingml/2006/main">
              <a:ext uri="{FF2B5EF4-FFF2-40B4-BE49-F238E27FC236}">
                <a16:creationId xmlns:a16="http://schemas.microsoft.com/office/drawing/2014/main" id="{0B6F6D94-B42D-4F12-91C5-FA9B7C2221C0}"/>
              </a:ext>
            </a:extLst>
          </p:cNvPr>
          <p:cNvSpPr>
            <a:spLocks xmlns:a="http://schemas.openxmlformats.org/drawingml/2006/main" noGrp="1"/>
          </p:cNvSpPr>
          <p:nvPr/>
        </p:nvSpPr>
        <p:spPr>
          <a:xfrm xmlns:a="http://schemas.openxmlformats.org/drawingml/2006/main">
            <a:off x="609600" y="1028700"/>
            <a:ext cx="10896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872"/>
                </a:solidFill>
                <a:latin typeface="IPAexGothic"/>
                <a:ea typeface="IPAexGothic"/>
                <a:cs typeface="IPAexGothic"/>
              </a:defRPr>
            </a:defPPr>
            <a:lvl1pPr algn="l">
              <a:buNone/>
              <a:defRPr sz="1800" b="0">
                <a:solidFill>
                  <a:srgbClr val="586872"/>
                </a:solidFill>
                <a:latin typeface="IPAexGothic"/>
                <a:ea typeface="IPAexGothic"/>
                <a:cs typeface="IPAexGothic"/>
              </a:defRPr>
            </a:lvl1pPr>
            <a:lvl2pPr algn="l">
              <a:buNone/>
              <a:defRPr sz="1800" b="0">
                <a:solidFill>
                  <a:srgbClr val="586872"/>
                </a:solidFill>
                <a:latin typeface="IPAexGothic"/>
                <a:ea typeface="IPAexGothic"/>
                <a:cs typeface="IPAexGothic"/>
              </a:defRPr>
            </a:lvl2pPr>
            <a:lvl3pPr algn="l">
              <a:buNone/>
              <a:defRPr sz="1800" b="0">
                <a:solidFill>
                  <a:srgbClr val="586872"/>
                </a:solidFill>
                <a:latin typeface="IPAexGothic"/>
                <a:ea typeface="IPAexGothic"/>
                <a:cs typeface="IPAexGothic"/>
              </a:defRPr>
            </a:lvl3pPr>
            <a:lvl4pPr algn="l">
              <a:buNone/>
              <a:defRPr sz="1800" b="0">
                <a:solidFill>
                  <a:srgbClr val="586872"/>
                </a:solidFill>
                <a:latin typeface="IPAexGothic"/>
                <a:ea typeface="IPAexGothic"/>
                <a:cs typeface="IPAexGothic"/>
              </a:defRPr>
            </a:lvl4pPr>
            <a:lvl5pPr algn="l">
              <a:buNone/>
              <a:defRPr sz="1800" b="0">
                <a:solidFill>
                  <a:srgbClr val="586872"/>
                </a:solidFill>
                <a:latin typeface="IPAexGothic"/>
                <a:ea typeface="IPAexGothic"/>
                <a:cs typeface="IPAexGothic"/>
              </a:defRPr>
            </a:lvl5pPr>
            <a:lvl6pPr algn="l">
              <a:buNone/>
              <a:defRPr sz="1800" b="0">
                <a:solidFill>
                  <a:srgbClr val="586872"/>
                </a:solidFill>
                <a:latin typeface="IPAexGothic"/>
                <a:ea typeface="IPAexGothic"/>
                <a:cs typeface="IPAexGothic"/>
              </a:defRPr>
            </a:lvl6pPr>
            <a:lvl7pPr algn="l">
              <a:buNone/>
              <a:defRPr sz="1800" b="0">
                <a:solidFill>
                  <a:srgbClr val="586872"/>
                </a:solidFill>
                <a:latin typeface="IPAexGothic"/>
                <a:ea typeface="IPAexGothic"/>
                <a:cs typeface="IPAexGothic"/>
              </a:defRPr>
            </a:lvl7pPr>
            <a:lvl8pPr algn="l">
              <a:buNone/>
              <a:defRPr sz="1800" b="0">
                <a:solidFill>
                  <a:srgbClr val="586872"/>
                </a:solidFill>
                <a:latin typeface="IPAexGothic"/>
                <a:ea typeface="IPAexGothic"/>
                <a:cs typeface="IPAexGothic"/>
              </a:defRPr>
            </a:lvl8pPr>
            <a:lvl9pPr algn="l">
              <a:buNone/>
              <a:defRPr sz="1800" b="0">
                <a:solidFill>
                  <a:srgbClr val="586872"/>
                </a:solidFill>
                <a:latin typeface="IPAexGothic"/>
                <a:ea typeface="IPAexGothic"/>
                <a:cs typeface="IPAexGothic"/>
              </a:defRPr>
            </a:lvl9pPr>
          </a:lstStyle>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①で元データを蓄積し、②で波形から定義と出現記録を作り、③で二つの評価を行います。</a:t>
            </a:r>
          </a:p>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④へ同じID・版で登録し、⑤の三評価による削除判断、⑥⑦の判定と説明、⑧の再評価へ進みます。</a:t>
            </a:r>
          </a:p>
        </p:txBody>
      </p:sp>
      <p:sp>
        <p:nvSpPr>
          <p:cNvPr id="3" name="diagram-2">
            <a:extLst xmlns:a="http://schemas.openxmlformats.org/drawingml/2006/main">
              <a:ext uri="{FF2B5EF4-FFF2-40B4-BE49-F238E27FC236}">
                <a16:creationId xmlns:a16="http://schemas.microsoft.com/office/drawing/2014/main" id="{E79E3309-7522-4826-9FDB-0E6B62BEC88B}"/>
              </a:ext>
            </a:extLst>
          </p:cNvPr>
          <p:cNvSpPr>
            <a:spLocks xmlns:a="http://schemas.openxmlformats.org/drawingml/2006/main" noGrp="1"/>
          </p:cNvSpPr>
          <p:nvPr/>
        </p:nvSpPr>
        <p:spPr>
          <a:xfrm xmlns:a="http://schemas.openxmlformats.org/drawingml/2006/main">
            <a:off x="609600" y="1724025"/>
            <a:ext cx="1981200" cy="1514475"/>
          </a:xfrm>
          <a:prstGeom xmlns:a="http://schemas.openxmlformats.org/drawingml/2006/main" prst="rect">
            <a:avLst/>
          </a:prstGeom>
          <a:solidFill xmlns:a="http://schemas.openxmlformats.org/drawingml/2006/main">
            <a:srgbClr val="EFF7FE"/>
          </a:solidFill>
          <a:ln xmlns:a="http://schemas.openxmlformats.org/drawingml/2006/main" w="14288">
            <a:solidFill>
              <a:srgbClr val="0866AD"/>
            </a:solidFill>
          </a:ln>
        </p:spPr>
        <p:txBody>
          <a:bodyPr xmlns:a="http://schemas.openxmlformats.org/drawingml/2006/main" wrap="square" lIns="114300" tIns="114300" rIns="114300" bIns="114300" anchor="ctr">
            <a:noAutofit/>
          </a:bodyPr>
          <a:lstStyle xmlns:a="http://schemas.openxmlformats.org/drawingml/2006/main">
            <a:defPPr algn="ctr">
              <a:defRPr sz="1500" b="0">
                <a:solidFill>
                  <a:srgbClr val="172B3A"/>
                </a:solidFill>
                <a:latin typeface="IPAexGothic"/>
                <a:ea typeface="IPAexGothic"/>
                <a:cs typeface="IPAexGothic"/>
              </a:defRPr>
            </a:defPPr>
            <a:lvl1pPr algn="ctr">
              <a:buNone/>
              <a:defRPr sz="1500" b="0">
                <a:solidFill>
                  <a:srgbClr val="172B3A"/>
                </a:solidFill>
                <a:latin typeface="IPAexGothic"/>
                <a:ea typeface="IPAexGothic"/>
                <a:cs typeface="IPAexGothic"/>
              </a:defRPr>
            </a:lvl1pPr>
            <a:lvl2pPr algn="ctr">
              <a:buNone/>
              <a:defRPr sz="1500" b="0">
                <a:solidFill>
                  <a:srgbClr val="172B3A"/>
                </a:solidFill>
                <a:latin typeface="IPAexGothic"/>
                <a:ea typeface="IPAexGothic"/>
                <a:cs typeface="IPAexGothic"/>
              </a:defRPr>
            </a:lvl2pPr>
            <a:lvl3pPr algn="ctr">
              <a:buNone/>
              <a:defRPr sz="1500" b="0">
                <a:solidFill>
                  <a:srgbClr val="172B3A"/>
                </a:solidFill>
                <a:latin typeface="IPAexGothic"/>
                <a:ea typeface="IPAexGothic"/>
                <a:cs typeface="IPAexGothic"/>
              </a:defRPr>
            </a:lvl3pPr>
            <a:lvl4pPr algn="ctr">
              <a:buNone/>
              <a:defRPr sz="1500" b="0">
                <a:solidFill>
                  <a:srgbClr val="172B3A"/>
                </a:solidFill>
                <a:latin typeface="IPAexGothic"/>
                <a:ea typeface="IPAexGothic"/>
                <a:cs typeface="IPAexGothic"/>
              </a:defRPr>
            </a:lvl4pPr>
            <a:lvl5pPr algn="ctr">
              <a:buNone/>
              <a:defRPr sz="1500" b="0">
                <a:solidFill>
                  <a:srgbClr val="172B3A"/>
                </a:solidFill>
                <a:latin typeface="IPAexGothic"/>
                <a:ea typeface="IPAexGothic"/>
                <a:cs typeface="IPAexGothic"/>
              </a:defRPr>
            </a:lvl5pPr>
            <a:lvl6pPr algn="ctr">
              <a:buNone/>
              <a:defRPr sz="1500" b="0">
                <a:solidFill>
                  <a:srgbClr val="172B3A"/>
                </a:solidFill>
                <a:latin typeface="IPAexGothic"/>
                <a:ea typeface="IPAexGothic"/>
                <a:cs typeface="IPAexGothic"/>
              </a:defRPr>
            </a:lvl6pPr>
            <a:lvl7pPr algn="ctr">
              <a:buNone/>
              <a:defRPr sz="1500" b="0">
                <a:solidFill>
                  <a:srgbClr val="172B3A"/>
                </a:solidFill>
                <a:latin typeface="IPAexGothic"/>
                <a:ea typeface="IPAexGothic"/>
                <a:cs typeface="IPAexGothic"/>
              </a:defRPr>
            </a:lvl7pPr>
            <a:lvl8pPr algn="ctr">
              <a:buNone/>
              <a:defRPr sz="1500" b="0">
                <a:solidFill>
                  <a:srgbClr val="172B3A"/>
                </a:solidFill>
                <a:latin typeface="IPAexGothic"/>
                <a:ea typeface="IPAexGothic"/>
                <a:cs typeface="IPAexGothic"/>
              </a:defRPr>
            </a:lvl8pPr>
            <a:lvl9pPr algn="ctr">
              <a:buNone/>
              <a:defRPr sz="1500" b="0">
                <a:solidFill>
                  <a:srgbClr val="172B3A"/>
                </a:solidFill>
                <a:latin typeface="IPAexGothic"/>
                <a:ea typeface="IPAexGothic"/>
                <a:cs typeface="IPAexGothic"/>
              </a:defRPr>
            </a:lvl9pPr>
          </a:lstStyle>
          <a:p xmlns:a="http://schemas.openxmlformats.org/drawingml/2006/main">
            <a:pPr algn="ctr">
              <a:buNone/>
              <a:defRPr sz="1500" b="0">
                <a:solidFill>
                  <a:srgbClr val="172B3A"/>
                </a:solidFill>
                <a:latin typeface="IPAexGothic"/>
                <a:ea typeface="IPAexGothic"/>
                <a:cs typeface="IPAexGothic"/>
              </a:defRPr>
            </a:pPr>
            <a:r>
              <a:rPr sz="1500" b="0">
                <a:solidFill>
                  <a:srgbClr val="172B3A"/>
                </a:solidFill>
                <a:latin typeface="IPAexGothic"/>
                <a:ea typeface="IPAexGothic"/>
                <a:cs typeface="IPAexGothic"/>
              </a:rPr>
              <a:t>① データ収集</a:t>
            </a:r>
          </a:p>
          <a:p xmlns:a="http://schemas.openxmlformats.org/drawingml/2006/main">
            <a:pPr algn="ctr">
              <a:buNone/>
              <a:defRPr sz="1500" b="0">
                <a:solidFill>
                  <a:srgbClr val="172B3A"/>
                </a:solidFill>
                <a:latin typeface="IPAexGothic"/>
                <a:ea typeface="IPAexGothic"/>
                <a:cs typeface="IPAexGothic"/>
              </a:defRPr>
            </a:pPr>
            <a:r>
              <a:rPr sz="1500" b="0">
                <a:solidFill>
                  <a:srgbClr val="172B3A"/>
                </a:solidFill>
                <a:latin typeface="IPAexGothic"/>
                <a:ea typeface="IPAexGothic"/>
                <a:cs typeface="IPAexGothic"/>
              </a:rPr>
              <a:t>30秒窓・2秒移動</a:t>
            </a:r>
          </a:p>
          <a:p xmlns:a="http://schemas.openxmlformats.org/drawingml/2006/main">
            <a:pPr algn="ctr">
              <a:buNone/>
              <a:defRPr sz="1500" b="0">
                <a:solidFill>
                  <a:srgbClr val="172B3A"/>
                </a:solidFill>
                <a:latin typeface="IPAexGothic"/>
                <a:ea typeface="IPAexGothic"/>
                <a:cs typeface="IPAexGothic"/>
              </a:defRPr>
            </a:pPr>
            <a:r>
              <a:rPr sz="1500" b="0">
                <a:solidFill>
                  <a:srgbClr val="172B3A"/>
                </a:solidFill>
                <a:latin typeface="IPAexGothic"/>
                <a:ea typeface="IPAexGothic"/>
                <a:cs typeface="IPAexGothic"/>
              </a:rPr>
              <a:t>欠測と重複の規則</a:t>
            </a:r>
          </a:p>
        </p:txBody>
      </p:sp>
      <p:sp>
        <p:nvSpPr>
          <p:cNvPr id="4" name="diagram-3">
            <a:extLst xmlns:a="http://schemas.openxmlformats.org/drawingml/2006/main">
              <a:ext uri="{FF2B5EF4-FFF2-40B4-BE49-F238E27FC236}">
                <a16:creationId xmlns:a16="http://schemas.microsoft.com/office/drawing/2014/main" id="{CE2E5D9F-BED8-441A-831E-D0E5FFFD8A75}"/>
              </a:ext>
            </a:extLst>
          </p:cNvPr>
          <p:cNvSpPr>
            <a:spLocks xmlns:a="http://schemas.openxmlformats.org/drawingml/2006/main" noGrp="1"/>
          </p:cNvSpPr>
          <p:nvPr/>
        </p:nvSpPr>
        <p:spPr>
          <a:xfrm xmlns:a="http://schemas.openxmlformats.org/drawingml/2006/main">
            <a:off x="2857500" y="1724025"/>
            <a:ext cx="1981200" cy="1514475"/>
          </a:xfrm>
          <a:prstGeom xmlns:a="http://schemas.openxmlformats.org/drawingml/2006/main" prst="rect">
            <a:avLst/>
          </a:prstGeom>
          <a:solidFill xmlns:a="http://schemas.openxmlformats.org/drawingml/2006/main">
            <a:srgbClr val="F0FAF2"/>
          </a:solidFill>
          <a:ln xmlns:a="http://schemas.openxmlformats.org/drawingml/2006/main" w="14288">
            <a:solidFill>
              <a:srgbClr val="168A3B"/>
            </a:solidFill>
          </a:ln>
        </p:spPr>
        <p:txBody>
          <a:bodyPr xmlns:a="http://schemas.openxmlformats.org/drawingml/2006/main" wrap="square" lIns="114300" tIns="114300" rIns="114300" bIns="114300" anchor="ctr">
            <a:noAutofit/>
          </a:bodyPr>
          <a:lstStyle xmlns:a="http://schemas.openxmlformats.org/drawingml/2006/main">
            <a:defPPr algn="ctr">
              <a:defRPr sz="1500" b="0">
                <a:solidFill>
                  <a:srgbClr val="172B3A"/>
                </a:solidFill>
                <a:latin typeface="IPAexGothic"/>
                <a:ea typeface="IPAexGothic"/>
                <a:cs typeface="IPAexGothic"/>
              </a:defRPr>
            </a:defPPr>
            <a:lvl1pPr algn="ctr">
              <a:buNone/>
              <a:defRPr sz="1500" b="0">
                <a:solidFill>
                  <a:srgbClr val="172B3A"/>
                </a:solidFill>
                <a:latin typeface="IPAexGothic"/>
                <a:ea typeface="IPAexGothic"/>
                <a:cs typeface="IPAexGothic"/>
              </a:defRPr>
            </a:lvl1pPr>
            <a:lvl2pPr algn="ctr">
              <a:buNone/>
              <a:defRPr sz="1500" b="0">
                <a:solidFill>
                  <a:srgbClr val="172B3A"/>
                </a:solidFill>
                <a:latin typeface="IPAexGothic"/>
                <a:ea typeface="IPAexGothic"/>
                <a:cs typeface="IPAexGothic"/>
              </a:defRPr>
            </a:lvl2pPr>
            <a:lvl3pPr algn="ctr">
              <a:buNone/>
              <a:defRPr sz="1500" b="0">
                <a:solidFill>
                  <a:srgbClr val="172B3A"/>
                </a:solidFill>
                <a:latin typeface="IPAexGothic"/>
                <a:ea typeface="IPAexGothic"/>
                <a:cs typeface="IPAexGothic"/>
              </a:defRPr>
            </a:lvl3pPr>
            <a:lvl4pPr algn="ctr">
              <a:buNone/>
              <a:defRPr sz="1500" b="0">
                <a:solidFill>
                  <a:srgbClr val="172B3A"/>
                </a:solidFill>
                <a:latin typeface="IPAexGothic"/>
                <a:ea typeface="IPAexGothic"/>
                <a:cs typeface="IPAexGothic"/>
              </a:defRPr>
            </a:lvl4pPr>
            <a:lvl5pPr algn="ctr">
              <a:buNone/>
              <a:defRPr sz="1500" b="0">
                <a:solidFill>
                  <a:srgbClr val="172B3A"/>
                </a:solidFill>
                <a:latin typeface="IPAexGothic"/>
                <a:ea typeface="IPAexGothic"/>
                <a:cs typeface="IPAexGothic"/>
              </a:defRPr>
            </a:lvl5pPr>
            <a:lvl6pPr algn="ctr">
              <a:buNone/>
              <a:defRPr sz="1500" b="0">
                <a:solidFill>
                  <a:srgbClr val="172B3A"/>
                </a:solidFill>
                <a:latin typeface="IPAexGothic"/>
                <a:ea typeface="IPAexGothic"/>
                <a:cs typeface="IPAexGothic"/>
              </a:defRPr>
            </a:lvl6pPr>
            <a:lvl7pPr algn="ctr">
              <a:buNone/>
              <a:defRPr sz="1500" b="0">
                <a:solidFill>
                  <a:srgbClr val="172B3A"/>
                </a:solidFill>
                <a:latin typeface="IPAexGothic"/>
                <a:ea typeface="IPAexGothic"/>
                <a:cs typeface="IPAexGothic"/>
              </a:defRPr>
            </a:lvl7pPr>
            <a:lvl8pPr algn="ctr">
              <a:buNone/>
              <a:defRPr sz="1500" b="0">
                <a:solidFill>
                  <a:srgbClr val="172B3A"/>
                </a:solidFill>
                <a:latin typeface="IPAexGothic"/>
                <a:ea typeface="IPAexGothic"/>
                <a:cs typeface="IPAexGothic"/>
              </a:defRPr>
            </a:lvl8pPr>
            <a:lvl9pPr algn="ctr">
              <a:buNone/>
              <a:defRPr sz="1500" b="0">
                <a:solidFill>
                  <a:srgbClr val="172B3A"/>
                </a:solidFill>
                <a:latin typeface="IPAexGothic"/>
                <a:ea typeface="IPAexGothic"/>
                <a:cs typeface="IPAexGothic"/>
              </a:defRPr>
            </a:lvl9pPr>
          </a:lstStyle>
          <a:p xmlns:a="http://schemas.openxmlformats.org/drawingml/2006/main">
            <a:pPr algn="ctr">
              <a:buNone/>
              <a:defRPr sz="1500" b="0">
                <a:solidFill>
                  <a:srgbClr val="172B3A"/>
                </a:solidFill>
                <a:latin typeface="IPAexGothic"/>
                <a:ea typeface="IPAexGothic"/>
                <a:cs typeface="IPAexGothic"/>
              </a:defRPr>
            </a:pPr>
            <a:r>
              <a:rPr sz="1500" b="0">
                <a:solidFill>
                  <a:srgbClr val="172B3A"/>
                </a:solidFill>
                <a:latin typeface="IPAexGothic"/>
                <a:ea typeface="IPAexGothic"/>
                <a:cs typeface="IPAexGothic"/>
              </a:rPr>
              <a:t>② パターン抽出</a:t>
            </a:r>
          </a:p>
          <a:p xmlns:a="http://schemas.openxmlformats.org/drawingml/2006/main">
            <a:pPr algn="ctr">
              <a:buNone/>
              <a:defRPr sz="1500" b="0">
                <a:solidFill>
                  <a:srgbClr val="172B3A"/>
                </a:solidFill>
                <a:latin typeface="IPAexGothic"/>
                <a:ea typeface="IPAexGothic"/>
                <a:cs typeface="IPAexGothic"/>
              </a:defRPr>
            </a:pPr>
            <a:r>
              <a:rPr sz="1500" b="0">
                <a:solidFill>
                  <a:srgbClr val="172B3A"/>
                </a:solidFill>
                <a:latin typeface="IPAexGothic"/>
                <a:ea typeface="IPAexGothic"/>
                <a:cs typeface="IPAexGothic"/>
              </a:rPr>
              <a:t>波形から定義を生成</a:t>
            </a:r>
          </a:p>
          <a:p xmlns:a="http://schemas.openxmlformats.org/drawingml/2006/main">
            <a:pPr algn="ctr">
              <a:buNone/>
              <a:defRPr sz="1500" b="0">
                <a:solidFill>
                  <a:srgbClr val="172B3A"/>
                </a:solidFill>
                <a:latin typeface="IPAexGothic"/>
                <a:ea typeface="IPAexGothic"/>
                <a:cs typeface="IPAexGothic"/>
              </a:defRPr>
            </a:pPr>
            <a:r>
              <a:rPr sz="1500" b="0">
                <a:solidFill>
                  <a:srgbClr val="172B3A"/>
                </a:solidFill>
                <a:latin typeface="IPAexGothic"/>
                <a:ea typeface="IPAexGothic"/>
                <a:cs typeface="IPAexGothic"/>
              </a:rPr>
              <a:t>照合と出現記録</a:t>
            </a:r>
          </a:p>
          <a:p xmlns:a="http://schemas.openxmlformats.org/drawingml/2006/main">
            <a:pPr algn="ctr">
              <a:buNone/>
              <a:defRPr sz="1500" b="0">
                <a:solidFill>
                  <a:srgbClr val="172B3A"/>
                </a:solidFill>
                <a:latin typeface="IPAexGothic"/>
                <a:ea typeface="IPAexGothic"/>
                <a:cs typeface="IPAexGothic"/>
              </a:defRPr>
            </a:pPr>
            <a:r>
              <a:rPr sz="1500" b="0">
                <a:solidFill>
                  <a:srgbClr val="172B3A"/>
                </a:solidFill>
                <a:latin typeface="IPAexGothic"/>
                <a:ea typeface="IPAexGothic"/>
                <a:cs typeface="IPAexGothic"/>
              </a:rPr>
              <a:t>典型・境界・未知</a:t>
            </a:r>
          </a:p>
        </p:txBody>
      </p:sp>
      <p:sp>
        <p:nvSpPr>
          <p:cNvPr id="5" name="diagram-4">
            <a:extLst xmlns:a="http://schemas.openxmlformats.org/drawingml/2006/main">
              <a:ext uri="{FF2B5EF4-FFF2-40B4-BE49-F238E27FC236}">
                <a16:creationId xmlns:a16="http://schemas.microsoft.com/office/drawing/2014/main" id="{3BB1F8E7-5B4F-4AAE-ABF0-65B84C4A0BC1}"/>
              </a:ext>
            </a:extLst>
          </p:cNvPr>
          <p:cNvSpPr>
            <a:spLocks xmlns:a="http://schemas.openxmlformats.org/drawingml/2006/main" noGrp="1"/>
          </p:cNvSpPr>
          <p:nvPr/>
        </p:nvSpPr>
        <p:spPr>
          <a:xfrm xmlns:a="http://schemas.openxmlformats.org/drawingml/2006/main">
            <a:off x="5105400" y="1724025"/>
            <a:ext cx="1981200" cy="1514475"/>
          </a:xfrm>
          <a:prstGeom xmlns:a="http://schemas.openxmlformats.org/drawingml/2006/main" prst="rect">
            <a:avLst/>
          </a:prstGeom>
          <a:solidFill xmlns:a="http://schemas.openxmlformats.org/drawingml/2006/main">
            <a:srgbClr val="FFF7EC"/>
          </a:solidFill>
          <a:ln xmlns:a="http://schemas.openxmlformats.org/drawingml/2006/main" w="14288">
            <a:solidFill>
              <a:srgbClr val="CE5D08"/>
            </a:solidFill>
          </a:ln>
        </p:spPr>
        <p:txBody>
          <a:bodyPr xmlns:a="http://schemas.openxmlformats.org/drawingml/2006/main" wrap="square" lIns="114300" tIns="114300" rIns="114300" bIns="114300" anchor="ctr">
            <a:noAutofit/>
          </a:bodyPr>
          <a:lstStyle xmlns:a="http://schemas.openxmlformats.org/drawingml/2006/main">
            <a:defPPr algn="ctr">
              <a:defRPr sz="1500" b="0">
                <a:solidFill>
                  <a:srgbClr val="172B3A"/>
                </a:solidFill>
                <a:latin typeface="IPAexGothic"/>
                <a:ea typeface="IPAexGothic"/>
                <a:cs typeface="IPAexGothic"/>
              </a:defRPr>
            </a:defPPr>
            <a:lvl1pPr algn="ctr">
              <a:buNone/>
              <a:defRPr sz="1500" b="0">
                <a:solidFill>
                  <a:srgbClr val="172B3A"/>
                </a:solidFill>
                <a:latin typeface="IPAexGothic"/>
                <a:ea typeface="IPAexGothic"/>
                <a:cs typeface="IPAexGothic"/>
              </a:defRPr>
            </a:lvl1pPr>
            <a:lvl2pPr algn="ctr">
              <a:buNone/>
              <a:defRPr sz="1500" b="0">
                <a:solidFill>
                  <a:srgbClr val="172B3A"/>
                </a:solidFill>
                <a:latin typeface="IPAexGothic"/>
                <a:ea typeface="IPAexGothic"/>
                <a:cs typeface="IPAexGothic"/>
              </a:defRPr>
            </a:lvl2pPr>
            <a:lvl3pPr algn="ctr">
              <a:buNone/>
              <a:defRPr sz="1500" b="0">
                <a:solidFill>
                  <a:srgbClr val="172B3A"/>
                </a:solidFill>
                <a:latin typeface="IPAexGothic"/>
                <a:ea typeface="IPAexGothic"/>
                <a:cs typeface="IPAexGothic"/>
              </a:defRPr>
            </a:lvl3pPr>
            <a:lvl4pPr algn="ctr">
              <a:buNone/>
              <a:defRPr sz="1500" b="0">
                <a:solidFill>
                  <a:srgbClr val="172B3A"/>
                </a:solidFill>
                <a:latin typeface="IPAexGothic"/>
                <a:ea typeface="IPAexGothic"/>
                <a:cs typeface="IPAexGothic"/>
              </a:defRPr>
            </a:lvl4pPr>
            <a:lvl5pPr algn="ctr">
              <a:buNone/>
              <a:defRPr sz="1500" b="0">
                <a:solidFill>
                  <a:srgbClr val="172B3A"/>
                </a:solidFill>
                <a:latin typeface="IPAexGothic"/>
                <a:ea typeface="IPAexGothic"/>
                <a:cs typeface="IPAexGothic"/>
              </a:defRPr>
            </a:lvl5pPr>
            <a:lvl6pPr algn="ctr">
              <a:buNone/>
              <a:defRPr sz="1500" b="0">
                <a:solidFill>
                  <a:srgbClr val="172B3A"/>
                </a:solidFill>
                <a:latin typeface="IPAexGothic"/>
                <a:ea typeface="IPAexGothic"/>
                <a:cs typeface="IPAexGothic"/>
              </a:defRPr>
            </a:lvl6pPr>
            <a:lvl7pPr algn="ctr">
              <a:buNone/>
              <a:defRPr sz="1500" b="0">
                <a:solidFill>
                  <a:srgbClr val="172B3A"/>
                </a:solidFill>
                <a:latin typeface="IPAexGothic"/>
                <a:ea typeface="IPAexGothic"/>
                <a:cs typeface="IPAexGothic"/>
              </a:defRPr>
            </a:lvl7pPr>
            <a:lvl8pPr algn="ctr">
              <a:buNone/>
              <a:defRPr sz="1500" b="0">
                <a:solidFill>
                  <a:srgbClr val="172B3A"/>
                </a:solidFill>
                <a:latin typeface="IPAexGothic"/>
                <a:ea typeface="IPAexGothic"/>
                <a:cs typeface="IPAexGothic"/>
              </a:defRPr>
            </a:lvl8pPr>
            <a:lvl9pPr algn="ctr">
              <a:buNone/>
              <a:defRPr sz="1500" b="0">
                <a:solidFill>
                  <a:srgbClr val="172B3A"/>
                </a:solidFill>
                <a:latin typeface="IPAexGothic"/>
                <a:ea typeface="IPAexGothic"/>
                <a:cs typeface="IPAexGothic"/>
              </a:defRPr>
            </a:lvl9pPr>
          </a:lstStyle>
          <a:p xmlns:a="http://schemas.openxmlformats.org/drawingml/2006/main">
            <a:pPr algn="ctr">
              <a:buNone/>
              <a:defRPr sz="1500" b="0">
                <a:solidFill>
                  <a:srgbClr val="172B3A"/>
                </a:solidFill>
                <a:latin typeface="IPAexGothic"/>
                <a:ea typeface="IPAexGothic"/>
                <a:cs typeface="IPAexGothic"/>
              </a:defRPr>
            </a:pPr>
            <a:r>
              <a:rPr sz="1500" b="0">
                <a:solidFill>
                  <a:srgbClr val="172B3A"/>
                </a:solidFill>
                <a:latin typeface="IPAexGothic"/>
                <a:ea typeface="IPAexGothic"/>
                <a:cs typeface="IPAexGothic"/>
              </a:rPr>
              <a:t>③ パターン評価</a:t>
            </a:r>
          </a:p>
          <a:p xmlns:a="http://schemas.openxmlformats.org/drawingml/2006/main">
            <a:pPr algn="ctr">
              <a:buNone/>
              <a:defRPr sz="1500" b="0">
                <a:solidFill>
                  <a:srgbClr val="172B3A"/>
                </a:solidFill>
                <a:latin typeface="IPAexGothic"/>
                <a:ea typeface="IPAexGothic"/>
                <a:cs typeface="IPAexGothic"/>
              </a:defRPr>
            </a:pPr>
            <a:r>
              <a:rPr sz="1500" b="0">
                <a:solidFill>
                  <a:srgbClr val="172B3A"/>
                </a:solidFill>
                <a:latin typeface="IPAexGothic"/>
                <a:ea typeface="IPAexGothic"/>
                <a:cs typeface="IPAexGothic"/>
              </a:rPr>
              <a:t>統計的な確立度</a:t>
            </a:r>
          </a:p>
          <a:p xmlns:a="http://schemas.openxmlformats.org/drawingml/2006/main">
            <a:pPr algn="ctr">
              <a:buNone/>
              <a:defRPr sz="1500" b="0">
                <a:solidFill>
                  <a:srgbClr val="172B3A"/>
                </a:solidFill>
                <a:latin typeface="IPAexGothic"/>
                <a:ea typeface="IPAexGothic"/>
                <a:cs typeface="IPAexGothic"/>
              </a:defRPr>
            </a:pPr>
            <a:r>
              <a:rPr sz="1500" b="0">
                <a:solidFill>
                  <a:srgbClr val="172B3A"/>
                </a:solidFill>
                <a:latin typeface="IPAexGothic"/>
                <a:ea typeface="IPAexGothic"/>
                <a:cs typeface="IPAexGothic"/>
              </a:rPr>
              <a:t>学習の代替可能性</a:t>
            </a:r>
          </a:p>
        </p:txBody>
      </p:sp>
      <p:sp>
        <p:nvSpPr>
          <p:cNvPr id="6" name="diagram-5">
            <a:extLst xmlns:a="http://schemas.openxmlformats.org/drawingml/2006/main">
              <a:ext uri="{FF2B5EF4-FFF2-40B4-BE49-F238E27FC236}">
                <a16:creationId xmlns:a16="http://schemas.microsoft.com/office/drawing/2014/main" id="{BEECC0D4-5DB5-491B-9168-62451A7448EE}"/>
              </a:ext>
            </a:extLst>
          </p:cNvPr>
          <p:cNvSpPr>
            <a:spLocks xmlns:a="http://schemas.openxmlformats.org/drawingml/2006/main" noGrp="1"/>
          </p:cNvSpPr>
          <p:nvPr/>
        </p:nvSpPr>
        <p:spPr>
          <a:xfrm xmlns:a="http://schemas.openxmlformats.org/drawingml/2006/main">
            <a:off x="9601200" y="1724025"/>
            <a:ext cx="1981200" cy="1514475"/>
          </a:xfrm>
          <a:prstGeom xmlns:a="http://schemas.openxmlformats.org/drawingml/2006/main" prst="rect">
            <a:avLst/>
          </a:prstGeom>
          <a:solidFill xmlns:a="http://schemas.openxmlformats.org/drawingml/2006/main">
            <a:srgbClr val="F7F1FD"/>
          </a:solidFill>
          <a:ln xmlns:a="http://schemas.openxmlformats.org/drawingml/2006/main" w="14288">
            <a:solidFill>
              <a:srgbClr val="8055AB"/>
            </a:solidFill>
          </a:ln>
        </p:spPr>
        <p:txBody>
          <a:bodyPr xmlns:a="http://schemas.openxmlformats.org/drawingml/2006/main" wrap="square" lIns="114300" tIns="114300" rIns="114300" bIns="114300" anchor="ctr">
            <a:noAutofit/>
          </a:bodyPr>
          <a:lstStyle xmlns:a="http://schemas.openxmlformats.org/drawingml/2006/main">
            <a:defPPr algn="ctr">
              <a:defRPr sz="1500" b="0">
                <a:solidFill>
                  <a:srgbClr val="172B3A"/>
                </a:solidFill>
                <a:latin typeface="IPAexGothic"/>
                <a:ea typeface="IPAexGothic"/>
                <a:cs typeface="IPAexGothic"/>
              </a:defRPr>
            </a:defPPr>
            <a:lvl1pPr algn="ctr">
              <a:buNone/>
              <a:defRPr sz="1500" b="0">
                <a:solidFill>
                  <a:srgbClr val="172B3A"/>
                </a:solidFill>
                <a:latin typeface="IPAexGothic"/>
                <a:ea typeface="IPAexGothic"/>
                <a:cs typeface="IPAexGothic"/>
              </a:defRPr>
            </a:lvl1pPr>
            <a:lvl2pPr algn="ctr">
              <a:buNone/>
              <a:defRPr sz="1500" b="0">
                <a:solidFill>
                  <a:srgbClr val="172B3A"/>
                </a:solidFill>
                <a:latin typeface="IPAexGothic"/>
                <a:ea typeface="IPAexGothic"/>
                <a:cs typeface="IPAexGothic"/>
              </a:defRPr>
            </a:lvl2pPr>
            <a:lvl3pPr algn="ctr">
              <a:buNone/>
              <a:defRPr sz="1500" b="0">
                <a:solidFill>
                  <a:srgbClr val="172B3A"/>
                </a:solidFill>
                <a:latin typeface="IPAexGothic"/>
                <a:ea typeface="IPAexGothic"/>
                <a:cs typeface="IPAexGothic"/>
              </a:defRPr>
            </a:lvl3pPr>
            <a:lvl4pPr algn="ctr">
              <a:buNone/>
              <a:defRPr sz="1500" b="0">
                <a:solidFill>
                  <a:srgbClr val="172B3A"/>
                </a:solidFill>
                <a:latin typeface="IPAexGothic"/>
                <a:ea typeface="IPAexGothic"/>
                <a:cs typeface="IPAexGothic"/>
              </a:defRPr>
            </a:lvl4pPr>
            <a:lvl5pPr algn="ctr">
              <a:buNone/>
              <a:defRPr sz="1500" b="0">
                <a:solidFill>
                  <a:srgbClr val="172B3A"/>
                </a:solidFill>
                <a:latin typeface="IPAexGothic"/>
                <a:ea typeface="IPAexGothic"/>
                <a:cs typeface="IPAexGothic"/>
              </a:defRPr>
            </a:lvl5pPr>
            <a:lvl6pPr algn="ctr">
              <a:buNone/>
              <a:defRPr sz="1500" b="0">
                <a:solidFill>
                  <a:srgbClr val="172B3A"/>
                </a:solidFill>
                <a:latin typeface="IPAexGothic"/>
                <a:ea typeface="IPAexGothic"/>
                <a:cs typeface="IPAexGothic"/>
              </a:defRPr>
            </a:lvl6pPr>
            <a:lvl7pPr algn="ctr">
              <a:buNone/>
              <a:defRPr sz="1500" b="0">
                <a:solidFill>
                  <a:srgbClr val="172B3A"/>
                </a:solidFill>
                <a:latin typeface="IPAexGothic"/>
                <a:ea typeface="IPAexGothic"/>
                <a:cs typeface="IPAexGothic"/>
              </a:defRPr>
            </a:lvl7pPr>
            <a:lvl8pPr algn="ctr">
              <a:buNone/>
              <a:defRPr sz="1500" b="0">
                <a:solidFill>
                  <a:srgbClr val="172B3A"/>
                </a:solidFill>
                <a:latin typeface="IPAexGothic"/>
                <a:ea typeface="IPAexGothic"/>
                <a:cs typeface="IPAexGothic"/>
              </a:defRPr>
            </a:lvl8pPr>
            <a:lvl9pPr algn="ctr">
              <a:buNone/>
              <a:defRPr sz="1500" b="0">
                <a:solidFill>
                  <a:srgbClr val="172B3A"/>
                </a:solidFill>
                <a:latin typeface="IPAexGothic"/>
                <a:ea typeface="IPAexGothic"/>
                <a:cs typeface="IPAexGothic"/>
              </a:defRPr>
            </a:lvl9pPr>
          </a:lstStyle>
          <a:p xmlns:a="http://schemas.openxmlformats.org/drawingml/2006/main">
            <a:pPr algn="ctr">
              <a:buNone/>
              <a:defRPr sz="1500" b="0">
                <a:solidFill>
                  <a:srgbClr val="172B3A"/>
                </a:solidFill>
                <a:latin typeface="IPAexGothic"/>
                <a:ea typeface="IPAexGothic"/>
                <a:cs typeface="IPAexGothic"/>
              </a:defRPr>
            </a:pPr>
            <a:r>
              <a:rPr sz="1500" b="0">
                <a:solidFill>
                  <a:srgbClr val="172B3A"/>
                </a:solidFill>
                <a:latin typeface="IPAexGothic"/>
                <a:ea typeface="IPAexGothic"/>
                <a:cs typeface="IPAexGothic"/>
              </a:rPr>
              <a:t>⑤ 保持・削除判断</a:t>
            </a:r>
          </a:p>
          <a:p xmlns:a="http://schemas.openxmlformats.org/drawingml/2006/main">
            <a:pPr algn="ctr">
              <a:buNone/>
              <a:defRPr sz="1500" b="0">
                <a:solidFill>
                  <a:srgbClr val="172B3A"/>
                </a:solidFill>
                <a:latin typeface="IPAexGothic"/>
                <a:ea typeface="IPAexGothic"/>
                <a:cs typeface="IPAexGothic"/>
              </a:defRPr>
            </a:pPr>
            <a:r>
              <a:rPr sz="1500" b="0">
                <a:solidFill>
                  <a:srgbClr val="172B3A"/>
                </a:solidFill>
                <a:latin typeface="IPAexGothic"/>
                <a:ea typeface="IPAexGothic"/>
                <a:cs typeface="IPAexGothic"/>
              </a:rPr>
              <a:t>保持集合を選定</a:t>
            </a:r>
          </a:p>
          <a:p xmlns:a="http://schemas.openxmlformats.org/drawingml/2006/main">
            <a:pPr algn="ctr">
              <a:buNone/>
              <a:defRPr sz="1500" b="0">
                <a:solidFill>
                  <a:srgbClr val="172B3A"/>
                </a:solidFill>
                <a:latin typeface="IPAexGothic"/>
                <a:ea typeface="IPAexGothic"/>
                <a:cs typeface="IPAexGothic"/>
              </a:defRPr>
            </a:pPr>
            <a:r>
              <a:rPr sz="1500" b="0">
                <a:solidFill>
                  <a:srgbClr val="172B3A"/>
                </a:solidFill>
                <a:latin typeface="IPAexGothic"/>
                <a:ea typeface="IPAexGothic"/>
                <a:cs typeface="IPAexGothic"/>
              </a:rPr>
              <a:t>三条件すべて合格</a:t>
            </a:r>
          </a:p>
        </p:txBody>
      </p:sp>
      <p:sp>
        <p:nvSpPr>
          <p:cNvPr id="7" name="diagram-6">
            <a:extLst xmlns:a="http://schemas.openxmlformats.org/drawingml/2006/main">
              <a:ext uri="{FF2B5EF4-FFF2-40B4-BE49-F238E27FC236}">
                <a16:creationId xmlns:a16="http://schemas.microsoft.com/office/drawing/2014/main" id="{4C195D7C-2455-4167-907B-8568F8E8EE35}"/>
              </a:ext>
            </a:extLst>
          </p:cNvPr>
          <p:cNvSpPr>
            <a:spLocks xmlns:a="http://schemas.openxmlformats.org/drawingml/2006/main" noGrp="1"/>
          </p:cNvSpPr>
          <p:nvPr/>
        </p:nvSpPr>
        <p:spPr>
          <a:xfrm xmlns:a="http://schemas.openxmlformats.org/drawingml/2006/main">
            <a:off x="7353300" y="1724025"/>
            <a:ext cx="1981200" cy="1514475"/>
          </a:xfrm>
          <a:prstGeom xmlns:a="http://schemas.openxmlformats.org/drawingml/2006/main" prst="rect">
            <a:avLst/>
          </a:prstGeom>
          <a:solidFill xmlns:a="http://schemas.openxmlformats.org/drawingml/2006/main">
            <a:srgbClr val="EDFAFC"/>
          </a:solidFill>
          <a:ln xmlns:a="http://schemas.openxmlformats.org/drawingml/2006/main" w="14288">
            <a:solidFill>
              <a:srgbClr val="08A1B4"/>
            </a:solidFill>
          </a:ln>
        </p:spPr>
        <p:txBody>
          <a:bodyPr xmlns:a="http://schemas.openxmlformats.org/drawingml/2006/main" wrap="square" lIns="114300" tIns="114300" rIns="114300" bIns="114300" anchor="ctr">
            <a:noAutofit/>
          </a:bodyPr>
          <a:lstStyle xmlns:a="http://schemas.openxmlformats.org/drawingml/2006/main">
            <a:defPPr algn="ctr">
              <a:defRPr sz="1500" b="0">
                <a:solidFill>
                  <a:srgbClr val="172B3A"/>
                </a:solidFill>
                <a:latin typeface="IPAexGothic"/>
                <a:ea typeface="IPAexGothic"/>
                <a:cs typeface="IPAexGothic"/>
              </a:defRPr>
            </a:defPPr>
            <a:lvl1pPr algn="ctr">
              <a:buNone/>
              <a:defRPr sz="1500" b="0">
                <a:solidFill>
                  <a:srgbClr val="172B3A"/>
                </a:solidFill>
                <a:latin typeface="IPAexGothic"/>
                <a:ea typeface="IPAexGothic"/>
                <a:cs typeface="IPAexGothic"/>
              </a:defRPr>
            </a:lvl1pPr>
            <a:lvl2pPr algn="ctr">
              <a:buNone/>
              <a:defRPr sz="1500" b="0">
                <a:solidFill>
                  <a:srgbClr val="172B3A"/>
                </a:solidFill>
                <a:latin typeface="IPAexGothic"/>
                <a:ea typeface="IPAexGothic"/>
                <a:cs typeface="IPAexGothic"/>
              </a:defRPr>
            </a:lvl2pPr>
            <a:lvl3pPr algn="ctr">
              <a:buNone/>
              <a:defRPr sz="1500" b="0">
                <a:solidFill>
                  <a:srgbClr val="172B3A"/>
                </a:solidFill>
                <a:latin typeface="IPAexGothic"/>
                <a:ea typeface="IPAexGothic"/>
                <a:cs typeface="IPAexGothic"/>
              </a:defRPr>
            </a:lvl3pPr>
            <a:lvl4pPr algn="ctr">
              <a:buNone/>
              <a:defRPr sz="1500" b="0">
                <a:solidFill>
                  <a:srgbClr val="172B3A"/>
                </a:solidFill>
                <a:latin typeface="IPAexGothic"/>
                <a:ea typeface="IPAexGothic"/>
                <a:cs typeface="IPAexGothic"/>
              </a:defRPr>
            </a:lvl4pPr>
            <a:lvl5pPr algn="ctr">
              <a:buNone/>
              <a:defRPr sz="1500" b="0">
                <a:solidFill>
                  <a:srgbClr val="172B3A"/>
                </a:solidFill>
                <a:latin typeface="IPAexGothic"/>
                <a:ea typeface="IPAexGothic"/>
                <a:cs typeface="IPAexGothic"/>
              </a:defRPr>
            </a:lvl5pPr>
            <a:lvl6pPr algn="ctr">
              <a:buNone/>
              <a:defRPr sz="1500" b="0">
                <a:solidFill>
                  <a:srgbClr val="172B3A"/>
                </a:solidFill>
                <a:latin typeface="IPAexGothic"/>
                <a:ea typeface="IPAexGothic"/>
                <a:cs typeface="IPAexGothic"/>
              </a:defRPr>
            </a:lvl6pPr>
            <a:lvl7pPr algn="ctr">
              <a:buNone/>
              <a:defRPr sz="1500" b="0">
                <a:solidFill>
                  <a:srgbClr val="172B3A"/>
                </a:solidFill>
                <a:latin typeface="IPAexGothic"/>
                <a:ea typeface="IPAexGothic"/>
                <a:cs typeface="IPAexGothic"/>
              </a:defRPr>
            </a:lvl7pPr>
            <a:lvl8pPr algn="ctr">
              <a:buNone/>
              <a:defRPr sz="1500" b="0">
                <a:solidFill>
                  <a:srgbClr val="172B3A"/>
                </a:solidFill>
                <a:latin typeface="IPAexGothic"/>
                <a:ea typeface="IPAexGothic"/>
                <a:cs typeface="IPAexGothic"/>
              </a:defRPr>
            </a:lvl8pPr>
            <a:lvl9pPr algn="ctr">
              <a:buNone/>
              <a:defRPr sz="1500" b="0">
                <a:solidFill>
                  <a:srgbClr val="172B3A"/>
                </a:solidFill>
                <a:latin typeface="IPAexGothic"/>
                <a:ea typeface="IPAexGothic"/>
                <a:cs typeface="IPAexGothic"/>
              </a:defRPr>
            </a:lvl9pPr>
          </a:lstStyle>
          <a:p xmlns:a="http://schemas.openxmlformats.org/drawingml/2006/main">
            <a:pPr algn="ctr">
              <a:buNone/>
              <a:defRPr sz="1500" b="0">
                <a:solidFill>
                  <a:srgbClr val="172B3A"/>
                </a:solidFill>
                <a:latin typeface="IPAexGothic"/>
                <a:ea typeface="IPAexGothic"/>
                <a:cs typeface="IPAexGothic"/>
              </a:defRPr>
            </a:pPr>
            <a:r>
              <a:rPr sz="1500" b="0">
                <a:solidFill>
                  <a:srgbClr val="172B3A"/>
                </a:solidFill>
                <a:latin typeface="IPAexGothic"/>
                <a:ea typeface="IPAexGothic"/>
                <a:cs typeface="IPAexGothic"/>
              </a:rPr>
              <a:t>④ 知識ベース</a:t>
            </a:r>
          </a:p>
          <a:p xmlns:a="http://schemas.openxmlformats.org/drawingml/2006/main">
            <a:pPr algn="ctr">
              <a:buNone/>
              <a:defRPr sz="1500" b="0">
                <a:solidFill>
                  <a:srgbClr val="172B3A"/>
                </a:solidFill>
                <a:latin typeface="IPAexGothic"/>
                <a:ea typeface="IPAexGothic"/>
                <a:cs typeface="IPAexGothic"/>
              </a:defRPr>
            </a:pPr>
            <a:r>
              <a:rPr sz="1500" b="0">
                <a:solidFill>
                  <a:srgbClr val="172B3A"/>
                </a:solidFill>
                <a:latin typeface="IPAexGothic"/>
                <a:ea typeface="IPAexGothic"/>
                <a:cs typeface="IPAexGothic"/>
              </a:rPr>
              <a:t>②から登録・更新</a:t>
            </a:r>
          </a:p>
          <a:p xmlns:a="http://schemas.openxmlformats.org/drawingml/2006/main">
            <a:pPr algn="ctr">
              <a:buNone/>
              <a:defRPr sz="1500" b="0">
                <a:solidFill>
                  <a:srgbClr val="172B3A"/>
                </a:solidFill>
                <a:latin typeface="IPAexGothic"/>
                <a:ea typeface="IPAexGothic"/>
                <a:cs typeface="IPAexGothic"/>
              </a:defRPr>
            </a:pPr>
            <a:r>
              <a:rPr sz="1500" b="0">
                <a:solidFill>
                  <a:srgbClr val="172B3A"/>
                </a:solidFill>
                <a:latin typeface="IPAexGothic"/>
                <a:ea typeface="IPAexGothic"/>
                <a:cs typeface="IPAexGothic"/>
              </a:rPr>
              <a:t>同じIDと版で管理</a:t>
            </a:r>
          </a:p>
        </p:txBody>
      </p:sp>
      <p:sp>
        <p:nvSpPr>
          <p:cNvPr id="12" name="diagram-11">
            <a:extLst xmlns:a="http://schemas.openxmlformats.org/drawingml/2006/main">
              <a:ext uri="{FF2B5EF4-FFF2-40B4-BE49-F238E27FC236}">
                <a16:creationId xmlns:a16="http://schemas.microsoft.com/office/drawing/2014/main" id="{BDDFCD64-F29A-4083-B616-CB165550DC5D}"/>
              </a:ext>
            </a:extLst>
          </p:cNvPr>
          <p:cNvSpPr>
            <a:spLocks xmlns:a="http://schemas.openxmlformats.org/drawingml/2006/main" noGrp="1"/>
          </p:cNvSpPr>
          <p:nvPr/>
        </p:nvSpPr>
        <p:spPr>
          <a:xfrm xmlns:a="http://schemas.openxmlformats.org/drawingml/2006/main">
            <a:off x="609600" y="3781425"/>
            <a:ext cx="5238750" cy="895350"/>
          </a:xfrm>
          <a:prstGeom xmlns:a="http://schemas.openxmlformats.org/drawingml/2006/main" prst="rect">
            <a:avLst/>
          </a:prstGeom>
          <a:solidFill xmlns:a="http://schemas.openxmlformats.org/drawingml/2006/main">
            <a:srgbClr val="FCEFF7"/>
          </a:solidFill>
          <a:ln xmlns:a="http://schemas.openxmlformats.org/drawingml/2006/main" w="14288">
            <a:solidFill>
              <a:srgbClr val="B82B80"/>
            </a:solidFill>
          </a:ln>
        </p:spPr>
        <p:txBody>
          <a:bodyPr xmlns:a="http://schemas.openxmlformats.org/drawingml/2006/main" wrap="square" lIns="114300" tIns="114300" rIns="114300" bIns="114300" anchor="ctr">
            <a:noAutofit/>
          </a:bodyPr>
          <a:lstStyle xmlns:a="http://schemas.openxmlformats.org/drawingml/2006/main">
            <a:defPPr algn="ctr">
              <a:defRPr sz="1875" b="0">
                <a:solidFill>
                  <a:srgbClr val="172B3A"/>
                </a:solidFill>
                <a:latin typeface="IPAexGothic"/>
                <a:ea typeface="IPAexGothic"/>
                <a:cs typeface="IPAexGothic"/>
              </a:defRPr>
            </a:defPPr>
            <a:lvl1pPr algn="ctr">
              <a:buNone/>
              <a:defRPr sz="1875" b="0">
                <a:solidFill>
                  <a:srgbClr val="172B3A"/>
                </a:solidFill>
                <a:latin typeface="IPAexGothic"/>
                <a:ea typeface="IPAexGothic"/>
                <a:cs typeface="IPAexGothic"/>
              </a:defRPr>
            </a:lvl1pPr>
            <a:lvl2pPr algn="ctr">
              <a:buNone/>
              <a:defRPr sz="1875" b="0">
                <a:solidFill>
                  <a:srgbClr val="172B3A"/>
                </a:solidFill>
                <a:latin typeface="IPAexGothic"/>
                <a:ea typeface="IPAexGothic"/>
                <a:cs typeface="IPAexGothic"/>
              </a:defRPr>
            </a:lvl2pPr>
            <a:lvl3pPr algn="ctr">
              <a:buNone/>
              <a:defRPr sz="1875" b="0">
                <a:solidFill>
                  <a:srgbClr val="172B3A"/>
                </a:solidFill>
                <a:latin typeface="IPAexGothic"/>
                <a:ea typeface="IPAexGothic"/>
                <a:cs typeface="IPAexGothic"/>
              </a:defRPr>
            </a:lvl3pPr>
            <a:lvl4pPr algn="ctr">
              <a:buNone/>
              <a:defRPr sz="1875" b="0">
                <a:solidFill>
                  <a:srgbClr val="172B3A"/>
                </a:solidFill>
                <a:latin typeface="IPAexGothic"/>
                <a:ea typeface="IPAexGothic"/>
                <a:cs typeface="IPAexGothic"/>
              </a:defRPr>
            </a:lvl4pPr>
            <a:lvl5pPr algn="ctr">
              <a:buNone/>
              <a:defRPr sz="1875" b="0">
                <a:solidFill>
                  <a:srgbClr val="172B3A"/>
                </a:solidFill>
                <a:latin typeface="IPAexGothic"/>
                <a:ea typeface="IPAexGothic"/>
                <a:cs typeface="IPAexGothic"/>
              </a:defRPr>
            </a:lvl5pPr>
            <a:lvl6pPr algn="ctr">
              <a:buNone/>
              <a:defRPr sz="1875" b="0">
                <a:solidFill>
                  <a:srgbClr val="172B3A"/>
                </a:solidFill>
                <a:latin typeface="IPAexGothic"/>
                <a:ea typeface="IPAexGothic"/>
                <a:cs typeface="IPAexGothic"/>
              </a:defRPr>
            </a:lvl6pPr>
            <a:lvl7pPr algn="ctr">
              <a:buNone/>
              <a:defRPr sz="1875" b="0">
                <a:solidFill>
                  <a:srgbClr val="172B3A"/>
                </a:solidFill>
                <a:latin typeface="IPAexGothic"/>
                <a:ea typeface="IPAexGothic"/>
                <a:cs typeface="IPAexGothic"/>
              </a:defRPr>
            </a:lvl7pPr>
            <a:lvl8pPr algn="ctr">
              <a:buNone/>
              <a:defRPr sz="1875" b="0">
                <a:solidFill>
                  <a:srgbClr val="172B3A"/>
                </a:solidFill>
                <a:latin typeface="IPAexGothic"/>
                <a:ea typeface="IPAexGothic"/>
                <a:cs typeface="IPAexGothic"/>
              </a:defRPr>
            </a:lvl8pPr>
            <a:lvl9pPr algn="ctr">
              <a:buNone/>
              <a:defRPr sz="1875" b="0">
                <a:solidFill>
                  <a:srgbClr val="172B3A"/>
                </a:solidFill>
                <a:latin typeface="IPAexGothic"/>
                <a:ea typeface="IPAexGothic"/>
                <a:cs typeface="IPAexGothic"/>
              </a:defRPr>
            </a:lvl9pPr>
          </a:lstStyle>
          <a:p xmlns:a="http://schemas.openxmlformats.org/drawingml/2006/main">
            <a:pPr algn="ctr">
              <a:buNone/>
              <a:defRPr sz="1875" b="0">
                <a:solidFill>
                  <a:srgbClr val="172B3A"/>
                </a:solidFill>
                <a:latin typeface="IPAexGothic"/>
                <a:ea typeface="IPAexGothic"/>
                <a:cs typeface="IPAexGothic"/>
              </a:defRPr>
            </a:pPr>
            <a:r>
              <a:rPr sz="1875" b="0">
                <a:solidFill>
                  <a:srgbClr val="172B3A"/>
                </a:solidFill>
                <a:latin typeface="IPAexGothic"/>
                <a:ea typeface="IPAexGothic"/>
                <a:cs typeface="IPAexGothic"/>
              </a:rPr>
              <a:t>⑥ 機械学習での利用</a:t>
            </a:r>
          </a:p>
          <a:p xmlns:a="http://schemas.openxmlformats.org/drawingml/2006/main">
            <a:pPr algn="ctr">
              <a:buNone/>
              <a:defRPr sz="1875" b="0">
                <a:solidFill>
                  <a:srgbClr val="172B3A"/>
                </a:solidFill>
                <a:latin typeface="IPAexGothic"/>
                <a:ea typeface="IPAexGothic"/>
                <a:cs typeface="IPAexGothic"/>
              </a:defRPr>
            </a:pPr>
            <a:r>
              <a:rPr sz="1875" b="0">
                <a:solidFill>
                  <a:srgbClr val="172B3A"/>
                </a:solidFill>
                <a:latin typeface="IPAexGothic"/>
                <a:ea typeface="IPAexGothic"/>
                <a:cs typeface="IPAexGothic"/>
              </a:rPr>
              <a:t>同じ30秒窓の出現情報から入力生成・推論</a:t>
            </a:r>
          </a:p>
        </p:txBody>
      </p:sp>
      <p:sp>
        <p:nvSpPr>
          <p:cNvPr id="13" name="diagram-12">
            <a:extLst xmlns:a="http://schemas.openxmlformats.org/drawingml/2006/main">
              <a:ext uri="{FF2B5EF4-FFF2-40B4-BE49-F238E27FC236}">
                <a16:creationId xmlns:a16="http://schemas.microsoft.com/office/drawing/2014/main" id="{37A60F08-A42F-44C7-8849-5CD2398C9244}"/>
              </a:ext>
            </a:extLst>
          </p:cNvPr>
          <p:cNvSpPr>
            <a:spLocks xmlns:a="http://schemas.openxmlformats.org/drawingml/2006/main" noGrp="1"/>
          </p:cNvSpPr>
          <p:nvPr/>
        </p:nvSpPr>
        <p:spPr>
          <a:xfrm xmlns:a="http://schemas.openxmlformats.org/drawingml/2006/main">
            <a:off x="6343650" y="3781425"/>
            <a:ext cx="5238750" cy="895350"/>
          </a:xfrm>
          <a:prstGeom xmlns:a="http://schemas.openxmlformats.org/drawingml/2006/main" prst="rect">
            <a:avLst/>
          </a:prstGeom>
          <a:solidFill xmlns:a="http://schemas.openxmlformats.org/drawingml/2006/main">
            <a:srgbClr val="EFF5FD"/>
          </a:solidFill>
          <a:ln xmlns:a="http://schemas.openxmlformats.org/drawingml/2006/main" w="14288">
            <a:solidFill>
              <a:srgbClr val="0866AD"/>
            </a:solidFill>
          </a:ln>
        </p:spPr>
        <p:txBody>
          <a:bodyPr xmlns:a="http://schemas.openxmlformats.org/drawingml/2006/main" wrap="square" lIns="114300" tIns="114300" rIns="114300" bIns="114300" anchor="ctr">
            <a:noAutofit/>
          </a:bodyPr>
          <a:lstStyle xmlns:a="http://schemas.openxmlformats.org/drawingml/2006/main">
            <a:defPPr algn="ctr">
              <a:defRPr sz="1875" b="0">
                <a:solidFill>
                  <a:srgbClr val="172B3A"/>
                </a:solidFill>
                <a:latin typeface="IPAexGothic"/>
                <a:ea typeface="IPAexGothic"/>
                <a:cs typeface="IPAexGothic"/>
              </a:defRPr>
            </a:defPPr>
            <a:lvl1pPr algn="ctr">
              <a:buNone/>
              <a:defRPr sz="1875" b="0">
                <a:solidFill>
                  <a:srgbClr val="172B3A"/>
                </a:solidFill>
                <a:latin typeface="IPAexGothic"/>
                <a:ea typeface="IPAexGothic"/>
                <a:cs typeface="IPAexGothic"/>
              </a:defRPr>
            </a:lvl1pPr>
            <a:lvl2pPr algn="ctr">
              <a:buNone/>
              <a:defRPr sz="1875" b="0">
                <a:solidFill>
                  <a:srgbClr val="172B3A"/>
                </a:solidFill>
                <a:latin typeface="IPAexGothic"/>
                <a:ea typeface="IPAexGothic"/>
                <a:cs typeface="IPAexGothic"/>
              </a:defRPr>
            </a:lvl2pPr>
            <a:lvl3pPr algn="ctr">
              <a:buNone/>
              <a:defRPr sz="1875" b="0">
                <a:solidFill>
                  <a:srgbClr val="172B3A"/>
                </a:solidFill>
                <a:latin typeface="IPAexGothic"/>
                <a:ea typeface="IPAexGothic"/>
                <a:cs typeface="IPAexGothic"/>
              </a:defRPr>
            </a:lvl3pPr>
            <a:lvl4pPr algn="ctr">
              <a:buNone/>
              <a:defRPr sz="1875" b="0">
                <a:solidFill>
                  <a:srgbClr val="172B3A"/>
                </a:solidFill>
                <a:latin typeface="IPAexGothic"/>
                <a:ea typeface="IPAexGothic"/>
                <a:cs typeface="IPAexGothic"/>
              </a:defRPr>
            </a:lvl4pPr>
            <a:lvl5pPr algn="ctr">
              <a:buNone/>
              <a:defRPr sz="1875" b="0">
                <a:solidFill>
                  <a:srgbClr val="172B3A"/>
                </a:solidFill>
                <a:latin typeface="IPAexGothic"/>
                <a:ea typeface="IPAexGothic"/>
                <a:cs typeface="IPAexGothic"/>
              </a:defRPr>
            </a:lvl5pPr>
            <a:lvl6pPr algn="ctr">
              <a:buNone/>
              <a:defRPr sz="1875" b="0">
                <a:solidFill>
                  <a:srgbClr val="172B3A"/>
                </a:solidFill>
                <a:latin typeface="IPAexGothic"/>
                <a:ea typeface="IPAexGothic"/>
                <a:cs typeface="IPAexGothic"/>
              </a:defRPr>
            </a:lvl6pPr>
            <a:lvl7pPr algn="ctr">
              <a:buNone/>
              <a:defRPr sz="1875" b="0">
                <a:solidFill>
                  <a:srgbClr val="172B3A"/>
                </a:solidFill>
                <a:latin typeface="IPAexGothic"/>
                <a:ea typeface="IPAexGothic"/>
                <a:cs typeface="IPAexGothic"/>
              </a:defRPr>
            </a:lvl7pPr>
            <a:lvl8pPr algn="ctr">
              <a:buNone/>
              <a:defRPr sz="1875" b="0">
                <a:solidFill>
                  <a:srgbClr val="172B3A"/>
                </a:solidFill>
                <a:latin typeface="IPAexGothic"/>
                <a:ea typeface="IPAexGothic"/>
                <a:cs typeface="IPAexGothic"/>
              </a:defRPr>
            </a:lvl8pPr>
            <a:lvl9pPr algn="ctr">
              <a:buNone/>
              <a:defRPr sz="1875" b="0">
                <a:solidFill>
                  <a:srgbClr val="172B3A"/>
                </a:solidFill>
                <a:latin typeface="IPAexGothic"/>
                <a:ea typeface="IPAexGothic"/>
                <a:cs typeface="IPAexGothic"/>
              </a:defRPr>
            </a:lvl9pPr>
          </a:lstStyle>
          <a:p xmlns:a="http://schemas.openxmlformats.org/drawingml/2006/main">
            <a:pPr algn="ctr">
              <a:buNone/>
              <a:defRPr sz="1875" b="0">
                <a:solidFill>
                  <a:srgbClr val="172B3A"/>
                </a:solidFill>
                <a:latin typeface="IPAexGothic"/>
                <a:ea typeface="IPAexGothic"/>
                <a:cs typeface="IPAexGothic"/>
              </a:defRPr>
            </a:pPr>
            <a:r>
              <a:rPr sz="1875" b="0">
                <a:solidFill>
                  <a:srgbClr val="172B3A"/>
                </a:solidFill>
                <a:latin typeface="IPAexGothic"/>
                <a:ea typeface="IPAexGothic"/>
                <a:cs typeface="IPAexGothic"/>
              </a:rPr>
              <a:t>⑦ 統計的評価・説明</a:t>
            </a:r>
          </a:p>
          <a:p xmlns:a="http://schemas.openxmlformats.org/drawingml/2006/main">
            <a:pPr algn="ctr">
              <a:buNone/>
              <a:defRPr sz="1875" b="0">
                <a:solidFill>
                  <a:srgbClr val="172B3A"/>
                </a:solidFill>
                <a:latin typeface="IPAexGothic"/>
                <a:ea typeface="IPAexGothic"/>
                <a:cs typeface="IPAexGothic"/>
              </a:defRPr>
            </a:pPr>
            <a:r>
              <a:rPr sz="1875" b="0">
                <a:solidFill>
                  <a:srgbClr val="172B3A"/>
                </a:solidFill>
                <a:latin typeface="IPAexGothic"/>
                <a:ea typeface="IPAexGothic"/>
                <a:cs typeface="IPAexGothic"/>
              </a:rPr>
              <a:t>今回のモデル寄与と、同じ版の過去統計</a:t>
            </a:r>
          </a:p>
        </p:txBody>
      </p:sp>
      <p:sp>
        <p:nvSpPr>
          <p:cNvPr id="14" name="diagram-13">
            <a:extLst xmlns:a="http://schemas.openxmlformats.org/drawingml/2006/main">
              <a:ext uri="{FF2B5EF4-FFF2-40B4-BE49-F238E27FC236}">
                <a16:creationId xmlns:a16="http://schemas.microsoft.com/office/drawing/2014/main" id="{82CC15A4-CE64-4D6C-91C5-AE2D0510BC30}"/>
              </a:ext>
            </a:extLst>
          </p:cNvPr>
          <p:cNvSpPr>
            <a:spLocks xmlns:a="http://schemas.openxmlformats.org/drawingml/2006/main" noGrp="1"/>
          </p:cNvSpPr>
          <p:nvPr/>
        </p:nvSpPr>
        <p:spPr>
          <a:xfrm xmlns:a="http://schemas.openxmlformats.org/drawingml/2006/main">
            <a:off x="609600" y="5153025"/>
            <a:ext cx="6762750" cy="733425"/>
          </a:xfrm>
          <a:prstGeom xmlns:a="http://schemas.openxmlformats.org/drawingml/2006/main" prst="rect">
            <a:avLst/>
          </a:prstGeom>
          <a:solidFill xmlns:a="http://schemas.openxmlformats.org/drawingml/2006/main">
            <a:srgbClr val="F0FAF2"/>
          </a:solidFill>
          <a:ln xmlns:a="http://schemas.openxmlformats.org/drawingml/2006/main" w="14288">
            <a:solidFill>
              <a:srgbClr val="168A3B"/>
            </a:solidFill>
          </a:ln>
        </p:spPr>
        <p:txBody>
          <a:bodyPr xmlns:a="http://schemas.openxmlformats.org/drawingml/2006/main" wrap="square" lIns="114300" tIns="114300" rIns="114300" bIns="114300" anchor="ctr">
            <a:noAutofit/>
          </a:bodyPr>
          <a:lstStyle xmlns:a="http://schemas.openxmlformats.org/drawingml/2006/main">
            <a:defPPr algn="ctr">
              <a:defRPr sz="1800" b="0">
                <a:solidFill>
                  <a:srgbClr val="172B3A"/>
                </a:solidFill>
                <a:latin typeface="IPAexGothic"/>
                <a:ea typeface="IPAexGothic"/>
                <a:cs typeface="IPAexGothic"/>
              </a:defRPr>
            </a:defPPr>
            <a:lvl1pPr algn="ctr">
              <a:buNone/>
              <a:defRPr sz="1800" b="0">
                <a:solidFill>
                  <a:srgbClr val="172B3A"/>
                </a:solidFill>
                <a:latin typeface="IPAexGothic"/>
                <a:ea typeface="IPAexGothic"/>
                <a:cs typeface="IPAexGothic"/>
              </a:defRPr>
            </a:lvl1pPr>
            <a:lvl2pPr algn="ctr">
              <a:buNone/>
              <a:defRPr sz="1800" b="0">
                <a:solidFill>
                  <a:srgbClr val="172B3A"/>
                </a:solidFill>
                <a:latin typeface="IPAexGothic"/>
                <a:ea typeface="IPAexGothic"/>
                <a:cs typeface="IPAexGothic"/>
              </a:defRPr>
            </a:lvl2pPr>
            <a:lvl3pPr algn="ctr">
              <a:buNone/>
              <a:defRPr sz="1800" b="0">
                <a:solidFill>
                  <a:srgbClr val="172B3A"/>
                </a:solidFill>
                <a:latin typeface="IPAexGothic"/>
                <a:ea typeface="IPAexGothic"/>
                <a:cs typeface="IPAexGothic"/>
              </a:defRPr>
            </a:lvl3pPr>
            <a:lvl4pPr algn="ctr">
              <a:buNone/>
              <a:defRPr sz="1800" b="0">
                <a:solidFill>
                  <a:srgbClr val="172B3A"/>
                </a:solidFill>
                <a:latin typeface="IPAexGothic"/>
                <a:ea typeface="IPAexGothic"/>
                <a:cs typeface="IPAexGothic"/>
              </a:defRPr>
            </a:lvl4pPr>
            <a:lvl5pPr algn="ctr">
              <a:buNone/>
              <a:defRPr sz="1800" b="0">
                <a:solidFill>
                  <a:srgbClr val="172B3A"/>
                </a:solidFill>
                <a:latin typeface="IPAexGothic"/>
                <a:ea typeface="IPAexGothic"/>
                <a:cs typeface="IPAexGothic"/>
              </a:defRPr>
            </a:lvl5pPr>
            <a:lvl6pPr algn="ctr">
              <a:buNone/>
              <a:defRPr sz="1800" b="0">
                <a:solidFill>
                  <a:srgbClr val="172B3A"/>
                </a:solidFill>
                <a:latin typeface="IPAexGothic"/>
                <a:ea typeface="IPAexGothic"/>
                <a:cs typeface="IPAexGothic"/>
              </a:defRPr>
            </a:lvl6pPr>
            <a:lvl7pPr algn="ctr">
              <a:buNone/>
              <a:defRPr sz="1800" b="0">
                <a:solidFill>
                  <a:srgbClr val="172B3A"/>
                </a:solidFill>
                <a:latin typeface="IPAexGothic"/>
                <a:ea typeface="IPAexGothic"/>
                <a:cs typeface="IPAexGothic"/>
              </a:defRPr>
            </a:lvl7pPr>
            <a:lvl8pPr algn="ctr">
              <a:buNone/>
              <a:defRPr sz="1800" b="0">
                <a:solidFill>
                  <a:srgbClr val="172B3A"/>
                </a:solidFill>
                <a:latin typeface="IPAexGothic"/>
                <a:ea typeface="IPAexGothic"/>
                <a:cs typeface="IPAexGothic"/>
              </a:defRPr>
            </a:lvl8pPr>
            <a:lvl9pPr algn="ctr">
              <a:buNone/>
              <a:defRPr sz="1800" b="0">
                <a:solidFill>
                  <a:srgbClr val="172B3A"/>
                </a:solidFill>
                <a:latin typeface="IPAexGothic"/>
                <a:ea typeface="IPAexGothic"/>
                <a:cs typeface="IPAexGothic"/>
              </a:defRPr>
            </a:lvl9pPr>
          </a:lstStyle>
          <a:p xmlns:a="http://schemas.openxmlformats.org/drawingml/2006/main">
            <a:pPr algn="ctr">
              <a:buNone/>
              <a:defRPr sz="1800" b="0">
                <a:solidFill>
                  <a:srgbClr val="172B3A"/>
                </a:solidFill>
                <a:latin typeface="IPAexGothic"/>
                <a:ea typeface="IPAexGothic"/>
                <a:cs typeface="IPAexGothic"/>
              </a:defRPr>
            </a:pPr>
            <a:r>
              <a:rPr sz="1800" b="0">
                <a:solidFill>
                  <a:srgbClr val="172B3A"/>
                </a:solidFill>
                <a:latin typeface="IPAexGothic"/>
                <a:ea typeface="IPAexGothic"/>
                <a:cs typeface="IPAexGothic"/>
              </a:rPr>
              <a:t>⑧ 監視・削除停止・再抽出・再評価</a:t>
            </a:r>
          </a:p>
          <a:p xmlns:a="http://schemas.openxmlformats.org/drawingml/2006/main">
            <a:pPr algn="ctr">
              <a:buNone/>
              <a:defRPr sz="1800" b="0">
                <a:solidFill>
                  <a:srgbClr val="172B3A"/>
                </a:solidFill>
                <a:latin typeface="IPAexGothic"/>
                <a:ea typeface="IPAexGothic"/>
                <a:cs typeface="IPAexGothic"/>
              </a:defRPr>
            </a:pPr>
            <a:r>
              <a:rPr sz="1800" b="0">
                <a:solidFill>
                  <a:srgbClr val="172B3A"/>
                </a:solidFill>
                <a:latin typeface="IPAexGothic"/>
                <a:ea typeface="IPAexGothic"/>
                <a:cs typeface="IPAexGothic"/>
              </a:rPr>
              <a:t>影響範囲を停止し、②③④⑤を更新</a:t>
            </a:r>
          </a:p>
        </p:txBody>
      </p:sp>
      <p:sp>
        <p:nvSpPr>
          <p:cNvPr id="15" name="diagram-14">
            <a:extLst xmlns:a="http://schemas.openxmlformats.org/drawingml/2006/main">
              <a:ext uri="{FF2B5EF4-FFF2-40B4-BE49-F238E27FC236}">
                <a16:creationId xmlns:a16="http://schemas.microsoft.com/office/drawing/2014/main" id="{CB54BD93-FFB5-4945-A2AF-6A8FC6F0B839}"/>
              </a:ext>
            </a:extLst>
          </p:cNvPr>
          <p:cNvSpPr>
            <a:spLocks xmlns:a="http://schemas.openxmlformats.org/drawingml/2006/main" noGrp="1"/>
          </p:cNvSpPr>
          <p:nvPr/>
        </p:nvSpPr>
        <p:spPr>
          <a:xfrm xmlns:a="http://schemas.openxmlformats.org/drawingml/2006/main">
            <a:off x="7810500" y="5153025"/>
            <a:ext cx="3771900" cy="733425"/>
          </a:xfrm>
          <a:prstGeom xmlns:a="http://schemas.openxmlformats.org/drawingml/2006/main" prst="rect">
            <a:avLst/>
          </a:prstGeom>
          <a:solidFill xmlns:a="http://schemas.openxmlformats.org/drawingml/2006/main">
            <a:srgbClr val="EFF5FD"/>
          </a:solidFill>
          <a:ln xmlns:a="http://schemas.openxmlformats.org/drawingml/2006/main" w="14288">
            <a:solidFill>
              <a:srgbClr val="236487"/>
            </a:solidFill>
          </a:ln>
        </p:spPr>
        <p:txBody>
          <a:bodyPr xmlns:a="http://schemas.openxmlformats.org/drawingml/2006/main" wrap="square" lIns="114300" tIns="114300" rIns="114300" bIns="114300" anchor="ctr">
            <a:noAutofit/>
          </a:bodyPr>
          <a:lstStyle xmlns:a="http://schemas.openxmlformats.org/drawingml/2006/main">
            <a:defPPr algn="ctr">
              <a:defRPr sz="1800" b="0">
                <a:solidFill>
                  <a:srgbClr val="172B3A"/>
                </a:solidFill>
                <a:latin typeface="IPAexGothic"/>
                <a:ea typeface="IPAexGothic"/>
                <a:cs typeface="IPAexGothic"/>
              </a:defRPr>
            </a:defPPr>
            <a:lvl1pPr algn="ctr">
              <a:buNone/>
              <a:defRPr sz="1800" b="0">
                <a:solidFill>
                  <a:srgbClr val="172B3A"/>
                </a:solidFill>
                <a:latin typeface="IPAexGothic"/>
                <a:ea typeface="IPAexGothic"/>
                <a:cs typeface="IPAexGothic"/>
              </a:defRPr>
            </a:lvl1pPr>
            <a:lvl2pPr algn="ctr">
              <a:buNone/>
              <a:defRPr sz="1800" b="0">
                <a:solidFill>
                  <a:srgbClr val="172B3A"/>
                </a:solidFill>
                <a:latin typeface="IPAexGothic"/>
                <a:ea typeface="IPAexGothic"/>
                <a:cs typeface="IPAexGothic"/>
              </a:defRPr>
            </a:lvl2pPr>
            <a:lvl3pPr algn="ctr">
              <a:buNone/>
              <a:defRPr sz="1800" b="0">
                <a:solidFill>
                  <a:srgbClr val="172B3A"/>
                </a:solidFill>
                <a:latin typeface="IPAexGothic"/>
                <a:ea typeface="IPAexGothic"/>
                <a:cs typeface="IPAexGothic"/>
              </a:defRPr>
            </a:lvl3pPr>
            <a:lvl4pPr algn="ctr">
              <a:buNone/>
              <a:defRPr sz="1800" b="0">
                <a:solidFill>
                  <a:srgbClr val="172B3A"/>
                </a:solidFill>
                <a:latin typeface="IPAexGothic"/>
                <a:ea typeface="IPAexGothic"/>
                <a:cs typeface="IPAexGothic"/>
              </a:defRPr>
            </a:lvl4pPr>
            <a:lvl5pPr algn="ctr">
              <a:buNone/>
              <a:defRPr sz="1800" b="0">
                <a:solidFill>
                  <a:srgbClr val="172B3A"/>
                </a:solidFill>
                <a:latin typeface="IPAexGothic"/>
                <a:ea typeface="IPAexGothic"/>
                <a:cs typeface="IPAexGothic"/>
              </a:defRPr>
            </a:lvl5pPr>
            <a:lvl6pPr algn="ctr">
              <a:buNone/>
              <a:defRPr sz="1800" b="0">
                <a:solidFill>
                  <a:srgbClr val="172B3A"/>
                </a:solidFill>
                <a:latin typeface="IPAexGothic"/>
                <a:ea typeface="IPAexGothic"/>
                <a:cs typeface="IPAexGothic"/>
              </a:defRPr>
            </a:lvl6pPr>
            <a:lvl7pPr algn="ctr">
              <a:buNone/>
              <a:defRPr sz="1800" b="0">
                <a:solidFill>
                  <a:srgbClr val="172B3A"/>
                </a:solidFill>
                <a:latin typeface="IPAexGothic"/>
                <a:ea typeface="IPAexGothic"/>
                <a:cs typeface="IPAexGothic"/>
              </a:defRPr>
            </a:lvl7pPr>
            <a:lvl8pPr algn="ctr">
              <a:buNone/>
              <a:defRPr sz="1800" b="0">
                <a:solidFill>
                  <a:srgbClr val="172B3A"/>
                </a:solidFill>
                <a:latin typeface="IPAexGothic"/>
                <a:ea typeface="IPAexGothic"/>
                <a:cs typeface="IPAexGothic"/>
              </a:defRPr>
            </a:lvl8pPr>
            <a:lvl9pPr algn="ctr">
              <a:buNone/>
              <a:defRPr sz="1800" b="0">
                <a:solidFill>
                  <a:srgbClr val="172B3A"/>
                </a:solidFill>
                <a:latin typeface="IPAexGothic"/>
                <a:ea typeface="IPAexGothic"/>
                <a:cs typeface="IPAexGothic"/>
              </a:defRPr>
            </a:lvl9pPr>
          </a:lstStyle>
          <a:p xmlns:a="http://schemas.openxmlformats.org/drawingml/2006/main">
            <a:pPr algn="ctr">
              <a:buNone/>
              <a:defRPr sz="1800" b="0">
                <a:solidFill>
                  <a:srgbClr val="172B3A"/>
                </a:solidFill>
                <a:latin typeface="IPAexGothic"/>
                <a:ea typeface="IPAexGothic"/>
                <a:cs typeface="IPAexGothic"/>
              </a:defRPr>
            </a:pPr>
            <a:r>
              <a:rPr sz="1800" b="0">
                <a:solidFill>
                  <a:srgbClr val="172B3A"/>
                </a:solidFill>
                <a:latin typeface="IPAexGothic"/>
                <a:ea typeface="IPAexGothic"/>
                <a:cs typeface="IPAexGothic"/>
              </a:rPr>
              <a:t>⑨ 運用・継続的改善</a:t>
            </a:r>
          </a:p>
          <a:p xmlns:a="http://schemas.openxmlformats.org/drawingml/2006/main">
            <a:pPr algn="ctr">
              <a:buNone/>
              <a:defRPr sz="1800" b="0">
                <a:solidFill>
                  <a:srgbClr val="172B3A"/>
                </a:solidFill>
                <a:latin typeface="IPAexGothic"/>
                <a:ea typeface="IPAexGothic"/>
                <a:cs typeface="IPAexGothic"/>
              </a:defRPr>
            </a:pPr>
            <a:r>
              <a:rPr sz="1800" b="0">
                <a:solidFill>
                  <a:srgbClr val="172B3A"/>
                </a:solidFill>
                <a:latin typeface="IPAexGothic"/>
                <a:ea typeface="IPAexGothic"/>
                <a:cs typeface="IPAexGothic"/>
              </a:rPr>
              <a:t>新規データの取得と継続確認</a:t>
            </a:r>
          </a:p>
        </p:txBody>
      </p:sp>
      <p:sp>
        <p:nvSpPr>
          <p:cNvPr id="20" name="text-19">
            <a:extLst xmlns:a="http://schemas.openxmlformats.org/drawingml/2006/main">
              <a:ext uri="{FF2B5EF4-FFF2-40B4-BE49-F238E27FC236}">
                <a16:creationId xmlns:a16="http://schemas.microsoft.com/office/drawing/2014/main" id="{C68CD00A-86C3-45EA-B8AA-60DDFD0FFBCA}"/>
              </a:ext>
            </a:extLst>
          </p:cNvPr>
          <p:cNvSpPr>
            <a:spLocks xmlns:a="http://schemas.openxmlformats.org/drawingml/2006/main" noGrp="1"/>
          </p:cNvSpPr>
          <p:nvPr/>
        </p:nvSpPr>
        <p:spPr>
          <a:xfrm xmlns:a="http://schemas.openxmlformats.org/drawingml/2006/main">
            <a:off x="609600" y="5953125"/>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86872"/>
                </a:solidFill>
                <a:latin typeface="IPAexGothic"/>
                <a:ea typeface="IPAexGothic"/>
                <a:cs typeface="IPAexGothic"/>
              </a:defRPr>
            </a:defPPr>
            <a:lvl1pPr algn="l">
              <a:buNone/>
              <a:defRPr sz="1575" b="0">
                <a:solidFill>
                  <a:srgbClr val="586872"/>
                </a:solidFill>
                <a:latin typeface="IPAexGothic"/>
                <a:ea typeface="IPAexGothic"/>
                <a:cs typeface="IPAexGothic"/>
              </a:defRPr>
            </a:lvl1pPr>
            <a:lvl2pPr algn="l">
              <a:buNone/>
              <a:defRPr sz="1575" b="0">
                <a:solidFill>
                  <a:srgbClr val="586872"/>
                </a:solidFill>
                <a:latin typeface="IPAexGothic"/>
                <a:ea typeface="IPAexGothic"/>
                <a:cs typeface="IPAexGothic"/>
              </a:defRPr>
            </a:lvl2pPr>
            <a:lvl3pPr algn="l">
              <a:buNone/>
              <a:defRPr sz="1575" b="0">
                <a:solidFill>
                  <a:srgbClr val="586872"/>
                </a:solidFill>
                <a:latin typeface="IPAexGothic"/>
                <a:ea typeface="IPAexGothic"/>
                <a:cs typeface="IPAexGothic"/>
              </a:defRPr>
            </a:lvl3pPr>
            <a:lvl4pPr algn="l">
              <a:buNone/>
              <a:defRPr sz="1575" b="0">
                <a:solidFill>
                  <a:srgbClr val="586872"/>
                </a:solidFill>
                <a:latin typeface="IPAexGothic"/>
                <a:ea typeface="IPAexGothic"/>
                <a:cs typeface="IPAexGothic"/>
              </a:defRPr>
            </a:lvl4pPr>
            <a:lvl5pPr algn="l">
              <a:buNone/>
              <a:defRPr sz="1575" b="0">
                <a:solidFill>
                  <a:srgbClr val="586872"/>
                </a:solidFill>
                <a:latin typeface="IPAexGothic"/>
                <a:ea typeface="IPAexGothic"/>
                <a:cs typeface="IPAexGothic"/>
              </a:defRPr>
            </a:lvl5pPr>
            <a:lvl6pPr algn="l">
              <a:buNone/>
              <a:defRPr sz="1575" b="0">
                <a:solidFill>
                  <a:srgbClr val="586872"/>
                </a:solidFill>
                <a:latin typeface="IPAexGothic"/>
                <a:ea typeface="IPAexGothic"/>
                <a:cs typeface="IPAexGothic"/>
              </a:defRPr>
            </a:lvl6pPr>
            <a:lvl7pPr algn="l">
              <a:buNone/>
              <a:defRPr sz="1575" b="0">
                <a:solidFill>
                  <a:srgbClr val="586872"/>
                </a:solidFill>
                <a:latin typeface="IPAexGothic"/>
                <a:ea typeface="IPAexGothic"/>
                <a:cs typeface="IPAexGothic"/>
              </a:defRPr>
            </a:lvl7pPr>
            <a:lvl8pPr algn="l">
              <a:buNone/>
              <a:defRPr sz="1575" b="0">
                <a:solidFill>
                  <a:srgbClr val="586872"/>
                </a:solidFill>
                <a:latin typeface="IPAexGothic"/>
                <a:ea typeface="IPAexGothic"/>
                <a:cs typeface="IPAexGothic"/>
              </a:defRPr>
            </a:lvl8pPr>
            <a:lvl9pPr algn="l">
              <a:buNone/>
              <a:defRPr sz="1575" b="0">
                <a:solidFill>
                  <a:srgbClr val="586872"/>
                </a:solidFill>
                <a:latin typeface="IPAexGothic"/>
                <a:ea typeface="IPAexGothic"/>
                <a:cs typeface="IPAexGothic"/>
              </a:defRPr>
            </a:lvl9pPr>
          </a:lstStyle>
          <a:p xmlns:a="http://schemas.openxmlformats.org/drawingml/2006/main">
            <a:pPr algn="l">
              <a:buNone/>
              <a:defRPr sz="1575" b="0">
                <a:solidFill>
                  <a:srgbClr val="586872"/>
                </a:solidFill>
                <a:latin typeface="IPAexGothic"/>
                <a:ea typeface="IPAexGothic"/>
                <a:cs typeface="IPAexGothic"/>
              </a:defRPr>
            </a:pPr>
            <a:r>
              <a:rPr sz="1575" b="0">
                <a:solidFill>
                  <a:srgbClr val="586872"/>
                </a:solidFill>
                <a:latin typeface="IPAexGothic"/>
                <a:ea typeface="IPAexGothic"/>
                <a:cs typeface="IPAexGothic"/>
              </a:rPr>
              <a:t>④に必要情報を登録してから⑤で削除判断。削除後は④の参照・残存数・履歴を更新</a:t>
            </a:r>
          </a:p>
        </p:txBody>
      </p:sp>
      <p:sp>
        <p:nvSpPr>
          <p:cNvPr id="21" name="page-number">
            <a:extLst xmlns:a="http://schemas.openxmlformats.org/drawingml/2006/main">
              <a:ext uri="{FF2B5EF4-FFF2-40B4-BE49-F238E27FC236}">
                <a16:creationId xmlns:a16="http://schemas.microsoft.com/office/drawing/2014/main" id="{625BC4F9-FB2E-4E81-A75A-C61CAF3336F5}"/>
              </a:ext>
            </a:extLst>
          </p:cNvPr>
          <p:cNvSpPr>
            <a:spLocks xmlns:a="http://schemas.openxmlformats.org/drawingml/2006/main" noGrp="1"/>
          </p:cNvSpPr>
          <p:nvPr/>
        </p:nvSpPr>
        <p:spPr>
          <a:xfrm xmlns:a="http://schemas.openxmlformats.org/drawingml/2006/main">
            <a:off x="11239500" y="64484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872"/>
                </a:solidFill>
                <a:latin typeface="IPAexGothic"/>
                <a:ea typeface="IPAexGothic"/>
                <a:cs typeface="IPAexGothic"/>
              </a:defRPr>
            </a:defPPr>
            <a:lvl1pPr algn="r">
              <a:buNone/>
              <a:defRPr sz="1275" b="0">
                <a:solidFill>
                  <a:srgbClr val="586872"/>
                </a:solidFill>
                <a:latin typeface="IPAexGothic"/>
                <a:ea typeface="IPAexGothic"/>
                <a:cs typeface="IPAexGothic"/>
              </a:defRPr>
            </a:lvl1pPr>
            <a:lvl2pPr algn="r">
              <a:buNone/>
              <a:defRPr sz="1275" b="0">
                <a:solidFill>
                  <a:srgbClr val="586872"/>
                </a:solidFill>
                <a:latin typeface="IPAexGothic"/>
                <a:ea typeface="IPAexGothic"/>
                <a:cs typeface="IPAexGothic"/>
              </a:defRPr>
            </a:lvl2pPr>
            <a:lvl3pPr algn="r">
              <a:buNone/>
              <a:defRPr sz="1275" b="0">
                <a:solidFill>
                  <a:srgbClr val="586872"/>
                </a:solidFill>
                <a:latin typeface="IPAexGothic"/>
                <a:ea typeface="IPAexGothic"/>
                <a:cs typeface="IPAexGothic"/>
              </a:defRPr>
            </a:lvl3pPr>
            <a:lvl4pPr algn="r">
              <a:buNone/>
              <a:defRPr sz="1275" b="0">
                <a:solidFill>
                  <a:srgbClr val="586872"/>
                </a:solidFill>
                <a:latin typeface="IPAexGothic"/>
                <a:ea typeface="IPAexGothic"/>
                <a:cs typeface="IPAexGothic"/>
              </a:defRPr>
            </a:lvl4pPr>
            <a:lvl5pPr algn="r">
              <a:buNone/>
              <a:defRPr sz="1275" b="0">
                <a:solidFill>
                  <a:srgbClr val="586872"/>
                </a:solidFill>
                <a:latin typeface="IPAexGothic"/>
                <a:ea typeface="IPAexGothic"/>
                <a:cs typeface="IPAexGothic"/>
              </a:defRPr>
            </a:lvl5pPr>
            <a:lvl6pPr algn="r">
              <a:buNone/>
              <a:defRPr sz="1275" b="0">
                <a:solidFill>
                  <a:srgbClr val="586872"/>
                </a:solidFill>
                <a:latin typeface="IPAexGothic"/>
                <a:ea typeface="IPAexGothic"/>
                <a:cs typeface="IPAexGothic"/>
              </a:defRPr>
            </a:lvl6pPr>
            <a:lvl7pPr algn="r">
              <a:buNone/>
              <a:defRPr sz="1275" b="0">
                <a:solidFill>
                  <a:srgbClr val="586872"/>
                </a:solidFill>
                <a:latin typeface="IPAexGothic"/>
                <a:ea typeface="IPAexGothic"/>
                <a:cs typeface="IPAexGothic"/>
              </a:defRPr>
            </a:lvl7pPr>
            <a:lvl8pPr algn="r">
              <a:buNone/>
              <a:defRPr sz="1275" b="0">
                <a:solidFill>
                  <a:srgbClr val="586872"/>
                </a:solidFill>
                <a:latin typeface="IPAexGothic"/>
                <a:ea typeface="IPAexGothic"/>
                <a:cs typeface="IPAexGothic"/>
              </a:defRPr>
            </a:lvl8pPr>
            <a:lvl9pPr algn="r">
              <a:buNone/>
              <a:defRPr sz="1275" b="0">
                <a:solidFill>
                  <a:srgbClr val="586872"/>
                </a:solidFill>
                <a:latin typeface="IPAexGothic"/>
                <a:ea typeface="IPAexGothic"/>
                <a:cs typeface="IPAexGothic"/>
              </a:defRPr>
            </a:lvl9pPr>
          </a:lstStyle>
          <a:p xmlns:a="http://schemas.openxmlformats.org/drawingml/2006/main">
            <a:pPr algn="r">
              <a:buNone/>
              <a:defRPr sz="1275" b="0">
                <a:solidFill>
                  <a:srgbClr val="586872"/>
                </a:solidFill>
                <a:latin typeface="IPAexGothic"/>
                <a:ea typeface="IPAexGothic"/>
                <a:cs typeface="IPAexGothic"/>
              </a:defRPr>
            </a:pPr>
            <a:r>
              <a:rPr sz="1275" b="0">
                <a:solidFill>
                  <a:srgbClr val="586872"/>
                </a:solidFill>
                <a:latin typeface="IPAexGothic"/>
                <a:ea typeface="IPAexGothic"/>
                <a:cs typeface="IPAexGothic"/>
              </a:rPr>
              <a:t>08</a:t>
            </a:r>
          </a:p>
        </p:txBody>
      </p:sp>
      <p:cxnSp>
        <p:nvCxnSpPr>
          <p:cNvPr id="23" name="">
            <a:extLst xmlns:a="http://schemas.openxmlformats.org/drawingml/2006/main">
              <a:ext uri="{FF2B5EF4-FFF2-40B4-BE49-F238E27FC236}">
                <a16:creationId xmlns:a16="http://schemas.microsoft.com/office/drawing/2014/main" id="{7AD1DE23-CE94-4124-B02C-DF58438B9C6E}"/>
              </a:ext>
            </a:extLst>
          </p:cNvPr>
          <p:cNvCxnSpPr>
            <a:stCxn xmlns:a="http://schemas.openxmlformats.org/drawingml/2006/main" id="3" idx="3"/>
            <a:endCxn xmlns:a="http://schemas.openxmlformats.org/drawingml/2006/main" id="4" idx="1"/>
          </p:cNvCxnSpPr>
          <p:nvPr/>
        </p:nvCxnSpPr>
        <p:spPr>
          <a:xfrm xmlns:a="http://schemas.openxmlformats.org/drawingml/2006/main">
            <a:off x="2590800" y="2481263"/>
            <a:ext cx="266700" cy="0"/>
          </a:xfrm>
          <a:prstGeom xmlns:a="http://schemas.openxmlformats.org/drawingml/2006/main" prst="straightConnector1">
            <a:avLst/>
          </a:prstGeom>
          <a:ln xmlns:a="http://schemas.openxmlformats.org/drawingml/2006/main" w="19050">
            <a:solidFill>
              <a:srgbClr val="236487"/>
            </a:solidFill>
            <a:prstDash val="solid"/>
            <a:tailEnd type="arrow" w="med" len="med"/>
          </a:ln>
        </p:spPr>
      </p:cxnSp>
      <p:cxnSp>
        <p:nvCxnSpPr>
          <p:cNvPr id="24" name="">
            <a:extLst xmlns:a="http://schemas.openxmlformats.org/drawingml/2006/main">
              <a:ext uri="{FF2B5EF4-FFF2-40B4-BE49-F238E27FC236}">
                <a16:creationId xmlns:a16="http://schemas.microsoft.com/office/drawing/2014/main" id="{40B0EFEB-E80B-4571-9DCC-AD8331FA7E30}"/>
              </a:ext>
            </a:extLst>
          </p:cNvPr>
          <p:cNvCxnSpPr>
            <a:stCxn xmlns:a="http://schemas.openxmlformats.org/drawingml/2006/main" id="4" idx="3"/>
            <a:endCxn xmlns:a="http://schemas.openxmlformats.org/drawingml/2006/main" id="5" idx="1"/>
          </p:cNvCxnSpPr>
          <p:nvPr/>
        </p:nvCxnSpPr>
        <p:spPr>
          <a:xfrm xmlns:a="http://schemas.openxmlformats.org/drawingml/2006/main">
            <a:off x="4838700" y="2481263"/>
            <a:ext cx="266700" cy="0"/>
          </a:xfrm>
          <a:prstGeom xmlns:a="http://schemas.openxmlformats.org/drawingml/2006/main" prst="straightConnector1">
            <a:avLst/>
          </a:prstGeom>
          <a:ln xmlns:a="http://schemas.openxmlformats.org/drawingml/2006/main" w="19050">
            <a:solidFill>
              <a:srgbClr val="236487"/>
            </a:solidFill>
            <a:prstDash val="solid"/>
            <a:tailEnd type="arrow" w="med" len="med"/>
          </a:ln>
        </p:spPr>
      </p:cxnSp>
      <p:cxnSp>
        <p:nvCxnSpPr>
          <p:cNvPr id="25" name="">
            <a:extLst xmlns:a="http://schemas.openxmlformats.org/drawingml/2006/main">
              <a:ext uri="{FF2B5EF4-FFF2-40B4-BE49-F238E27FC236}">
                <a16:creationId xmlns:a16="http://schemas.microsoft.com/office/drawing/2014/main" id="{259E8244-2B5A-4F77-B760-7EB75E0A5C86}"/>
              </a:ext>
            </a:extLst>
          </p:cNvPr>
          <p:cNvCxnSpPr>
            <a:stCxn xmlns:a="http://schemas.openxmlformats.org/drawingml/2006/main" id="5" idx="3"/>
            <a:endCxn xmlns:a="http://schemas.openxmlformats.org/drawingml/2006/main" id="7" idx="1"/>
          </p:cNvCxnSpPr>
          <p:nvPr/>
        </p:nvCxnSpPr>
        <p:spPr>
          <a:xfrm xmlns:a="http://schemas.openxmlformats.org/drawingml/2006/main">
            <a:off x="7086600" y="2481263"/>
            <a:ext cx="266700" cy="0"/>
          </a:xfrm>
          <a:prstGeom xmlns:a="http://schemas.openxmlformats.org/drawingml/2006/main" prst="straightConnector1">
            <a:avLst/>
          </a:prstGeom>
          <a:ln xmlns:a="http://schemas.openxmlformats.org/drawingml/2006/main" w="19050">
            <a:solidFill>
              <a:srgbClr val="236487"/>
            </a:solidFill>
            <a:prstDash val="solid"/>
            <a:tailEnd type="arrow" w="med" len="med"/>
          </a:ln>
        </p:spPr>
      </p:cxnSp>
      <p:cxnSp>
        <p:nvCxnSpPr>
          <p:cNvPr id="26" name="">
            <a:extLst xmlns:a="http://schemas.openxmlformats.org/drawingml/2006/main">
              <a:ext uri="{FF2B5EF4-FFF2-40B4-BE49-F238E27FC236}">
                <a16:creationId xmlns:a16="http://schemas.microsoft.com/office/drawing/2014/main" id="{CDA96B05-D330-4873-A636-4147BC777963}"/>
              </a:ext>
            </a:extLst>
          </p:cNvPr>
          <p:cNvCxnSpPr>
            <a:stCxn xmlns:a="http://schemas.openxmlformats.org/drawingml/2006/main" id="7" idx="3"/>
            <a:endCxn xmlns:a="http://schemas.openxmlformats.org/drawingml/2006/main" id="6" idx="1"/>
          </p:cNvCxnSpPr>
          <p:nvPr/>
        </p:nvCxnSpPr>
        <p:spPr>
          <a:xfrm xmlns:a="http://schemas.openxmlformats.org/drawingml/2006/main">
            <a:off x="9334500" y="2481263"/>
            <a:ext cx="266700" cy="0"/>
          </a:xfrm>
          <a:prstGeom xmlns:a="http://schemas.openxmlformats.org/drawingml/2006/main" prst="straightConnector1">
            <a:avLst/>
          </a:prstGeom>
          <a:ln xmlns:a="http://schemas.openxmlformats.org/drawingml/2006/main" w="19050">
            <a:solidFill>
              <a:srgbClr val="236487"/>
            </a:solidFill>
            <a:prstDash val="solid"/>
            <a:tailEnd type="arrow" w="med" len="med"/>
          </a:ln>
        </p:spPr>
      </p:cxnSp>
      <p:cxnSp>
        <p:nvCxnSpPr>
          <p:cNvPr id="27" name="">
            <a:extLst xmlns:a="http://schemas.openxmlformats.org/drawingml/2006/main">
              <a:ext uri="{FF2B5EF4-FFF2-40B4-BE49-F238E27FC236}">
                <a16:creationId xmlns:a16="http://schemas.microsoft.com/office/drawing/2014/main" id="{2F7CB27E-B17F-49DB-9DCB-0837082A97F5}"/>
              </a:ext>
            </a:extLst>
          </p:cNvPr>
          <p:cNvCxnSpPr>
            <a:stCxn xmlns:a="http://schemas.openxmlformats.org/drawingml/2006/main" id="6" idx="2"/>
            <a:endCxn xmlns:a="http://schemas.openxmlformats.org/drawingml/2006/main" id="12" idx="0"/>
          </p:cNvCxnSpPr>
          <p:nvPr/>
        </p:nvCxnSpPr>
        <p:spPr>
          <a:xfrm xmlns:a="http://schemas.openxmlformats.org/drawingml/2006/main" flipH="1">
            <a:off x="3228975" y="3238500"/>
            <a:ext cx="7362825" cy="542925"/>
          </a:xfrm>
          <a:prstGeom xmlns:a="http://schemas.openxmlformats.org/drawingml/2006/main" prst="bentConnector4">
            <a:avLst>
              <a:gd name="adj1" fmla="val 0"/>
              <a:gd name="adj2" fmla="val 50000"/>
            </a:avLst>
          </a:prstGeom>
          <a:ln xmlns:a="http://schemas.openxmlformats.org/drawingml/2006/main" w="19050">
            <a:solidFill>
              <a:srgbClr val="236487"/>
            </a:solidFill>
            <a:prstDash val="solid"/>
            <a:tailEnd type="arrow" w="med" len="med"/>
          </a:ln>
        </p:spPr>
      </p:cxnSp>
      <p:cxnSp>
        <p:nvCxnSpPr>
          <p:cNvPr id="28" name="">
            <a:extLst xmlns:a="http://schemas.openxmlformats.org/drawingml/2006/main">
              <a:ext uri="{FF2B5EF4-FFF2-40B4-BE49-F238E27FC236}">
                <a16:creationId xmlns:a16="http://schemas.microsoft.com/office/drawing/2014/main" id="{2BE72450-3957-4AFC-BE6E-E526F60AEA94}"/>
              </a:ext>
            </a:extLst>
          </p:cNvPr>
          <p:cNvCxnSpPr>
            <a:stCxn xmlns:a="http://schemas.openxmlformats.org/drawingml/2006/main" id="12" idx="3"/>
            <a:endCxn xmlns:a="http://schemas.openxmlformats.org/drawingml/2006/main" id="13" idx="1"/>
          </p:cNvCxnSpPr>
          <p:nvPr/>
        </p:nvCxnSpPr>
        <p:spPr>
          <a:xfrm xmlns:a="http://schemas.openxmlformats.org/drawingml/2006/main">
            <a:off x="5848350" y="4229100"/>
            <a:ext cx="495300" cy="0"/>
          </a:xfrm>
          <a:prstGeom xmlns:a="http://schemas.openxmlformats.org/drawingml/2006/main" prst="straightConnector1">
            <a:avLst/>
          </a:prstGeom>
          <a:ln xmlns:a="http://schemas.openxmlformats.org/drawingml/2006/main" w="19050">
            <a:solidFill>
              <a:srgbClr val="236487"/>
            </a:solidFill>
            <a:prstDash val="solid"/>
            <a:tailEnd type="arrow" w="med" len="med"/>
          </a:ln>
        </p:spPr>
      </p:cxnSp>
      <p:cxnSp>
        <p:nvCxnSpPr>
          <p:cNvPr id="29" name="">
            <a:extLst xmlns:a="http://schemas.openxmlformats.org/drawingml/2006/main">
              <a:ext uri="{FF2B5EF4-FFF2-40B4-BE49-F238E27FC236}">
                <a16:creationId xmlns:a16="http://schemas.microsoft.com/office/drawing/2014/main" id="{8747BBFC-DEF0-4902-9363-314206A31268}"/>
              </a:ext>
            </a:extLst>
          </p:cNvPr>
          <p:cNvCxnSpPr>
            <a:stCxn xmlns:a="http://schemas.openxmlformats.org/drawingml/2006/main" id="13" idx="2"/>
            <a:endCxn xmlns:a="http://schemas.openxmlformats.org/drawingml/2006/main" id="14" idx="0"/>
          </p:cNvCxnSpPr>
          <p:nvPr/>
        </p:nvCxnSpPr>
        <p:spPr>
          <a:xfrm xmlns:a="http://schemas.openxmlformats.org/drawingml/2006/main" flipH="1">
            <a:off x="3990975" y="4676775"/>
            <a:ext cx="4972050" cy="476250"/>
          </a:xfrm>
          <a:prstGeom xmlns:a="http://schemas.openxmlformats.org/drawingml/2006/main" prst="bentConnector4">
            <a:avLst>
              <a:gd name="adj1" fmla="val 0"/>
              <a:gd name="adj2" fmla="val 50000"/>
            </a:avLst>
          </a:prstGeom>
          <a:ln xmlns:a="http://schemas.openxmlformats.org/drawingml/2006/main" w="19050">
            <a:solidFill>
              <a:srgbClr val="236487"/>
            </a:solidFill>
            <a:prstDash val="solid"/>
            <a:tailEnd type="arrow" w="med" len="med"/>
          </a:ln>
        </p:spPr>
      </p:cxnSp>
      <p:cxnSp>
        <p:nvCxnSpPr>
          <p:cNvPr id="30" name="">
            <a:extLst xmlns:a="http://schemas.openxmlformats.org/drawingml/2006/main">
              <a:ext uri="{FF2B5EF4-FFF2-40B4-BE49-F238E27FC236}">
                <a16:creationId xmlns:a16="http://schemas.microsoft.com/office/drawing/2014/main" id="{5244EEA7-27FB-4A64-AA27-B426F7799644}"/>
              </a:ext>
            </a:extLst>
          </p:cNvPr>
          <p:cNvCxnSpPr>
            <a:stCxn xmlns:a="http://schemas.openxmlformats.org/drawingml/2006/main" id="14" idx="3"/>
            <a:endCxn xmlns:a="http://schemas.openxmlformats.org/drawingml/2006/main" id="15" idx="1"/>
          </p:cNvCxnSpPr>
          <p:nvPr/>
        </p:nvCxnSpPr>
        <p:spPr>
          <a:xfrm xmlns:a="http://schemas.openxmlformats.org/drawingml/2006/main">
            <a:off x="7372350" y="5519738"/>
            <a:ext cx="438150" cy="0"/>
          </a:xfrm>
          <a:prstGeom xmlns:a="http://schemas.openxmlformats.org/drawingml/2006/main" prst="straightConnector1">
            <a:avLst/>
          </a:prstGeom>
          <a:ln xmlns:a="http://schemas.openxmlformats.org/drawingml/2006/main" w="19050">
            <a:solidFill>
              <a:srgbClr val="236487"/>
            </a:solidFill>
            <a:prstDash val="solid"/>
            <a:tailEnd type="arrow" w="med" len="med"/>
          </a:ln>
        </p:spPr>
      </p:cxnSp>
    </p:spTree>
    <p:extLst>
      <p:ext uri="{BB962C8B-B14F-4D97-AF65-F5344CB8AC3E}">
        <p14:creationId xmlns:p14="http://schemas.microsoft.com/office/powerpoint/2010/main" val="167279972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headline">
            <a:extLst xmlns:a="http://schemas.openxmlformats.org/drawingml/2006/main">
              <a:ext uri="{FF2B5EF4-FFF2-40B4-BE49-F238E27FC236}">
                <a16:creationId xmlns:a16="http://schemas.microsoft.com/office/drawing/2014/main" id="{0CA103CC-A642-4AB0-860A-949F94652ACB}"/>
              </a:ext>
            </a:extLst>
          </p:cNvPr>
          <p:cNvSpPr>
            <a:spLocks xmlns:a="http://schemas.openxmlformats.org/drawingml/2006/main" noGrp="1"/>
          </p:cNvSpPr>
          <p:nvPr/>
        </p:nvSpPr>
        <p:spPr>
          <a:xfrm xmlns:a="http://schemas.openxmlformats.org/drawingml/2006/main">
            <a:off x="590550" y="333375"/>
            <a:ext cx="1095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2B3A"/>
                </a:solidFill>
                <a:latin typeface="IPAexGothic"/>
                <a:ea typeface="IPAexGothic"/>
                <a:cs typeface="IPAexGothic"/>
              </a:defRPr>
            </a:defPPr>
            <a:lvl1pPr algn="l">
              <a:buNone/>
              <a:defRPr sz="3300" b="1">
                <a:solidFill>
                  <a:srgbClr val="172B3A"/>
                </a:solidFill>
                <a:latin typeface="IPAexGothic"/>
                <a:ea typeface="IPAexGothic"/>
                <a:cs typeface="IPAexGothic"/>
              </a:defRPr>
            </a:lvl1pPr>
            <a:lvl2pPr algn="l">
              <a:buNone/>
              <a:defRPr sz="3300" b="1">
                <a:solidFill>
                  <a:srgbClr val="172B3A"/>
                </a:solidFill>
                <a:latin typeface="IPAexGothic"/>
                <a:ea typeface="IPAexGothic"/>
                <a:cs typeface="IPAexGothic"/>
              </a:defRPr>
            </a:lvl2pPr>
            <a:lvl3pPr algn="l">
              <a:buNone/>
              <a:defRPr sz="3300" b="1">
                <a:solidFill>
                  <a:srgbClr val="172B3A"/>
                </a:solidFill>
                <a:latin typeface="IPAexGothic"/>
                <a:ea typeface="IPAexGothic"/>
                <a:cs typeface="IPAexGothic"/>
              </a:defRPr>
            </a:lvl3pPr>
            <a:lvl4pPr algn="l">
              <a:buNone/>
              <a:defRPr sz="3300" b="1">
                <a:solidFill>
                  <a:srgbClr val="172B3A"/>
                </a:solidFill>
                <a:latin typeface="IPAexGothic"/>
                <a:ea typeface="IPAexGothic"/>
                <a:cs typeface="IPAexGothic"/>
              </a:defRPr>
            </a:lvl4pPr>
            <a:lvl5pPr algn="l">
              <a:buNone/>
              <a:defRPr sz="3300" b="1">
                <a:solidFill>
                  <a:srgbClr val="172B3A"/>
                </a:solidFill>
                <a:latin typeface="IPAexGothic"/>
                <a:ea typeface="IPAexGothic"/>
                <a:cs typeface="IPAexGothic"/>
              </a:defRPr>
            </a:lvl5pPr>
            <a:lvl6pPr algn="l">
              <a:buNone/>
              <a:defRPr sz="3300" b="1">
                <a:solidFill>
                  <a:srgbClr val="172B3A"/>
                </a:solidFill>
                <a:latin typeface="IPAexGothic"/>
                <a:ea typeface="IPAexGothic"/>
                <a:cs typeface="IPAexGothic"/>
              </a:defRPr>
            </a:lvl6pPr>
            <a:lvl7pPr algn="l">
              <a:buNone/>
              <a:defRPr sz="3300" b="1">
                <a:solidFill>
                  <a:srgbClr val="172B3A"/>
                </a:solidFill>
                <a:latin typeface="IPAexGothic"/>
                <a:ea typeface="IPAexGothic"/>
                <a:cs typeface="IPAexGothic"/>
              </a:defRPr>
            </a:lvl7pPr>
            <a:lvl8pPr algn="l">
              <a:buNone/>
              <a:defRPr sz="3300" b="1">
                <a:solidFill>
                  <a:srgbClr val="172B3A"/>
                </a:solidFill>
                <a:latin typeface="IPAexGothic"/>
                <a:ea typeface="IPAexGothic"/>
                <a:cs typeface="IPAexGothic"/>
              </a:defRPr>
            </a:lvl8pPr>
            <a:lvl9pPr algn="l">
              <a:buNone/>
              <a:defRPr sz="3300" b="1">
                <a:solidFill>
                  <a:srgbClr val="172B3A"/>
                </a:solidFill>
                <a:latin typeface="IPAexGothic"/>
                <a:ea typeface="IPAexGothic"/>
                <a:cs typeface="IPAexGothic"/>
              </a:defRPr>
            </a:lvl9pPr>
          </a:lstStyle>
          <a:p xmlns:a="http://schemas.openxmlformats.org/drawingml/2006/main">
            <a:pPr algn="l">
              <a:buNone/>
              <a:defRPr sz="3300" b="1">
                <a:solidFill>
                  <a:srgbClr val="172B3A"/>
                </a:solidFill>
                <a:latin typeface="IPAexGothic"/>
                <a:ea typeface="IPAexGothic"/>
                <a:cs typeface="IPAexGothic"/>
              </a:defRPr>
            </a:pPr>
            <a:r>
              <a:rPr sz="3300" b="1">
                <a:solidFill>
                  <a:srgbClr val="172B3A"/>
                </a:solidFill>
                <a:latin typeface="IPAexGothic"/>
                <a:ea typeface="IPAexGothic"/>
                <a:cs typeface="IPAexGothic"/>
              </a:rPr>
              <a:t>全体フロー図と説明ページの対応</a:t>
            </a:r>
          </a:p>
        </p:txBody>
      </p:sp>
      <p:sp>
        <p:nvSpPr>
          <p:cNvPr id="2" name="summary">
            <a:extLst xmlns:a="http://schemas.openxmlformats.org/drawingml/2006/main">
              <a:ext uri="{FF2B5EF4-FFF2-40B4-BE49-F238E27FC236}">
                <a16:creationId xmlns:a16="http://schemas.microsoft.com/office/drawing/2014/main" id="{3B6D6D72-A9DE-4E23-AB67-FC4CE803DC29}"/>
              </a:ext>
            </a:extLst>
          </p:cNvPr>
          <p:cNvSpPr>
            <a:spLocks xmlns:a="http://schemas.openxmlformats.org/drawingml/2006/main" noGrp="1"/>
          </p:cNvSpPr>
          <p:nvPr/>
        </p:nvSpPr>
        <p:spPr>
          <a:xfrm xmlns:a="http://schemas.openxmlformats.org/drawingml/2006/main">
            <a:off x="609600" y="1028700"/>
            <a:ext cx="10896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872"/>
                </a:solidFill>
                <a:latin typeface="IPAexGothic"/>
                <a:ea typeface="IPAexGothic"/>
                <a:cs typeface="IPAexGothic"/>
              </a:defRPr>
            </a:defPPr>
            <a:lvl1pPr algn="l">
              <a:buNone/>
              <a:defRPr sz="1800" b="0">
                <a:solidFill>
                  <a:srgbClr val="586872"/>
                </a:solidFill>
                <a:latin typeface="IPAexGothic"/>
                <a:ea typeface="IPAexGothic"/>
                <a:cs typeface="IPAexGothic"/>
              </a:defRPr>
            </a:lvl1pPr>
            <a:lvl2pPr algn="l">
              <a:buNone/>
              <a:defRPr sz="1800" b="0">
                <a:solidFill>
                  <a:srgbClr val="586872"/>
                </a:solidFill>
                <a:latin typeface="IPAexGothic"/>
                <a:ea typeface="IPAexGothic"/>
                <a:cs typeface="IPAexGothic"/>
              </a:defRPr>
            </a:lvl2pPr>
            <a:lvl3pPr algn="l">
              <a:buNone/>
              <a:defRPr sz="1800" b="0">
                <a:solidFill>
                  <a:srgbClr val="586872"/>
                </a:solidFill>
                <a:latin typeface="IPAexGothic"/>
                <a:ea typeface="IPAexGothic"/>
                <a:cs typeface="IPAexGothic"/>
              </a:defRPr>
            </a:lvl3pPr>
            <a:lvl4pPr algn="l">
              <a:buNone/>
              <a:defRPr sz="1800" b="0">
                <a:solidFill>
                  <a:srgbClr val="586872"/>
                </a:solidFill>
                <a:latin typeface="IPAexGothic"/>
                <a:ea typeface="IPAexGothic"/>
                <a:cs typeface="IPAexGothic"/>
              </a:defRPr>
            </a:lvl4pPr>
            <a:lvl5pPr algn="l">
              <a:buNone/>
              <a:defRPr sz="1800" b="0">
                <a:solidFill>
                  <a:srgbClr val="586872"/>
                </a:solidFill>
                <a:latin typeface="IPAexGothic"/>
                <a:ea typeface="IPAexGothic"/>
                <a:cs typeface="IPAexGothic"/>
              </a:defRPr>
            </a:lvl5pPr>
            <a:lvl6pPr algn="l">
              <a:buNone/>
              <a:defRPr sz="1800" b="0">
                <a:solidFill>
                  <a:srgbClr val="586872"/>
                </a:solidFill>
                <a:latin typeface="IPAexGothic"/>
                <a:ea typeface="IPAexGothic"/>
                <a:cs typeface="IPAexGothic"/>
              </a:defRPr>
            </a:lvl6pPr>
            <a:lvl7pPr algn="l">
              <a:buNone/>
              <a:defRPr sz="1800" b="0">
                <a:solidFill>
                  <a:srgbClr val="586872"/>
                </a:solidFill>
                <a:latin typeface="IPAexGothic"/>
                <a:ea typeface="IPAexGothic"/>
                <a:cs typeface="IPAexGothic"/>
              </a:defRPr>
            </a:lvl7pPr>
            <a:lvl8pPr algn="l">
              <a:buNone/>
              <a:defRPr sz="1800" b="0">
                <a:solidFill>
                  <a:srgbClr val="586872"/>
                </a:solidFill>
                <a:latin typeface="IPAexGothic"/>
                <a:ea typeface="IPAexGothic"/>
                <a:cs typeface="IPAexGothic"/>
              </a:defRPr>
            </a:lvl8pPr>
            <a:lvl9pPr algn="l">
              <a:buNone/>
              <a:defRPr sz="1800" b="0">
                <a:solidFill>
                  <a:srgbClr val="586872"/>
                </a:solidFill>
                <a:latin typeface="IPAexGothic"/>
                <a:ea typeface="IPAexGothic"/>
                <a:cs typeface="IPAexGothic"/>
              </a:defRPr>
            </a:lvl9pPr>
          </a:lstStyle>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以降は全体フロー図の工程番号に沿って、入力・処理・出力を具体例で説明します。</a:t>
            </a:r>
          </a:p>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各工程を単独で読む場合も、④の共通記録と⑤の削除判断の関係を確認できます。</a:t>
            </a:r>
          </a:p>
        </p:txBody>
      </p:sp>
      <p:graphicFrame>
        <p:nvGraphicFramePr>
          <p:cNvPr id="3" name="">
            <a:extLst xmlns:a="http://schemas.openxmlformats.org/drawingml/2006/main">
              <a:ext uri="{FF2B5EF4-FFF2-40B4-BE49-F238E27FC236}">
                <a16:creationId xmlns:a16="http://schemas.microsoft.com/office/drawing/2014/main" id="{E99AED9C-9085-4542-9D7F-E28DCEDFD02D}"/>
              </a:ext>
            </a:extLst>
          </p:cNvPr>
          <p:cNvGraphicFramePr/>
          <p:nvPr/>
        </p:nvGraphicFramePr>
        <p:xfrm>
          <a:off xmlns:a="http://schemas.openxmlformats.org/drawingml/2006/main" x="609600" y="1695450"/>
          <a:ext xmlns:a="http://schemas.openxmlformats.org/drawingml/2006/main" cx="10972800" cy="4067175"/>
        </p:xfrm>
        <a:graphic xmlns:a="http://schemas.openxmlformats.org/drawingml/2006/main">
          <a:graphicData uri="http://schemas.openxmlformats.org/drawingml/2006/table">
            <a:tbl>
              <a:tblPr firstRow="1" bandRow="0"/>
              <a:tblGrid>
                <a:gridCol w="3238500"/>
                <a:gridCol w="6096000"/>
                <a:gridCol w="1638300"/>
              </a:tblGrid>
              <a:tr h="406718">
                <a:tc>
                  <a:txBody>
                    <a:bodyPr wrap="square" lIns="133350" tIns="76200" rIns="114300" bIns="76200"/>
                    <a:lstStyle/>
                    <a:p>
                      <a:r>
                        <a:rPr sz="1650" b="1">
                          <a:solidFill>
                            <a:srgbClr val="172B3A"/>
                          </a:solidFill>
                          <a:latin typeface="IPAexGothic"/>
                          <a:ea typeface="IPAexGothic"/>
                          <a:cs typeface="IPAexGothic"/>
                        </a:rPr>
                        <a:t>工程</a:t>
                      </a:r>
                    </a:p>
                  </a:txBody>
                  <a:tcPr marL="91440" marR="91440" marT="45720" marB="45720" anchor="ctr">
                    <a:lnL w="9525">
                      <a:solidFill>
                        <a:srgbClr val="BCCAD2"/>
                      </a:solidFill>
                      <a:prstDash val="solid"/>
                    </a:lnL>
                    <a:lnR w="9525">
                      <a:solidFill>
                        <a:srgbClr val="BCCAD2"/>
                      </a:solidFill>
                      <a:prstDash val="solid"/>
                    </a:lnR>
                    <a:lnT w="9525">
                      <a:solidFill>
                        <a:srgbClr val="BCCAD2"/>
                      </a:solidFill>
                      <a:prstDash val="solid"/>
                    </a:lnT>
                    <a:lnB w="9525">
                      <a:solidFill>
                        <a:srgbClr val="BCCAD2"/>
                      </a:solidFill>
                      <a:prstDash val="solid"/>
                    </a:lnB>
                    <a:solidFill>
                      <a:srgbClr val="EAF1F5"/>
                    </a:solidFill>
                  </a:tcPr>
                </a:tc>
                <a:tc>
                  <a:txBody>
                    <a:bodyPr wrap="square" lIns="133350" tIns="76200" rIns="114300" bIns="76200"/>
                    <a:lstStyle/>
                    <a:p>
                      <a:r>
                        <a:rPr sz="1650" b="1">
                          <a:solidFill>
                            <a:srgbClr val="172B3A"/>
                          </a:solidFill>
                          <a:latin typeface="IPAexGothic"/>
                          <a:ea typeface="IPAexGothic"/>
                          <a:cs typeface="IPAexGothic"/>
                        </a:rPr>
                        <a:t>説明する内容</a:t>
                      </a:r>
                    </a:p>
                  </a:txBody>
                  <a:tcPr marL="91440" marR="91440" marT="45720" marB="45720" anchor="ctr">
                    <a:lnR w="9525">
                      <a:solidFill>
                        <a:srgbClr val="BCCAD2"/>
                      </a:solidFill>
                      <a:prstDash val="solid"/>
                    </a:lnR>
                    <a:lnT w="9525">
                      <a:solidFill>
                        <a:srgbClr val="BCCAD2"/>
                      </a:solidFill>
                      <a:prstDash val="solid"/>
                    </a:lnT>
                    <a:lnB w="9525">
                      <a:solidFill>
                        <a:srgbClr val="BCCAD2"/>
                      </a:solidFill>
                      <a:prstDash val="solid"/>
                    </a:lnB>
                    <a:solidFill>
                      <a:srgbClr val="EAF1F5"/>
                    </a:solidFill>
                  </a:tcPr>
                </a:tc>
                <a:tc>
                  <a:txBody>
                    <a:bodyPr wrap="square" lIns="133350" tIns="76200" rIns="114300" bIns="76200"/>
                    <a:lstStyle/>
                    <a:p>
                      <a:r>
                        <a:rPr sz="1650" b="1">
                          <a:solidFill>
                            <a:srgbClr val="172B3A"/>
                          </a:solidFill>
                          <a:latin typeface="IPAexGothic"/>
                          <a:ea typeface="IPAexGothic"/>
                          <a:cs typeface="IPAexGothic"/>
                        </a:rPr>
                        <a:t>ページ</a:t>
                      </a:r>
                    </a:p>
                  </a:txBody>
                  <a:tcPr marL="91440" marR="91440" marT="45720" marB="45720" anchor="ctr">
                    <a:lnR w="9525">
                      <a:solidFill>
                        <a:srgbClr val="BCCAD2"/>
                      </a:solidFill>
                      <a:prstDash val="solid"/>
                    </a:lnR>
                    <a:lnT w="9525">
                      <a:solidFill>
                        <a:srgbClr val="BCCAD2"/>
                      </a:solidFill>
                      <a:prstDash val="solid"/>
                    </a:lnT>
                    <a:lnB w="9525">
                      <a:solidFill>
                        <a:srgbClr val="BCCAD2"/>
                      </a:solidFill>
                      <a:prstDash val="solid"/>
                    </a:lnB>
                    <a:solidFill>
                      <a:srgbClr val="EAF1F5"/>
                    </a:solidFill>
                  </a:tcPr>
                </a:tc>
              </a:tr>
              <a:tr h="406718">
                <a:tc>
                  <a:txBody>
                    <a:bodyPr wrap="square" lIns="133350" tIns="76200" rIns="114300" bIns="76200"/>
                    <a:lstStyle/>
                    <a:p>
                      <a:r>
                        <a:rPr sz="1650" b="0">
                          <a:solidFill>
                            <a:srgbClr val="172B3A"/>
                          </a:solidFill>
                          <a:latin typeface="IPAexGothic"/>
                          <a:ea typeface="IPAexGothic"/>
                          <a:cs typeface="IPAexGothic"/>
                        </a:rPr>
                        <a:t>① データ収集・前処理</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FFFFF"/>
                    </a:solidFill>
                  </a:tcPr>
                </a:tc>
                <a:tc>
                  <a:txBody>
                    <a:bodyPr wrap="square" lIns="133350" tIns="76200" rIns="114300" bIns="76200"/>
                    <a:lstStyle/>
                    <a:p>
                      <a:r>
                        <a:rPr sz="1650" b="0">
                          <a:solidFill>
                            <a:srgbClr val="172B3A"/>
                          </a:solidFill>
                          <a:latin typeface="IPAexGothic"/>
                          <a:ea typeface="IPAexGothic"/>
                          <a:cs typeface="IPAexGothic"/>
                        </a:rPr>
                        <a:t>元データ例、対象範囲、欠測と重複の扱い</a:t>
                      </a:r>
                    </a:p>
                  </a:txBody>
                  <a:tcPr marL="91440" marR="91440" marT="45720" marB="45720" anchor="ctr">
                    <a:lnR w="9525">
                      <a:solidFill>
                        <a:srgbClr val="BCCAD2"/>
                      </a:solidFill>
                      <a:prstDash val="solid"/>
                    </a:lnR>
                    <a:lnB w="9525">
                      <a:solidFill>
                        <a:srgbClr val="BCCAD2"/>
                      </a:solidFill>
                      <a:prstDash val="solid"/>
                    </a:lnB>
                    <a:solidFill>
                      <a:srgbClr val="FFFFFF"/>
                    </a:solidFill>
                  </a:tcPr>
                </a:tc>
                <a:tc>
                  <a:txBody>
                    <a:bodyPr wrap="square" lIns="133350" tIns="76200" rIns="114300" bIns="76200"/>
                    <a:lstStyle/>
                    <a:p>
                      <a:r>
                        <a:rPr sz="1650" b="0">
                          <a:solidFill>
                            <a:srgbClr val="172B3A"/>
                          </a:solidFill>
                          <a:latin typeface="IPAexGothic"/>
                          <a:ea typeface="IPAexGothic"/>
                          <a:cs typeface="IPAexGothic"/>
                        </a:rPr>
                        <a:t>10〜12</a:t>
                      </a:r>
                    </a:p>
                  </a:txBody>
                  <a:tcPr marL="91440" marR="91440" marT="45720" marB="45720" anchor="ctr">
                    <a:lnR w="9525">
                      <a:solidFill>
                        <a:srgbClr val="BCCAD2"/>
                      </a:solidFill>
                      <a:prstDash val="solid"/>
                    </a:lnR>
                    <a:lnB w="9525">
                      <a:solidFill>
                        <a:srgbClr val="BCCAD2"/>
                      </a:solidFill>
                      <a:prstDash val="solid"/>
                    </a:lnB>
                    <a:solidFill>
                      <a:srgbClr val="FFFFFF"/>
                    </a:solidFill>
                  </a:tcPr>
                </a:tc>
              </a:tr>
              <a:tr h="406718">
                <a:tc>
                  <a:txBody>
                    <a:bodyPr wrap="square" lIns="133350" tIns="76200" rIns="114300" bIns="76200"/>
                    <a:lstStyle/>
                    <a:p>
                      <a:r>
                        <a:rPr sz="1650" b="0">
                          <a:solidFill>
                            <a:srgbClr val="172B3A"/>
                          </a:solidFill>
                          <a:latin typeface="IPAexGothic"/>
                          <a:ea typeface="IPAexGothic"/>
                          <a:cs typeface="IPAexGothic"/>
                        </a:rPr>
                        <a:t>② 抽出・照合・出現記録</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8FAFB"/>
                    </a:solidFill>
                  </a:tcPr>
                </a:tc>
                <a:tc>
                  <a:txBody>
                    <a:bodyPr wrap="square" lIns="133350" tIns="76200" rIns="114300" bIns="76200"/>
                    <a:lstStyle/>
                    <a:p>
                      <a:r>
                        <a:rPr sz="1650" b="0">
                          <a:solidFill>
                            <a:srgbClr val="172B3A"/>
                          </a:solidFill>
                          <a:latin typeface="IPAexGothic"/>
                          <a:ea typeface="IPAexGothic"/>
                          <a:cs typeface="IPAexGothic"/>
                        </a:rPr>
                        <a:t>既存手法、類似度分類、出現情報の数え方</a:t>
                      </a:r>
                    </a:p>
                  </a:txBody>
                  <a:tcPr marL="91440" marR="91440" marT="45720" marB="45720" anchor="ctr">
                    <a:lnR w="9525">
                      <a:solidFill>
                        <a:srgbClr val="BCCAD2"/>
                      </a:solidFill>
                      <a:prstDash val="solid"/>
                    </a:lnR>
                    <a:lnB w="9525">
                      <a:solidFill>
                        <a:srgbClr val="BCCAD2"/>
                      </a:solidFill>
                      <a:prstDash val="solid"/>
                    </a:lnB>
                    <a:solidFill>
                      <a:srgbClr val="F8FAFB"/>
                    </a:solidFill>
                  </a:tcPr>
                </a:tc>
                <a:tc>
                  <a:txBody>
                    <a:bodyPr wrap="square" lIns="133350" tIns="76200" rIns="114300" bIns="76200"/>
                    <a:lstStyle/>
                    <a:p>
                      <a:r>
                        <a:rPr sz="1650" b="0">
                          <a:solidFill>
                            <a:srgbClr val="172B3A"/>
                          </a:solidFill>
                          <a:latin typeface="IPAexGothic"/>
                          <a:ea typeface="IPAexGothic"/>
                          <a:cs typeface="IPAexGothic"/>
                        </a:rPr>
                        <a:t>13〜19</a:t>
                      </a:r>
                    </a:p>
                  </a:txBody>
                  <a:tcPr marL="91440" marR="91440" marT="45720" marB="45720" anchor="ctr">
                    <a:lnR w="9525">
                      <a:solidFill>
                        <a:srgbClr val="BCCAD2"/>
                      </a:solidFill>
                      <a:prstDash val="solid"/>
                    </a:lnR>
                    <a:lnB w="9525">
                      <a:solidFill>
                        <a:srgbClr val="BCCAD2"/>
                      </a:solidFill>
                      <a:prstDash val="solid"/>
                    </a:lnB>
                    <a:solidFill>
                      <a:srgbClr val="F8FAFB"/>
                    </a:solidFill>
                  </a:tcPr>
                </a:tc>
              </a:tr>
              <a:tr h="406718">
                <a:tc>
                  <a:txBody>
                    <a:bodyPr wrap="square" lIns="133350" tIns="76200" rIns="114300" bIns="76200"/>
                    <a:lstStyle/>
                    <a:p>
                      <a:r>
                        <a:rPr sz="1650" b="0">
                          <a:solidFill>
                            <a:srgbClr val="172B3A"/>
                          </a:solidFill>
                          <a:latin typeface="IPAexGothic"/>
                          <a:ea typeface="IPAexGothic"/>
                          <a:cs typeface="IPAexGothic"/>
                        </a:rPr>
                        <a:t>③ パターン評価</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FFFFF"/>
                    </a:solidFill>
                  </a:tcPr>
                </a:tc>
                <a:tc>
                  <a:txBody>
                    <a:bodyPr wrap="square" lIns="133350" tIns="76200" rIns="114300" bIns="76200"/>
                    <a:lstStyle/>
                    <a:p>
                      <a:r>
                        <a:rPr sz="1650" b="0">
                          <a:solidFill>
                            <a:srgbClr val="172B3A"/>
                          </a:solidFill>
                          <a:latin typeface="IPAexGothic"/>
                          <a:ea typeface="IPAexGothic"/>
                          <a:cs typeface="IPAexGothic"/>
                        </a:rPr>
                        <a:t>確立度と代替可能性、条件別の許可範囲</a:t>
                      </a:r>
                    </a:p>
                  </a:txBody>
                  <a:tcPr marL="91440" marR="91440" marT="45720" marB="45720" anchor="ctr">
                    <a:lnR w="9525">
                      <a:solidFill>
                        <a:srgbClr val="BCCAD2"/>
                      </a:solidFill>
                      <a:prstDash val="solid"/>
                    </a:lnR>
                    <a:lnB w="9525">
                      <a:solidFill>
                        <a:srgbClr val="BCCAD2"/>
                      </a:solidFill>
                      <a:prstDash val="solid"/>
                    </a:lnB>
                    <a:solidFill>
                      <a:srgbClr val="FFFFFF"/>
                    </a:solidFill>
                  </a:tcPr>
                </a:tc>
                <a:tc>
                  <a:txBody>
                    <a:bodyPr wrap="square" lIns="133350" tIns="76200" rIns="114300" bIns="76200"/>
                    <a:lstStyle/>
                    <a:p>
                      <a:r>
                        <a:rPr sz="1650" b="0">
                          <a:solidFill>
                            <a:srgbClr val="172B3A"/>
                          </a:solidFill>
                          <a:latin typeface="IPAexGothic"/>
                          <a:ea typeface="IPAexGothic"/>
                          <a:cs typeface="IPAexGothic"/>
                        </a:rPr>
                        <a:t>20〜24</a:t>
                      </a:r>
                    </a:p>
                  </a:txBody>
                  <a:tcPr marL="91440" marR="91440" marT="45720" marB="45720" anchor="ctr">
                    <a:lnR w="9525">
                      <a:solidFill>
                        <a:srgbClr val="BCCAD2"/>
                      </a:solidFill>
                      <a:prstDash val="solid"/>
                    </a:lnR>
                    <a:lnB w="9525">
                      <a:solidFill>
                        <a:srgbClr val="BCCAD2"/>
                      </a:solidFill>
                      <a:prstDash val="solid"/>
                    </a:lnB>
                    <a:solidFill>
                      <a:srgbClr val="FFFFFF"/>
                    </a:solidFill>
                  </a:tcPr>
                </a:tc>
              </a:tr>
              <a:tr h="406718">
                <a:tc>
                  <a:txBody>
                    <a:bodyPr wrap="square" lIns="133350" tIns="76200" rIns="114300" bIns="76200"/>
                    <a:lstStyle/>
                    <a:p>
                      <a:r>
                        <a:rPr sz="1650" b="0">
                          <a:solidFill>
                            <a:srgbClr val="172B3A"/>
                          </a:solidFill>
                          <a:latin typeface="IPAexGothic"/>
                          <a:ea typeface="IPAexGothic"/>
                          <a:cs typeface="IPAexGothic"/>
                        </a:rPr>
                        <a:t>④ 知識ベース</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8FAFB"/>
                    </a:solidFill>
                  </a:tcPr>
                </a:tc>
                <a:tc>
                  <a:txBody>
                    <a:bodyPr wrap="square" lIns="133350" tIns="76200" rIns="114300" bIns="76200"/>
                    <a:lstStyle/>
                    <a:p>
                      <a:r>
                        <a:rPr sz="1650" b="0">
                          <a:solidFill>
                            <a:srgbClr val="172B3A"/>
                          </a:solidFill>
                          <a:latin typeface="IPAexGothic"/>
                          <a:ea typeface="IPAexGothic"/>
                          <a:cs typeface="IPAexGothic"/>
                        </a:rPr>
                        <a:t>登録開始、ID・版、モデル台帳、情報の状態</a:t>
                      </a:r>
                    </a:p>
                  </a:txBody>
                  <a:tcPr marL="91440" marR="91440" marT="45720" marB="45720" anchor="ctr">
                    <a:lnR w="9525">
                      <a:solidFill>
                        <a:srgbClr val="BCCAD2"/>
                      </a:solidFill>
                      <a:prstDash val="solid"/>
                    </a:lnR>
                    <a:lnB w="9525">
                      <a:solidFill>
                        <a:srgbClr val="BCCAD2"/>
                      </a:solidFill>
                      <a:prstDash val="solid"/>
                    </a:lnB>
                    <a:solidFill>
                      <a:srgbClr val="F8FAFB"/>
                    </a:solidFill>
                  </a:tcPr>
                </a:tc>
                <a:tc>
                  <a:txBody>
                    <a:bodyPr wrap="square" lIns="133350" tIns="76200" rIns="114300" bIns="76200"/>
                    <a:lstStyle/>
                    <a:p>
                      <a:r>
                        <a:rPr sz="1650" b="0">
                          <a:solidFill>
                            <a:srgbClr val="172B3A"/>
                          </a:solidFill>
                          <a:latin typeface="IPAexGothic"/>
                          <a:ea typeface="IPAexGothic"/>
                          <a:cs typeface="IPAexGothic"/>
                        </a:rPr>
                        <a:t>25〜27</a:t>
                      </a:r>
                    </a:p>
                  </a:txBody>
                  <a:tcPr marL="91440" marR="91440" marT="45720" marB="45720" anchor="ctr">
                    <a:lnR w="9525">
                      <a:solidFill>
                        <a:srgbClr val="BCCAD2"/>
                      </a:solidFill>
                      <a:prstDash val="solid"/>
                    </a:lnR>
                    <a:lnB w="9525">
                      <a:solidFill>
                        <a:srgbClr val="BCCAD2"/>
                      </a:solidFill>
                      <a:prstDash val="solid"/>
                    </a:lnB>
                    <a:solidFill>
                      <a:srgbClr val="F8FAFB"/>
                    </a:solidFill>
                  </a:tcPr>
                </a:tc>
              </a:tr>
              <a:tr h="406718">
                <a:tc>
                  <a:txBody>
                    <a:bodyPr wrap="square" lIns="133350" tIns="76200" rIns="114300" bIns="76200"/>
                    <a:lstStyle/>
                    <a:p>
                      <a:r>
                        <a:rPr sz="1650" b="0">
                          <a:solidFill>
                            <a:srgbClr val="172B3A"/>
                          </a:solidFill>
                          <a:latin typeface="IPAexGothic"/>
                          <a:ea typeface="IPAexGothic"/>
                          <a:cs typeface="IPAexGothic"/>
                        </a:rPr>
                        <a:t>⑤ 保持・削除判断</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FFFFF"/>
                    </a:solidFill>
                  </a:tcPr>
                </a:tc>
                <a:tc>
                  <a:txBody>
                    <a:bodyPr wrap="square" lIns="133350" tIns="76200" rIns="114300" bIns="76200"/>
                    <a:lstStyle/>
                    <a:p>
                      <a:r>
                        <a:rPr sz="1650" b="0">
                          <a:solidFill>
                            <a:srgbClr val="172B3A"/>
                          </a:solidFill>
                          <a:latin typeface="IPAexGothic"/>
                          <a:ea typeface="IPAexGothic"/>
                          <a:cs typeface="IPAexGothic"/>
                        </a:rPr>
                        <a:t>三条件、保持集合、削除実行、削除後の更新</a:t>
                      </a:r>
                    </a:p>
                  </a:txBody>
                  <a:tcPr marL="91440" marR="91440" marT="45720" marB="45720" anchor="ctr">
                    <a:lnR w="9525">
                      <a:solidFill>
                        <a:srgbClr val="BCCAD2"/>
                      </a:solidFill>
                      <a:prstDash val="solid"/>
                    </a:lnR>
                    <a:lnB w="9525">
                      <a:solidFill>
                        <a:srgbClr val="BCCAD2"/>
                      </a:solidFill>
                      <a:prstDash val="solid"/>
                    </a:lnB>
                    <a:solidFill>
                      <a:srgbClr val="FFFFFF"/>
                    </a:solidFill>
                  </a:tcPr>
                </a:tc>
                <a:tc>
                  <a:txBody>
                    <a:bodyPr wrap="square" lIns="133350" tIns="76200" rIns="114300" bIns="76200"/>
                    <a:lstStyle/>
                    <a:p>
                      <a:r>
                        <a:rPr sz="1650" b="0">
                          <a:solidFill>
                            <a:srgbClr val="172B3A"/>
                          </a:solidFill>
                          <a:latin typeface="IPAexGothic"/>
                          <a:ea typeface="IPAexGothic"/>
                          <a:cs typeface="IPAexGothic"/>
                        </a:rPr>
                        <a:t>28〜33</a:t>
                      </a:r>
                    </a:p>
                  </a:txBody>
                  <a:tcPr marL="91440" marR="91440" marT="45720" marB="45720" anchor="ctr">
                    <a:lnR w="9525">
                      <a:solidFill>
                        <a:srgbClr val="BCCAD2"/>
                      </a:solidFill>
                      <a:prstDash val="solid"/>
                    </a:lnR>
                    <a:lnB w="9525">
                      <a:solidFill>
                        <a:srgbClr val="BCCAD2"/>
                      </a:solidFill>
                      <a:prstDash val="solid"/>
                    </a:lnB>
                    <a:solidFill>
                      <a:srgbClr val="FFFFFF"/>
                    </a:solidFill>
                  </a:tcPr>
                </a:tc>
              </a:tr>
              <a:tr h="406718">
                <a:tc>
                  <a:txBody>
                    <a:bodyPr wrap="square" lIns="133350" tIns="76200" rIns="114300" bIns="76200"/>
                    <a:lstStyle/>
                    <a:p>
                      <a:r>
                        <a:rPr sz="1650" b="0">
                          <a:solidFill>
                            <a:srgbClr val="172B3A"/>
                          </a:solidFill>
                          <a:latin typeface="IPAexGothic"/>
                          <a:ea typeface="IPAexGothic"/>
                          <a:cs typeface="IPAexGothic"/>
                        </a:rPr>
                        <a:t>⑥ 機械学習での利用</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8FAFB"/>
                    </a:solidFill>
                  </a:tcPr>
                </a:tc>
                <a:tc>
                  <a:txBody>
                    <a:bodyPr wrap="square" lIns="133350" tIns="76200" rIns="114300" bIns="76200"/>
                    <a:lstStyle/>
                    <a:p>
                      <a:r>
                        <a:rPr sz="1650" b="0">
                          <a:solidFill>
                            <a:srgbClr val="172B3A"/>
                          </a:solidFill>
                          <a:latin typeface="IPAexGothic"/>
                          <a:ea typeface="IPAexGothic"/>
                          <a:cs typeface="IPAexGothic"/>
                        </a:rPr>
                        <a:t>特徴量と学習件数、運用時の入力生成と推論</a:t>
                      </a:r>
                    </a:p>
                  </a:txBody>
                  <a:tcPr marL="91440" marR="91440" marT="45720" marB="45720" anchor="ctr">
                    <a:lnR w="9525">
                      <a:solidFill>
                        <a:srgbClr val="BCCAD2"/>
                      </a:solidFill>
                      <a:prstDash val="solid"/>
                    </a:lnR>
                    <a:lnB w="9525">
                      <a:solidFill>
                        <a:srgbClr val="BCCAD2"/>
                      </a:solidFill>
                      <a:prstDash val="solid"/>
                    </a:lnB>
                    <a:solidFill>
                      <a:srgbClr val="F8FAFB"/>
                    </a:solidFill>
                  </a:tcPr>
                </a:tc>
                <a:tc>
                  <a:txBody>
                    <a:bodyPr wrap="square" lIns="133350" tIns="76200" rIns="114300" bIns="76200"/>
                    <a:lstStyle/>
                    <a:p>
                      <a:r>
                        <a:rPr sz="1650" b="0">
                          <a:solidFill>
                            <a:srgbClr val="172B3A"/>
                          </a:solidFill>
                          <a:latin typeface="IPAexGothic"/>
                          <a:ea typeface="IPAexGothic"/>
                          <a:cs typeface="IPAexGothic"/>
                        </a:rPr>
                        <a:t>34〜35</a:t>
                      </a:r>
                    </a:p>
                  </a:txBody>
                  <a:tcPr marL="91440" marR="91440" marT="45720" marB="45720" anchor="ctr">
                    <a:lnR w="9525">
                      <a:solidFill>
                        <a:srgbClr val="BCCAD2"/>
                      </a:solidFill>
                      <a:prstDash val="solid"/>
                    </a:lnR>
                    <a:lnB w="9525">
                      <a:solidFill>
                        <a:srgbClr val="BCCAD2"/>
                      </a:solidFill>
                      <a:prstDash val="solid"/>
                    </a:lnB>
                    <a:solidFill>
                      <a:srgbClr val="F8FAFB"/>
                    </a:solidFill>
                  </a:tcPr>
                </a:tc>
              </a:tr>
              <a:tr h="406718">
                <a:tc>
                  <a:txBody>
                    <a:bodyPr wrap="square" lIns="133350" tIns="76200" rIns="114300" bIns="76200"/>
                    <a:lstStyle/>
                    <a:p>
                      <a:r>
                        <a:rPr sz="1650" b="0">
                          <a:solidFill>
                            <a:srgbClr val="172B3A"/>
                          </a:solidFill>
                          <a:latin typeface="IPAexGothic"/>
                          <a:ea typeface="IPAexGothic"/>
                          <a:cs typeface="IPAexGothic"/>
                        </a:rPr>
                        <a:t>⑦ 統計的評価・説明</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FFFFF"/>
                    </a:solidFill>
                  </a:tcPr>
                </a:tc>
                <a:tc>
                  <a:txBody>
                    <a:bodyPr wrap="square" lIns="133350" tIns="76200" rIns="114300" bIns="76200"/>
                    <a:lstStyle/>
                    <a:p>
                      <a:r>
                        <a:rPr sz="1650" b="0">
                          <a:solidFill>
                            <a:srgbClr val="172B3A"/>
                          </a:solidFill>
                          <a:latin typeface="IPAexGothic"/>
                          <a:ea typeface="IPAexGothic"/>
                          <a:cs typeface="IPAexGothic"/>
                        </a:rPr>
                        <a:t>モデル寄与と過去統計、同じ版の参照</a:t>
                      </a:r>
                    </a:p>
                  </a:txBody>
                  <a:tcPr marL="91440" marR="91440" marT="45720" marB="45720" anchor="ctr">
                    <a:lnR w="9525">
                      <a:solidFill>
                        <a:srgbClr val="BCCAD2"/>
                      </a:solidFill>
                      <a:prstDash val="solid"/>
                    </a:lnR>
                    <a:lnB w="9525">
                      <a:solidFill>
                        <a:srgbClr val="BCCAD2"/>
                      </a:solidFill>
                      <a:prstDash val="solid"/>
                    </a:lnB>
                    <a:solidFill>
                      <a:srgbClr val="FFFFFF"/>
                    </a:solidFill>
                  </a:tcPr>
                </a:tc>
                <a:tc>
                  <a:txBody>
                    <a:bodyPr wrap="square" lIns="133350" tIns="76200" rIns="114300" bIns="76200"/>
                    <a:lstStyle/>
                    <a:p>
                      <a:r>
                        <a:rPr sz="1650" b="0">
                          <a:solidFill>
                            <a:srgbClr val="172B3A"/>
                          </a:solidFill>
                          <a:latin typeface="IPAexGothic"/>
                          <a:ea typeface="IPAexGothic"/>
                          <a:cs typeface="IPAexGothic"/>
                        </a:rPr>
                        <a:t>36〜37</a:t>
                      </a:r>
                    </a:p>
                  </a:txBody>
                  <a:tcPr marL="91440" marR="91440" marT="45720" marB="45720" anchor="ctr">
                    <a:lnR w="9525">
                      <a:solidFill>
                        <a:srgbClr val="BCCAD2"/>
                      </a:solidFill>
                      <a:prstDash val="solid"/>
                    </a:lnR>
                    <a:lnB w="9525">
                      <a:solidFill>
                        <a:srgbClr val="BCCAD2"/>
                      </a:solidFill>
                      <a:prstDash val="solid"/>
                    </a:lnB>
                    <a:solidFill>
                      <a:srgbClr val="FFFFFF"/>
                    </a:solidFill>
                  </a:tcPr>
                </a:tc>
              </a:tr>
              <a:tr h="406718">
                <a:tc>
                  <a:txBody>
                    <a:bodyPr wrap="square" lIns="133350" tIns="76200" rIns="114300" bIns="76200"/>
                    <a:lstStyle/>
                    <a:p>
                      <a:r>
                        <a:rPr sz="1650" b="0">
                          <a:solidFill>
                            <a:srgbClr val="172B3A"/>
                          </a:solidFill>
                          <a:latin typeface="IPAexGothic"/>
                          <a:ea typeface="IPAexGothic"/>
                          <a:cs typeface="IPAexGothic"/>
                        </a:rPr>
                        <a:t>⑧ 監視・停止・再評価</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8FAFB"/>
                    </a:solidFill>
                  </a:tcPr>
                </a:tc>
                <a:tc>
                  <a:txBody>
                    <a:bodyPr wrap="square" lIns="133350" tIns="76200" rIns="114300" bIns="76200"/>
                    <a:lstStyle/>
                    <a:p>
                      <a:r>
                        <a:rPr sz="1650" b="0">
                          <a:solidFill>
                            <a:srgbClr val="172B3A"/>
                          </a:solidFill>
                          <a:latin typeface="IPAexGothic"/>
                          <a:ea typeface="IPAexGothic"/>
                          <a:cs typeface="IPAexGothic"/>
                        </a:rPr>
                        <a:t>停止、再構築、新規抽出、版と条件の再評価</a:t>
                      </a:r>
                    </a:p>
                  </a:txBody>
                  <a:tcPr marL="91440" marR="91440" marT="45720" marB="45720" anchor="ctr">
                    <a:lnR w="9525">
                      <a:solidFill>
                        <a:srgbClr val="BCCAD2"/>
                      </a:solidFill>
                      <a:prstDash val="solid"/>
                    </a:lnR>
                    <a:lnB w="9525">
                      <a:solidFill>
                        <a:srgbClr val="BCCAD2"/>
                      </a:solidFill>
                      <a:prstDash val="solid"/>
                    </a:lnB>
                    <a:solidFill>
                      <a:srgbClr val="F8FAFB"/>
                    </a:solidFill>
                  </a:tcPr>
                </a:tc>
                <a:tc>
                  <a:txBody>
                    <a:bodyPr wrap="square" lIns="133350" tIns="76200" rIns="114300" bIns="76200"/>
                    <a:lstStyle/>
                    <a:p>
                      <a:r>
                        <a:rPr sz="1650" b="0">
                          <a:solidFill>
                            <a:srgbClr val="172B3A"/>
                          </a:solidFill>
                          <a:latin typeface="IPAexGothic"/>
                          <a:ea typeface="IPAexGothic"/>
                          <a:cs typeface="IPAexGothic"/>
                        </a:rPr>
                        <a:t>38〜40</a:t>
                      </a:r>
                    </a:p>
                  </a:txBody>
                  <a:tcPr marL="91440" marR="91440" marT="45720" marB="45720" anchor="ctr">
                    <a:lnR w="9525">
                      <a:solidFill>
                        <a:srgbClr val="BCCAD2"/>
                      </a:solidFill>
                      <a:prstDash val="solid"/>
                    </a:lnR>
                    <a:lnB w="9525">
                      <a:solidFill>
                        <a:srgbClr val="BCCAD2"/>
                      </a:solidFill>
                      <a:prstDash val="solid"/>
                    </a:lnB>
                    <a:solidFill>
                      <a:srgbClr val="F8FAFB"/>
                    </a:solidFill>
                  </a:tcPr>
                </a:tc>
              </a:tr>
              <a:tr h="406718">
                <a:tc>
                  <a:txBody>
                    <a:bodyPr wrap="square" lIns="133350" tIns="76200" rIns="114300" bIns="76200"/>
                    <a:lstStyle/>
                    <a:p>
                      <a:r>
                        <a:rPr sz="1650" b="0">
                          <a:solidFill>
                            <a:srgbClr val="172B3A"/>
                          </a:solidFill>
                          <a:latin typeface="IPAexGothic"/>
                          <a:ea typeface="IPAexGothic"/>
                          <a:cs typeface="IPAexGothic"/>
                        </a:rPr>
                        <a:t>⑨ 運用・継続的改善</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FFFFF"/>
                    </a:solidFill>
                  </a:tcPr>
                </a:tc>
                <a:tc>
                  <a:txBody>
                    <a:bodyPr wrap="square" lIns="133350" tIns="76200" rIns="114300" bIns="76200"/>
                    <a:lstStyle/>
                    <a:p>
                      <a:r>
                        <a:rPr sz="1650" b="0">
                          <a:solidFill>
                            <a:srgbClr val="172B3A"/>
                          </a:solidFill>
                          <a:latin typeface="IPAexGothic"/>
                          <a:ea typeface="IPAexGothic"/>
                          <a:cs typeface="IPAexGothic"/>
                        </a:rPr>
                        <a:t>取得・利用・監視・更新を繰り返す運用</a:t>
                      </a:r>
                    </a:p>
                  </a:txBody>
                  <a:tcPr marL="91440" marR="91440" marT="45720" marB="45720" anchor="ctr">
                    <a:lnR w="9525">
                      <a:solidFill>
                        <a:srgbClr val="BCCAD2"/>
                      </a:solidFill>
                      <a:prstDash val="solid"/>
                    </a:lnR>
                    <a:lnB w="9525">
                      <a:solidFill>
                        <a:srgbClr val="BCCAD2"/>
                      </a:solidFill>
                      <a:prstDash val="solid"/>
                    </a:lnB>
                    <a:solidFill>
                      <a:srgbClr val="FFFFFF"/>
                    </a:solidFill>
                  </a:tcPr>
                </a:tc>
                <a:tc>
                  <a:txBody>
                    <a:bodyPr wrap="square" lIns="133350" tIns="76200" rIns="114300" bIns="76200"/>
                    <a:lstStyle/>
                    <a:p>
                      <a:r>
                        <a:rPr sz="1650" b="0">
                          <a:solidFill>
                            <a:srgbClr val="172B3A"/>
                          </a:solidFill>
                          <a:latin typeface="IPAexGothic"/>
                          <a:ea typeface="IPAexGothic"/>
                          <a:cs typeface="IPAexGothic"/>
                        </a:rPr>
                        <a:t>41</a:t>
                      </a:r>
                    </a:p>
                  </a:txBody>
                  <a:tcPr marL="91440" marR="91440" marT="45720" marB="45720" anchor="ctr">
                    <a:lnR w="9525">
                      <a:solidFill>
                        <a:srgbClr val="BCCAD2"/>
                      </a:solidFill>
                      <a:prstDash val="solid"/>
                    </a:lnR>
                    <a:lnB w="9525">
                      <a:solidFill>
                        <a:srgbClr val="BCCAD2"/>
                      </a:solidFill>
                      <a:prstDash val="solid"/>
                    </a:lnB>
                    <a:solidFill>
                      <a:srgbClr val="FFFFFF"/>
                    </a:solidFill>
                  </a:tcPr>
                </a:tc>
              </a:tr>
            </a:tbl>
          </a:graphicData>
        </a:graphic>
      </p:graphicFrame>
      <p:sp>
        <p:nvSpPr>
          <p:cNvPr id="4" name="text-2">
            <a:extLst xmlns:a="http://schemas.openxmlformats.org/drawingml/2006/main">
              <a:ext uri="{FF2B5EF4-FFF2-40B4-BE49-F238E27FC236}">
                <a16:creationId xmlns:a16="http://schemas.microsoft.com/office/drawing/2014/main" id="{ED19BC8B-FDA1-4C88-8D84-8D86E425E325}"/>
              </a:ext>
            </a:extLst>
          </p:cNvPr>
          <p:cNvSpPr>
            <a:spLocks xmlns:a="http://schemas.openxmlformats.org/drawingml/2006/main" noGrp="1"/>
          </p:cNvSpPr>
          <p:nvPr/>
        </p:nvSpPr>
        <p:spPr>
          <a:xfrm xmlns:a="http://schemas.openxmlformats.org/drawingml/2006/main">
            <a:off x="609600" y="5953125"/>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86872"/>
                </a:solidFill>
                <a:latin typeface="IPAexGothic"/>
                <a:ea typeface="IPAexGothic"/>
                <a:cs typeface="IPAexGothic"/>
              </a:defRPr>
            </a:defPPr>
            <a:lvl1pPr algn="l">
              <a:buNone/>
              <a:defRPr sz="1575" b="0">
                <a:solidFill>
                  <a:srgbClr val="586872"/>
                </a:solidFill>
                <a:latin typeface="IPAexGothic"/>
                <a:ea typeface="IPAexGothic"/>
                <a:cs typeface="IPAexGothic"/>
              </a:defRPr>
            </a:lvl1pPr>
            <a:lvl2pPr algn="l">
              <a:buNone/>
              <a:defRPr sz="1575" b="0">
                <a:solidFill>
                  <a:srgbClr val="586872"/>
                </a:solidFill>
                <a:latin typeface="IPAexGothic"/>
                <a:ea typeface="IPAexGothic"/>
                <a:cs typeface="IPAexGothic"/>
              </a:defRPr>
            </a:lvl2pPr>
            <a:lvl3pPr algn="l">
              <a:buNone/>
              <a:defRPr sz="1575" b="0">
                <a:solidFill>
                  <a:srgbClr val="586872"/>
                </a:solidFill>
                <a:latin typeface="IPAexGothic"/>
                <a:ea typeface="IPAexGothic"/>
                <a:cs typeface="IPAexGothic"/>
              </a:defRPr>
            </a:lvl3pPr>
            <a:lvl4pPr algn="l">
              <a:buNone/>
              <a:defRPr sz="1575" b="0">
                <a:solidFill>
                  <a:srgbClr val="586872"/>
                </a:solidFill>
                <a:latin typeface="IPAexGothic"/>
                <a:ea typeface="IPAexGothic"/>
                <a:cs typeface="IPAexGothic"/>
              </a:defRPr>
            </a:lvl4pPr>
            <a:lvl5pPr algn="l">
              <a:buNone/>
              <a:defRPr sz="1575" b="0">
                <a:solidFill>
                  <a:srgbClr val="586872"/>
                </a:solidFill>
                <a:latin typeface="IPAexGothic"/>
                <a:ea typeface="IPAexGothic"/>
                <a:cs typeface="IPAexGothic"/>
              </a:defRPr>
            </a:lvl5pPr>
            <a:lvl6pPr algn="l">
              <a:buNone/>
              <a:defRPr sz="1575" b="0">
                <a:solidFill>
                  <a:srgbClr val="586872"/>
                </a:solidFill>
                <a:latin typeface="IPAexGothic"/>
                <a:ea typeface="IPAexGothic"/>
                <a:cs typeface="IPAexGothic"/>
              </a:defRPr>
            </a:lvl6pPr>
            <a:lvl7pPr algn="l">
              <a:buNone/>
              <a:defRPr sz="1575" b="0">
                <a:solidFill>
                  <a:srgbClr val="586872"/>
                </a:solidFill>
                <a:latin typeface="IPAexGothic"/>
                <a:ea typeface="IPAexGothic"/>
                <a:cs typeface="IPAexGothic"/>
              </a:defRPr>
            </a:lvl7pPr>
            <a:lvl8pPr algn="l">
              <a:buNone/>
              <a:defRPr sz="1575" b="0">
                <a:solidFill>
                  <a:srgbClr val="586872"/>
                </a:solidFill>
                <a:latin typeface="IPAexGothic"/>
                <a:ea typeface="IPAexGothic"/>
                <a:cs typeface="IPAexGothic"/>
              </a:defRPr>
            </a:lvl8pPr>
            <a:lvl9pPr algn="l">
              <a:buNone/>
              <a:defRPr sz="1575" b="0">
                <a:solidFill>
                  <a:srgbClr val="586872"/>
                </a:solidFill>
                <a:latin typeface="IPAexGothic"/>
                <a:ea typeface="IPAexGothic"/>
                <a:cs typeface="IPAexGothic"/>
              </a:defRPr>
            </a:lvl9pPr>
          </a:lstStyle>
          <a:p xmlns:a="http://schemas.openxmlformats.org/drawingml/2006/main">
            <a:pPr algn="l">
              <a:buNone/>
              <a:defRPr sz="1575" b="0">
                <a:solidFill>
                  <a:srgbClr val="586872"/>
                </a:solidFill>
                <a:latin typeface="IPAexGothic"/>
                <a:ea typeface="IPAexGothic"/>
                <a:cs typeface="IPAexGothic"/>
              </a:defRPr>
            </a:pPr>
            <a:r>
              <a:rPr sz="1575" b="0">
                <a:solidFill>
                  <a:srgbClr val="586872"/>
                </a:solidFill>
                <a:latin typeface="IPAexGothic"/>
                <a:ea typeface="IPAexGothic"/>
                <a:cs typeface="IPAexGothic"/>
              </a:rPr>
              <a:t>42ページ以降は、別条件の計算例、未採用案、先行特許、6項の技術事項と今後の検証</a:t>
            </a:r>
          </a:p>
        </p:txBody>
      </p:sp>
      <p:sp>
        <p:nvSpPr>
          <p:cNvPr id="5" name="page-number">
            <a:extLst xmlns:a="http://schemas.openxmlformats.org/drawingml/2006/main">
              <a:ext uri="{FF2B5EF4-FFF2-40B4-BE49-F238E27FC236}">
                <a16:creationId xmlns:a16="http://schemas.microsoft.com/office/drawing/2014/main" id="{149DC798-F15B-4058-AF20-C36A91E0C8D0}"/>
              </a:ext>
            </a:extLst>
          </p:cNvPr>
          <p:cNvSpPr>
            <a:spLocks xmlns:a="http://schemas.openxmlformats.org/drawingml/2006/main" noGrp="1"/>
          </p:cNvSpPr>
          <p:nvPr/>
        </p:nvSpPr>
        <p:spPr>
          <a:xfrm xmlns:a="http://schemas.openxmlformats.org/drawingml/2006/main">
            <a:off x="11239500" y="64484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872"/>
                </a:solidFill>
                <a:latin typeface="IPAexGothic"/>
                <a:ea typeface="IPAexGothic"/>
                <a:cs typeface="IPAexGothic"/>
              </a:defRPr>
            </a:defPPr>
            <a:lvl1pPr algn="r">
              <a:buNone/>
              <a:defRPr sz="1275" b="0">
                <a:solidFill>
                  <a:srgbClr val="586872"/>
                </a:solidFill>
                <a:latin typeface="IPAexGothic"/>
                <a:ea typeface="IPAexGothic"/>
                <a:cs typeface="IPAexGothic"/>
              </a:defRPr>
            </a:lvl1pPr>
            <a:lvl2pPr algn="r">
              <a:buNone/>
              <a:defRPr sz="1275" b="0">
                <a:solidFill>
                  <a:srgbClr val="586872"/>
                </a:solidFill>
                <a:latin typeface="IPAexGothic"/>
                <a:ea typeface="IPAexGothic"/>
                <a:cs typeface="IPAexGothic"/>
              </a:defRPr>
            </a:lvl2pPr>
            <a:lvl3pPr algn="r">
              <a:buNone/>
              <a:defRPr sz="1275" b="0">
                <a:solidFill>
                  <a:srgbClr val="586872"/>
                </a:solidFill>
                <a:latin typeface="IPAexGothic"/>
                <a:ea typeface="IPAexGothic"/>
                <a:cs typeface="IPAexGothic"/>
              </a:defRPr>
            </a:lvl3pPr>
            <a:lvl4pPr algn="r">
              <a:buNone/>
              <a:defRPr sz="1275" b="0">
                <a:solidFill>
                  <a:srgbClr val="586872"/>
                </a:solidFill>
                <a:latin typeface="IPAexGothic"/>
                <a:ea typeface="IPAexGothic"/>
                <a:cs typeface="IPAexGothic"/>
              </a:defRPr>
            </a:lvl4pPr>
            <a:lvl5pPr algn="r">
              <a:buNone/>
              <a:defRPr sz="1275" b="0">
                <a:solidFill>
                  <a:srgbClr val="586872"/>
                </a:solidFill>
                <a:latin typeface="IPAexGothic"/>
                <a:ea typeface="IPAexGothic"/>
                <a:cs typeface="IPAexGothic"/>
              </a:defRPr>
            </a:lvl5pPr>
            <a:lvl6pPr algn="r">
              <a:buNone/>
              <a:defRPr sz="1275" b="0">
                <a:solidFill>
                  <a:srgbClr val="586872"/>
                </a:solidFill>
                <a:latin typeface="IPAexGothic"/>
                <a:ea typeface="IPAexGothic"/>
                <a:cs typeface="IPAexGothic"/>
              </a:defRPr>
            </a:lvl6pPr>
            <a:lvl7pPr algn="r">
              <a:buNone/>
              <a:defRPr sz="1275" b="0">
                <a:solidFill>
                  <a:srgbClr val="586872"/>
                </a:solidFill>
                <a:latin typeface="IPAexGothic"/>
                <a:ea typeface="IPAexGothic"/>
                <a:cs typeface="IPAexGothic"/>
              </a:defRPr>
            </a:lvl7pPr>
            <a:lvl8pPr algn="r">
              <a:buNone/>
              <a:defRPr sz="1275" b="0">
                <a:solidFill>
                  <a:srgbClr val="586872"/>
                </a:solidFill>
                <a:latin typeface="IPAexGothic"/>
                <a:ea typeface="IPAexGothic"/>
                <a:cs typeface="IPAexGothic"/>
              </a:defRPr>
            </a:lvl8pPr>
            <a:lvl9pPr algn="r">
              <a:buNone/>
              <a:defRPr sz="1275" b="0">
                <a:solidFill>
                  <a:srgbClr val="586872"/>
                </a:solidFill>
                <a:latin typeface="IPAexGothic"/>
                <a:ea typeface="IPAexGothic"/>
                <a:cs typeface="IPAexGothic"/>
              </a:defRPr>
            </a:lvl9pPr>
          </a:lstStyle>
          <a:p xmlns:a="http://schemas.openxmlformats.org/drawingml/2006/main">
            <a:pPr algn="r">
              <a:buNone/>
              <a:defRPr sz="1275" b="0">
                <a:solidFill>
                  <a:srgbClr val="586872"/>
                </a:solidFill>
                <a:latin typeface="IPAexGothic"/>
                <a:ea typeface="IPAexGothic"/>
                <a:cs typeface="IPAexGothic"/>
              </a:defRPr>
            </a:pPr>
            <a:r>
              <a:rPr sz="1275" b="0">
                <a:solidFill>
                  <a:srgbClr val="586872"/>
                </a:solidFill>
                <a:latin typeface="IPAexGothic"/>
                <a:ea typeface="IPAexGothic"/>
                <a:cs typeface="IPAexGothic"/>
              </a:rPr>
              <a:t>09</a:t>
            </a:r>
          </a:p>
        </p:txBody>
      </p:sp>
    </p:spTree>
    <p:extLst>
      <p:ext uri="{BB962C8B-B14F-4D97-AF65-F5344CB8AC3E}">
        <p14:creationId xmlns:p14="http://schemas.microsoft.com/office/powerpoint/2010/main" val="188294793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headline">
            <a:extLst xmlns:a="http://schemas.openxmlformats.org/drawingml/2006/main">
              <a:ext uri="{FF2B5EF4-FFF2-40B4-BE49-F238E27FC236}">
                <a16:creationId xmlns:a16="http://schemas.microsoft.com/office/drawing/2014/main" id="{91D4B15C-C54D-42F3-B3FB-3FE077D26358}"/>
              </a:ext>
            </a:extLst>
          </p:cNvPr>
          <p:cNvSpPr>
            <a:spLocks xmlns:a="http://schemas.openxmlformats.org/drawingml/2006/main" noGrp="1"/>
          </p:cNvSpPr>
          <p:nvPr/>
        </p:nvSpPr>
        <p:spPr>
          <a:xfrm xmlns:a="http://schemas.openxmlformats.org/drawingml/2006/main">
            <a:off x="590550" y="333375"/>
            <a:ext cx="1095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2B3A"/>
                </a:solidFill>
                <a:latin typeface="IPAexGothic"/>
                <a:ea typeface="IPAexGothic"/>
                <a:cs typeface="IPAexGothic"/>
              </a:defRPr>
            </a:defPPr>
            <a:lvl1pPr algn="l">
              <a:buNone/>
              <a:defRPr sz="3300" b="1">
                <a:solidFill>
                  <a:srgbClr val="172B3A"/>
                </a:solidFill>
                <a:latin typeface="IPAexGothic"/>
                <a:ea typeface="IPAexGothic"/>
                <a:cs typeface="IPAexGothic"/>
              </a:defRPr>
            </a:lvl1pPr>
            <a:lvl2pPr algn="l">
              <a:buNone/>
              <a:defRPr sz="3300" b="1">
                <a:solidFill>
                  <a:srgbClr val="172B3A"/>
                </a:solidFill>
                <a:latin typeface="IPAexGothic"/>
                <a:ea typeface="IPAexGothic"/>
                <a:cs typeface="IPAexGothic"/>
              </a:defRPr>
            </a:lvl2pPr>
            <a:lvl3pPr algn="l">
              <a:buNone/>
              <a:defRPr sz="3300" b="1">
                <a:solidFill>
                  <a:srgbClr val="172B3A"/>
                </a:solidFill>
                <a:latin typeface="IPAexGothic"/>
                <a:ea typeface="IPAexGothic"/>
                <a:cs typeface="IPAexGothic"/>
              </a:defRPr>
            </a:lvl3pPr>
            <a:lvl4pPr algn="l">
              <a:buNone/>
              <a:defRPr sz="3300" b="1">
                <a:solidFill>
                  <a:srgbClr val="172B3A"/>
                </a:solidFill>
                <a:latin typeface="IPAexGothic"/>
                <a:ea typeface="IPAexGothic"/>
                <a:cs typeface="IPAexGothic"/>
              </a:defRPr>
            </a:lvl4pPr>
            <a:lvl5pPr algn="l">
              <a:buNone/>
              <a:defRPr sz="3300" b="1">
                <a:solidFill>
                  <a:srgbClr val="172B3A"/>
                </a:solidFill>
                <a:latin typeface="IPAexGothic"/>
                <a:ea typeface="IPAexGothic"/>
                <a:cs typeface="IPAexGothic"/>
              </a:defRPr>
            </a:lvl5pPr>
            <a:lvl6pPr algn="l">
              <a:buNone/>
              <a:defRPr sz="3300" b="1">
                <a:solidFill>
                  <a:srgbClr val="172B3A"/>
                </a:solidFill>
                <a:latin typeface="IPAexGothic"/>
                <a:ea typeface="IPAexGothic"/>
                <a:cs typeface="IPAexGothic"/>
              </a:defRPr>
            </a:lvl6pPr>
            <a:lvl7pPr algn="l">
              <a:buNone/>
              <a:defRPr sz="3300" b="1">
                <a:solidFill>
                  <a:srgbClr val="172B3A"/>
                </a:solidFill>
                <a:latin typeface="IPAexGothic"/>
                <a:ea typeface="IPAexGothic"/>
                <a:cs typeface="IPAexGothic"/>
              </a:defRPr>
            </a:lvl7pPr>
            <a:lvl8pPr algn="l">
              <a:buNone/>
              <a:defRPr sz="3300" b="1">
                <a:solidFill>
                  <a:srgbClr val="172B3A"/>
                </a:solidFill>
                <a:latin typeface="IPAexGothic"/>
                <a:ea typeface="IPAexGothic"/>
                <a:cs typeface="IPAexGothic"/>
              </a:defRPr>
            </a:lvl8pPr>
            <a:lvl9pPr algn="l">
              <a:buNone/>
              <a:defRPr sz="3300" b="1">
                <a:solidFill>
                  <a:srgbClr val="172B3A"/>
                </a:solidFill>
                <a:latin typeface="IPAexGothic"/>
                <a:ea typeface="IPAexGothic"/>
                <a:cs typeface="IPAexGothic"/>
              </a:defRPr>
            </a:lvl9pPr>
          </a:lstStyle>
          <a:p xmlns:a="http://schemas.openxmlformats.org/drawingml/2006/main">
            <a:pPr algn="l">
              <a:buNone/>
              <a:defRPr sz="3300" b="1">
                <a:solidFill>
                  <a:srgbClr val="172B3A"/>
                </a:solidFill>
                <a:latin typeface="IPAexGothic"/>
                <a:ea typeface="IPAexGothic"/>
                <a:cs typeface="IPAexGothic"/>
              </a:defRPr>
            </a:pPr>
            <a:r>
              <a:rPr sz="3300" b="1">
                <a:solidFill>
                  <a:srgbClr val="172B3A"/>
                </a:solidFill>
                <a:latin typeface="IPAexGothic"/>
                <a:ea typeface="IPAexGothic"/>
                <a:cs typeface="IPAexGothic"/>
              </a:rPr>
              <a:t>① データ収集と前処理</a:t>
            </a:r>
          </a:p>
        </p:txBody>
      </p:sp>
      <p:sp>
        <p:nvSpPr>
          <p:cNvPr id="2" name="summary">
            <a:extLst xmlns:a="http://schemas.openxmlformats.org/drawingml/2006/main">
              <a:ext uri="{FF2B5EF4-FFF2-40B4-BE49-F238E27FC236}">
                <a16:creationId xmlns:a16="http://schemas.microsoft.com/office/drawing/2014/main" id="{306F0179-6734-4B1F-AAD1-60D3D2EBF9BE}"/>
              </a:ext>
            </a:extLst>
          </p:cNvPr>
          <p:cNvSpPr>
            <a:spLocks xmlns:a="http://schemas.openxmlformats.org/drawingml/2006/main" noGrp="1"/>
          </p:cNvSpPr>
          <p:nvPr/>
        </p:nvSpPr>
        <p:spPr>
          <a:xfrm xmlns:a="http://schemas.openxmlformats.org/drawingml/2006/main">
            <a:off x="609600" y="1028700"/>
            <a:ext cx="10896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872"/>
                </a:solidFill>
                <a:latin typeface="IPAexGothic"/>
                <a:ea typeface="IPAexGothic"/>
                <a:cs typeface="IPAexGothic"/>
              </a:defRPr>
            </a:defPPr>
            <a:lvl1pPr algn="l">
              <a:buNone/>
              <a:defRPr sz="1800" b="0">
                <a:solidFill>
                  <a:srgbClr val="586872"/>
                </a:solidFill>
                <a:latin typeface="IPAexGothic"/>
                <a:ea typeface="IPAexGothic"/>
                <a:cs typeface="IPAexGothic"/>
              </a:defRPr>
            </a:lvl1pPr>
            <a:lvl2pPr algn="l">
              <a:buNone/>
              <a:defRPr sz="1800" b="0">
                <a:solidFill>
                  <a:srgbClr val="586872"/>
                </a:solidFill>
                <a:latin typeface="IPAexGothic"/>
                <a:ea typeface="IPAexGothic"/>
                <a:cs typeface="IPAexGothic"/>
              </a:defRPr>
            </a:lvl2pPr>
            <a:lvl3pPr algn="l">
              <a:buNone/>
              <a:defRPr sz="1800" b="0">
                <a:solidFill>
                  <a:srgbClr val="586872"/>
                </a:solidFill>
                <a:latin typeface="IPAexGothic"/>
                <a:ea typeface="IPAexGothic"/>
                <a:cs typeface="IPAexGothic"/>
              </a:defRPr>
            </a:lvl3pPr>
            <a:lvl4pPr algn="l">
              <a:buNone/>
              <a:defRPr sz="1800" b="0">
                <a:solidFill>
                  <a:srgbClr val="586872"/>
                </a:solidFill>
                <a:latin typeface="IPAexGothic"/>
                <a:ea typeface="IPAexGothic"/>
                <a:cs typeface="IPAexGothic"/>
              </a:defRPr>
            </a:lvl4pPr>
            <a:lvl5pPr algn="l">
              <a:buNone/>
              <a:defRPr sz="1800" b="0">
                <a:solidFill>
                  <a:srgbClr val="586872"/>
                </a:solidFill>
                <a:latin typeface="IPAexGothic"/>
                <a:ea typeface="IPAexGothic"/>
                <a:cs typeface="IPAexGothic"/>
              </a:defRPr>
            </a:lvl5pPr>
            <a:lvl6pPr algn="l">
              <a:buNone/>
              <a:defRPr sz="1800" b="0">
                <a:solidFill>
                  <a:srgbClr val="586872"/>
                </a:solidFill>
                <a:latin typeface="IPAexGothic"/>
                <a:ea typeface="IPAexGothic"/>
                <a:cs typeface="IPAexGothic"/>
              </a:defRPr>
            </a:lvl6pPr>
            <a:lvl7pPr algn="l">
              <a:buNone/>
              <a:defRPr sz="1800" b="0">
                <a:solidFill>
                  <a:srgbClr val="586872"/>
                </a:solidFill>
                <a:latin typeface="IPAexGothic"/>
                <a:ea typeface="IPAexGothic"/>
                <a:cs typeface="IPAexGothic"/>
              </a:defRPr>
            </a:lvl7pPr>
            <a:lvl8pPr algn="l">
              <a:buNone/>
              <a:defRPr sz="1800" b="0">
                <a:solidFill>
                  <a:srgbClr val="586872"/>
                </a:solidFill>
                <a:latin typeface="IPAexGothic"/>
                <a:ea typeface="IPAexGothic"/>
                <a:cs typeface="IPAexGothic"/>
              </a:defRPr>
            </a:lvl8pPr>
            <a:lvl9pPr algn="l">
              <a:buNone/>
              <a:defRPr sz="1800" b="0">
                <a:solidFill>
                  <a:srgbClr val="586872"/>
                </a:solidFill>
                <a:latin typeface="IPAexGothic"/>
                <a:ea typeface="IPAexGothic"/>
                <a:cs typeface="IPAexGothic"/>
              </a:defRPr>
            </a:lvl9pPr>
          </a:lstStyle>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本例は1秒ごとの振動・温度を取得し、幅30秒の窓に30点ずつ含めて処理します。</a:t>
            </a:r>
          </a:p>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まずW000＝0秒以上30秒未満の窓を使い、設備・運転条件・保存先も一緒に記録します。</a:t>
            </a:r>
          </a:p>
        </p:txBody>
      </p:sp>
      <p:graphicFrame>
        <p:nvGraphicFramePr>
          <p:cNvPr id="3" name="">
            <a:extLst xmlns:a="http://schemas.openxmlformats.org/drawingml/2006/main">
              <a:ext uri="{FF2B5EF4-FFF2-40B4-BE49-F238E27FC236}">
                <a16:creationId xmlns:a16="http://schemas.microsoft.com/office/drawing/2014/main" id="{7B75C050-9916-4A78-B213-96F89C474077}"/>
              </a:ext>
            </a:extLst>
          </p:cNvPr>
          <p:cNvGraphicFramePr/>
          <p:nvPr/>
        </p:nvGraphicFramePr>
        <p:xfrm>
          <a:off xmlns:a="http://schemas.openxmlformats.org/drawingml/2006/main" x="609600" y="1771650"/>
          <a:ext xmlns:a="http://schemas.openxmlformats.org/drawingml/2006/main" cx="10972800" cy="3200400"/>
        </p:xfrm>
        <a:graphic xmlns:a="http://schemas.openxmlformats.org/drawingml/2006/main">
          <a:graphicData uri="http://schemas.openxmlformats.org/drawingml/2006/table">
            <a:tbl>
              <a:tblPr firstRow="1" bandRow="0"/>
              <a:tblGrid>
                <a:gridCol w="2286000"/>
                <a:gridCol w="2286000"/>
                <a:gridCol w="2857500"/>
                <a:gridCol w="3543300"/>
              </a:tblGrid>
              <a:tr h="400050">
                <a:tc>
                  <a:txBody>
                    <a:bodyPr wrap="square" lIns="133350" tIns="76200" rIns="114300" bIns="76200"/>
                    <a:lstStyle/>
                    <a:p>
                      <a:r>
                        <a:rPr sz="1800" b="1">
                          <a:solidFill>
                            <a:srgbClr val="172B3A"/>
                          </a:solidFill>
                          <a:latin typeface="IPAexGothic"/>
                          <a:ea typeface="IPAexGothic"/>
                          <a:cs typeface="IPAexGothic"/>
                        </a:rPr>
                        <a:t>時刻（秒）</a:t>
                      </a:r>
                    </a:p>
                  </a:txBody>
                  <a:tcPr marL="91440" marR="91440" marT="45720" marB="45720" anchor="ctr">
                    <a:lnL w="9525">
                      <a:solidFill>
                        <a:srgbClr val="BCCAD2"/>
                      </a:solidFill>
                      <a:prstDash val="solid"/>
                    </a:lnL>
                    <a:lnR w="9525">
                      <a:solidFill>
                        <a:srgbClr val="BCCAD2"/>
                      </a:solidFill>
                      <a:prstDash val="solid"/>
                    </a:lnR>
                    <a:lnT w="9525">
                      <a:solidFill>
                        <a:srgbClr val="BCCAD2"/>
                      </a:solidFill>
                      <a:prstDash val="solid"/>
                    </a:lnT>
                    <a:lnB w="9525">
                      <a:solidFill>
                        <a:srgbClr val="BCCAD2"/>
                      </a:solidFill>
                      <a:prstDash val="solid"/>
                    </a:lnB>
                    <a:solidFill>
                      <a:srgbClr val="EAF1F5"/>
                    </a:solidFill>
                  </a:tcPr>
                </a:tc>
                <a:tc>
                  <a:txBody>
                    <a:bodyPr wrap="square" lIns="133350" tIns="76200" rIns="114300" bIns="76200"/>
                    <a:lstStyle/>
                    <a:p>
                      <a:r>
                        <a:rPr sz="1800" b="1">
                          <a:solidFill>
                            <a:srgbClr val="172B3A"/>
                          </a:solidFill>
                          <a:latin typeface="IPAexGothic"/>
                          <a:ea typeface="IPAexGothic"/>
                          <a:cs typeface="IPAexGothic"/>
                        </a:rPr>
                        <a:t>振動値</a:t>
                      </a:r>
                    </a:p>
                  </a:txBody>
                  <a:tcPr marL="91440" marR="91440" marT="45720" marB="45720" anchor="ctr">
                    <a:lnR w="9525">
                      <a:solidFill>
                        <a:srgbClr val="BCCAD2"/>
                      </a:solidFill>
                      <a:prstDash val="solid"/>
                    </a:lnR>
                    <a:lnT w="9525">
                      <a:solidFill>
                        <a:srgbClr val="BCCAD2"/>
                      </a:solidFill>
                      <a:prstDash val="solid"/>
                    </a:lnT>
                    <a:lnB w="9525">
                      <a:solidFill>
                        <a:srgbClr val="BCCAD2"/>
                      </a:solidFill>
                      <a:prstDash val="solid"/>
                    </a:lnB>
                    <a:solidFill>
                      <a:srgbClr val="EAF1F5"/>
                    </a:solidFill>
                  </a:tcPr>
                </a:tc>
                <a:tc>
                  <a:txBody>
                    <a:bodyPr wrap="square" lIns="133350" tIns="76200" rIns="114300" bIns="76200"/>
                    <a:lstStyle/>
                    <a:p>
                      <a:r>
                        <a:rPr sz="1800" b="1">
                          <a:solidFill>
                            <a:srgbClr val="172B3A"/>
                          </a:solidFill>
                          <a:latin typeface="IPAexGothic"/>
                          <a:ea typeface="IPAexGothic"/>
                          <a:cs typeface="IPAexGothic"/>
                        </a:rPr>
                        <a:t>温度（℃）</a:t>
                      </a:r>
                    </a:p>
                  </a:txBody>
                  <a:tcPr marL="91440" marR="91440" marT="45720" marB="45720" anchor="ctr">
                    <a:lnR w="9525">
                      <a:solidFill>
                        <a:srgbClr val="BCCAD2"/>
                      </a:solidFill>
                      <a:prstDash val="solid"/>
                    </a:lnR>
                    <a:lnT w="9525">
                      <a:solidFill>
                        <a:srgbClr val="BCCAD2"/>
                      </a:solidFill>
                      <a:prstDash val="solid"/>
                    </a:lnT>
                    <a:lnB w="9525">
                      <a:solidFill>
                        <a:srgbClr val="BCCAD2"/>
                      </a:solidFill>
                      <a:prstDash val="solid"/>
                    </a:lnB>
                    <a:solidFill>
                      <a:srgbClr val="EAF1F5"/>
                    </a:solidFill>
                  </a:tcPr>
                </a:tc>
                <a:tc>
                  <a:txBody>
                    <a:bodyPr wrap="square" lIns="133350" tIns="76200" rIns="114300" bIns="76200"/>
                    <a:lstStyle/>
                    <a:p>
                      <a:r>
                        <a:rPr sz="1800" b="1">
                          <a:solidFill>
                            <a:srgbClr val="172B3A"/>
                          </a:solidFill>
                          <a:latin typeface="IPAexGothic"/>
                          <a:ea typeface="IPAexGothic"/>
                          <a:cs typeface="IPAexGothic"/>
                        </a:rPr>
                        <a:t>運転条件</a:t>
                      </a:r>
                    </a:p>
                  </a:txBody>
                  <a:tcPr marL="91440" marR="91440" marT="45720" marB="45720" anchor="ctr">
                    <a:lnR w="9525">
                      <a:solidFill>
                        <a:srgbClr val="BCCAD2"/>
                      </a:solidFill>
                      <a:prstDash val="solid"/>
                    </a:lnR>
                    <a:lnT w="9525">
                      <a:solidFill>
                        <a:srgbClr val="BCCAD2"/>
                      </a:solidFill>
                      <a:prstDash val="solid"/>
                    </a:lnT>
                    <a:lnB w="9525">
                      <a:solidFill>
                        <a:srgbClr val="BCCAD2"/>
                      </a:solidFill>
                      <a:prstDash val="solid"/>
                    </a:lnB>
                    <a:solidFill>
                      <a:srgbClr val="EAF1F5"/>
                    </a:solidFill>
                  </a:tcPr>
                </a:tc>
              </a:tr>
              <a:tr h="400050">
                <a:tc>
                  <a:txBody>
                    <a:bodyPr wrap="square" lIns="133350" tIns="76200" rIns="114300" bIns="76200"/>
                    <a:lstStyle/>
                    <a:p>
                      <a:r>
                        <a:rPr sz="1800" b="0">
                          <a:solidFill>
                            <a:srgbClr val="172B3A"/>
                          </a:solidFill>
                          <a:latin typeface="IPAexGothic"/>
                          <a:ea typeface="IPAexGothic"/>
                          <a:cs typeface="IPAexGothic"/>
                        </a:rPr>
                        <a:t>0</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FFFFF"/>
                    </a:solidFill>
                  </a:tcPr>
                </a:tc>
                <a:tc>
                  <a:txBody>
                    <a:bodyPr wrap="square" lIns="133350" tIns="76200" rIns="114300" bIns="76200"/>
                    <a:lstStyle/>
                    <a:p>
                      <a:r>
                        <a:rPr sz="1800" b="0">
                          <a:solidFill>
                            <a:srgbClr val="172B3A"/>
                          </a:solidFill>
                          <a:latin typeface="IPAexGothic"/>
                          <a:ea typeface="IPAexGothic"/>
                          <a:cs typeface="IPAexGothic"/>
                        </a:rPr>
                        <a:t>1.0</a:t>
                      </a:r>
                    </a:p>
                  </a:txBody>
                  <a:tcPr marL="91440" marR="91440" marT="45720" marB="45720" anchor="ctr">
                    <a:lnR w="9525">
                      <a:solidFill>
                        <a:srgbClr val="BCCAD2"/>
                      </a:solidFill>
                      <a:prstDash val="solid"/>
                    </a:lnR>
                    <a:lnB w="9525">
                      <a:solidFill>
                        <a:srgbClr val="BCCAD2"/>
                      </a:solidFill>
                      <a:prstDash val="solid"/>
                    </a:lnB>
                    <a:solidFill>
                      <a:srgbClr val="FFFFFF"/>
                    </a:solidFill>
                  </a:tcPr>
                </a:tc>
                <a:tc>
                  <a:txBody>
                    <a:bodyPr wrap="square" lIns="133350" tIns="76200" rIns="114300" bIns="76200"/>
                    <a:lstStyle/>
                    <a:p>
                      <a:r>
                        <a:rPr sz="1800" b="0">
                          <a:solidFill>
                            <a:srgbClr val="172B3A"/>
                          </a:solidFill>
                          <a:latin typeface="IPAexGothic"/>
                          <a:ea typeface="IPAexGothic"/>
                          <a:cs typeface="IPAexGothic"/>
                        </a:rPr>
                        <a:t>50.0</a:t>
                      </a:r>
                    </a:p>
                  </a:txBody>
                  <a:tcPr marL="91440" marR="91440" marT="45720" marB="45720" anchor="ctr">
                    <a:lnR w="9525">
                      <a:solidFill>
                        <a:srgbClr val="BCCAD2"/>
                      </a:solidFill>
                      <a:prstDash val="solid"/>
                    </a:lnR>
                    <a:lnB w="9525">
                      <a:solidFill>
                        <a:srgbClr val="BCCAD2"/>
                      </a:solidFill>
                      <a:prstDash val="solid"/>
                    </a:lnB>
                    <a:solidFill>
                      <a:srgbClr val="FFFFFF"/>
                    </a:solidFill>
                  </a:tcPr>
                </a:tc>
                <a:tc>
                  <a:txBody>
                    <a:bodyPr wrap="square" lIns="133350" tIns="76200" rIns="114300" bIns="76200"/>
                    <a:lstStyle/>
                    <a:p>
                      <a:r>
                        <a:rPr sz="1800" b="0">
                          <a:solidFill>
                            <a:srgbClr val="172B3A"/>
                          </a:solidFill>
                          <a:latin typeface="IPAexGothic"/>
                          <a:ea typeface="IPAexGothic"/>
                          <a:cs typeface="IPAexGothic"/>
                        </a:rPr>
                        <a:t>標準負荷</a:t>
                      </a:r>
                    </a:p>
                  </a:txBody>
                  <a:tcPr marL="91440" marR="91440" marT="45720" marB="45720" anchor="ctr">
                    <a:lnR w="9525">
                      <a:solidFill>
                        <a:srgbClr val="BCCAD2"/>
                      </a:solidFill>
                      <a:prstDash val="solid"/>
                    </a:lnR>
                    <a:lnB w="9525">
                      <a:solidFill>
                        <a:srgbClr val="BCCAD2"/>
                      </a:solidFill>
                      <a:prstDash val="solid"/>
                    </a:lnB>
                    <a:solidFill>
                      <a:srgbClr val="FFFFFF"/>
                    </a:solidFill>
                  </a:tcPr>
                </a:tc>
              </a:tr>
              <a:tr h="400050">
                <a:tc>
                  <a:txBody>
                    <a:bodyPr wrap="square" lIns="133350" tIns="76200" rIns="114300" bIns="76200"/>
                    <a:lstStyle/>
                    <a:p>
                      <a:r>
                        <a:rPr sz="1800" b="0">
                          <a:solidFill>
                            <a:srgbClr val="172B3A"/>
                          </a:solidFill>
                          <a:latin typeface="IPAexGothic"/>
                          <a:ea typeface="IPAexGothic"/>
                          <a:cs typeface="IPAexGothic"/>
                        </a:rPr>
                        <a:t>4</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8FAFB"/>
                    </a:solidFill>
                  </a:tcPr>
                </a:tc>
                <a:tc>
                  <a:txBody>
                    <a:bodyPr wrap="square" lIns="133350" tIns="76200" rIns="114300" bIns="76200"/>
                    <a:lstStyle/>
                    <a:p>
                      <a:r>
                        <a:rPr sz="1800" b="0">
                          <a:solidFill>
                            <a:srgbClr val="172B3A"/>
                          </a:solidFill>
                          <a:latin typeface="IPAexGothic"/>
                          <a:ea typeface="IPAexGothic"/>
                          <a:cs typeface="IPAexGothic"/>
                        </a:rPr>
                        <a:t>1.2</a:t>
                      </a:r>
                    </a:p>
                  </a:txBody>
                  <a:tcPr marL="91440" marR="91440" marT="45720" marB="45720" anchor="ctr">
                    <a:lnR w="9525">
                      <a:solidFill>
                        <a:srgbClr val="BCCAD2"/>
                      </a:solidFill>
                      <a:prstDash val="solid"/>
                    </a:lnR>
                    <a:lnB w="9525">
                      <a:solidFill>
                        <a:srgbClr val="BCCAD2"/>
                      </a:solidFill>
                      <a:prstDash val="solid"/>
                    </a:lnB>
                    <a:solidFill>
                      <a:srgbClr val="F8FAFB"/>
                    </a:solidFill>
                  </a:tcPr>
                </a:tc>
                <a:tc>
                  <a:txBody>
                    <a:bodyPr wrap="square" lIns="133350" tIns="76200" rIns="114300" bIns="76200"/>
                    <a:lstStyle/>
                    <a:p>
                      <a:r>
                        <a:rPr sz="1800" b="0">
                          <a:solidFill>
                            <a:srgbClr val="172B3A"/>
                          </a:solidFill>
                          <a:latin typeface="IPAexGothic"/>
                          <a:ea typeface="IPAexGothic"/>
                          <a:cs typeface="IPAexGothic"/>
                        </a:rPr>
                        <a:t>50.0</a:t>
                      </a:r>
                    </a:p>
                  </a:txBody>
                  <a:tcPr marL="91440" marR="91440" marT="45720" marB="45720" anchor="ctr">
                    <a:lnR w="9525">
                      <a:solidFill>
                        <a:srgbClr val="BCCAD2"/>
                      </a:solidFill>
                      <a:prstDash val="solid"/>
                    </a:lnR>
                    <a:lnB w="9525">
                      <a:solidFill>
                        <a:srgbClr val="BCCAD2"/>
                      </a:solidFill>
                      <a:prstDash val="solid"/>
                    </a:lnB>
                    <a:solidFill>
                      <a:srgbClr val="F8FAFB"/>
                    </a:solidFill>
                  </a:tcPr>
                </a:tc>
                <a:tc>
                  <a:txBody>
                    <a:bodyPr wrap="square" lIns="133350" tIns="76200" rIns="114300" bIns="76200"/>
                    <a:lstStyle/>
                    <a:p>
                      <a:r>
                        <a:rPr sz="1800" b="0">
                          <a:solidFill>
                            <a:srgbClr val="172B3A"/>
                          </a:solidFill>
                          <a:latin typeface="IPAexGothic"/>
                          <a:ea typeface="IPAexGothic"/>
                          <a:cs typeface="IPAexGothic"/>
                        </a:rPr>
                        <a:t>標準負荷</a:t>
                      </a:r>
                    </a:p>
                  </a:txBody>
                  <a:tcPr marL="91440" marR="91440" marT="45720" marB="45720" anchor="ctr">
                    <a:lnR w="9525">
                      <a:solidFill>
                        <a:srgbClr val="BCCAD2"/>
                      </a:solidFill>
                      <a:prstDash val="solid"/>
                    </a:lnR>
                    <a:lnB w="9525">
                      <a:solidFill>
                        <a:srgbClr val="BCCAD2"/>
                      </a:solidFill>
                      <a:prstDash val="solid"/>
                    </a:lnB>
                    <a:solidFill>
                      <a:srgbClr val="F8FAFB"/>
                    </a:solidFill>
                  </a:tcPr>
                </a:tc>
              </a:tr>
              <a:tr h="400050">
                <a:tc>
                  <a:txBody>
                    <a:bodyPr wrap="square" lIns="133350" tIns="76200" rIns="114300" bIns="76200"/>
                    <a:lstStyle/>
                    <a:p>
                      <a:r>
                        <a:rPr sz="1800" b="0">
                          <a:solidFill>
                            <a:srgbClr val="172B3A"/>
                          </a:solidFill>
                          <a:latin typeface="IPAexGothic"/>
                          <a:ea typeface="IPAexGothic"/>
                          <a:cs typeface="IPAexGothic"/>
                        </a:rPr>
                        <a:t>5</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FFFFF"/>
                    </a:solidFill>
                  </a:tcPr>
                </a:tc>
                <a:tc>
                  <a:txBody>
                    <a:bodyPr wrap="square" lIns="133350" tIns="76200" rIns="114300" bIns="76200"/>
                    <a:lstStyle/>
                    <a:p>
                      <a:r>
                        <a:rPr sz="1800" b="0">
                          <a:solidFill>
                            <a:srgbClr val="172B3A"/>
                          </a:solidFill>
                          <a:latin typeface="IPAexGothic"/>
                          <a:ea typeface="IPAexGothic"/>
                          <a:cs typeface="IPAexGothic"/>
                        </a:rPr>
                        <a:t>5.0</a:t>
                      </a:r>
                    </a:p>
                  </a:txBody>
                  <a:tcPr marL="91440" marR="91440" marT="45720" marB="45720" anchor="ctr">
                    <a:lnR w="9525">
                      <a:solidFill>
                        <a:srgbClr val="BCCAD2"/>
                      </a:solidFill>
                      <a:prstDash val="solid"/>
                    </a:lnR>
                    <a:lnB w="9525">
                      <a:solidFill>
                        <a:srgbClr val="BCCAD2"/>
                      </a:solidFill>
                      <a:prstDash val="solid"/>
                    </a:lnB>
                    <a:solidFill>
                      <a:srgbClr val="FFFFFF"/>
                    </a:solidFill>
                  </a:tcPr>
                </a:tc>
                <a:tc>
                  <a:txBody>
                    <a:bodyPr wrap="square" lIns="133350" tIns="76200" rIns="114300" bIns="76200"/>
                    <a:lstStyle/>
                    <a:p>
                      <a:r>
                        <a:rPr sz="1800" b="0">
                          <a:solidFill>
                            <a:srgbClr val="172B3A"/>
                          </a:solidFill>
                          <a:latin typeface="IPAexGothic"/>
                          <a:ea typeface="IPAexGothic"/>
                          <a:cs typeface="IPAexGothic"/>
                        </a:rPr>
                        <a:t>50.1</a:t>
                      </a:r>
                    </a:p>
                  </a:txBody>
                  <a:tcPr marL="91440" marR="91440" marT="45720" marB="45720" anchor="ctr">
                    <a:lnR w="9525">
                      <a:solidFill>
                        <a:srgbClr val="BCCAD2"/>
                      </a:solidFill>
                      <a:prstDash val="solid"/>
                    </a:lnR>
                    <a:lnB w="9525">
                      <a:solidFill>
                        <a:srgbClr val="BCCAD2"/>
                      </a:solidFill>
                      <a:prstDash val="solid"/>
                    </a:lnB>
                    <a:solidFill>
                      <a:srgbClr val="FFFFFF"/>
                    </a:solidFill>
                  </a:tcPr>
                </a:tc>
                <a:tc>
                  <a:txBody>
                    <a:bodyPr wrap="square" lIns="133350" tIns="76200" rIns="114300" bIns="76200"/>
                    <a:lstStyle/>
                    <a:p>
                      <a:r>
                        <a:rPr sz="1800" b="0">
                          <a:solidFill>
                            <a:srgbClr val="172B3A"/>
                          </a:solidFill>
                          <a:latin typeface="IPAexGothic"/>
                          <a:ea typeface="IPAexGothic"/>
                          <a:cs typeface="IPAexGothic"/>
                        </a:rPr>
                        <a:t>標準負荷</a:t>
                      </a:r>
                    </a:p>
                  </a:txBody>
                  <a:tcPr marL="91440" marR="91440" marT="45720" marB="45720" anchor="ctr">
                    <a:lnR w="9525">
                      <a:solidFill>
                        <a:srgbClr val="BCCAD2"/>
                      </a:solidFill>
                      <a:prstDash val="solid"/>
                    </a:lnR>
                    <a:lnB w="9525">
                      <a:solidFill>
                        <a:srgbClr val="BCCAD2"/>
                      </a:solidFill>
                      <a:prstDash val="solid"/>
                    </a:lnB>
                    <a:solidFill>
                      <a:srgbClr val="FFFFFF"/>
                    </a:solidFill>
                  </a:tcPr>
                </a:tc>
              </a:tr>
              <a:tr h="400050">
                <a:tc>
                  <a:txBody>
                    <a:bodyPr wrap="square" lIns="133350" tIns="76200" rIns="114300" bIns="76200"/>
                    <a:lstStyle/>
                    <a:p>
                      <a:r>
                        <a:rPr sz="1800" b="0">
                          <a:solidFill>
                            <a:srgbClr val="172B3A"/>
                          </a:solidFill>
                          <a:latin typeface="IPAexGothic"/>
                          <a:ea typeface="IPAexGothic"/>
                          <a:cs typeface="IPAexGothic"/>
                        </a:rPr>
                        <a:t>6</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8FAFB"/>
                    </a:solidFill>
                  </a:tcPr>
                </a:tc>
                <a:tc>
                  <a:txBody>
                    <a:bodyPr wrap="square" lIns="133350" tIns="76200" rIns="114300" bIns="76200"/>
                    <a:lstStyle/>
                    <a:p>
                      <a:r>
                        <a:rPr sz="1800" b="0">
                          <a:solidFill>
                            <a:srgbClr val="172B3A"/>
                          </a:solidFill>
                          <a:latin typeface="IPAexGothic"/>
                          <a:ea typeface="IPAexGothic"/>
                          <a:cs typeface="IPAexGothic"/>
                        </a:rPr>
                        <a:t>5.2</a:t>
                      </a:r>
                    </a:p>
                  </a:txBody>
                  <a:tcPr marL="91440" marR="91440" marT="45720" marB="45720" anchor="ctr">
                    <a:lnR w="9525">
                      <a:solidFill>
                        <a:srgbClr val="BCCAD2"/>
                      </a:solidFill>
                      <a:prstDash val="solid"/>
                    </a:lnR>
                    <a:lnB w="9525">
                      <a:solidFill>
                        <a:srgbClr val="BCCAD2"/>
                      </a:solidFill>
                      <a:prstDash val="solid"/>
                    </a:lnB>
                    <a:solidFill>
                      <a:srgbClr val="F8FAFB"/>
                    </a:solidFill>
                  </a:tcPr>
                </a:tc>
                <a:tc>
                  <a:txBody>
                    <a:bodyPr wrap="square" lIns="133350" tIns="76200" rIns="114300" bIns="76200"/>
                    <a:lstStyle/>
                    <a:p>
                      <a:r>
                        <a:rPr sz="1800" b="0">
                          <a:solidFill>
                            <a:srgbClr val="172B3A"/>
                          </a:solidFill>
                          <a:latin typeface="IPAexGothic"/>
                          <a:ea typeface="IPAexGothic"/>
                          <a:cs typeface="IPAexGothic"/>
                        </a:rPr>
                        <a:t>50.2</a:t>
                      </a:r>
                    </a:p>
                  </a:txBody>
                  <a:tcPr marL="91440" marR="91440" marT="45720" marB="45720" anchor="ctr">
                    <a:lnR w="9525">
                      <a:solidFill>
                        <a:srgbClr val="BCCAD2"/>
                      </a:solidFill>
                      <a:prstDash val="solid"/>
                    </a:lnR>
                    <a:lnB w="9525">
                      <a:solidFill>
                        <a:srgbClr val="BCCAD2"/>
                      </a:solidFill>
                      <a:prstDash val="solid"/>
                    </a:lnB>
                    <a:solidFill>
                      <a:srgbClr val="F8FAFB"/>
                    </a:solidFill>
                  </a:tcPr>
                </a:tc>
                <a:tc>
                  <a:txBody>
                    <a:bodyPr wrap="square" lIns="133350" tIns="76200" rIns="114300" bIns="76200"/>
                    <a:lstStyle/>
                    <a:p>
                      <a:r>
                        <a:rPr sz="1800" b="0">
                          <a:solidFill>
                            <a:srgbClr val="172B3A"/>
                          </a:solidFill>
                          <a:latin typeface="IPAexGothic"/>
                          <a:ea typeface="IPAexGothic"/>
                          <a:cs typeface="IPAexGothic"/>
                        </a:rPr>
                        <a:t>標準負荷</a:t>
                      </a:r>
                    </a:p>
                  </a:txBody>
                  <a:tcPr marL="91440" marR="91440" marT="45720" marB="45720" anchor="ctr">
                    <a:lnR w="9525">
                      <a:solidFill>
                        <a:srgbClr val="BCCAD2"/>
                      </a:solidFill>
                      <a:prstDash val="solid"/>
                    </a:lnR>
                    <a:lnB w="9525">
                      <a:solidFill>
                        <a:srgbClr val="BCCAD2"/>
                      </a:solidFill>
                      <a:prstDash val="solid"/>
                    </a:lnB>
                    <a:solidFill>
                      <a:srgbClr val="F8FAFB"/>
                    </a:solidFill>
                  </a:tcPr>
                </a:tc>
              </a:tr>
              <a:tr h="400050">
                <a:tc>
                  <a:txBody>
                    <a:bodyPr wrap="square" lIns="133350" tIns="76200" rIns="114300" bIns="76200"/>
                    <a:lstStyle/>
                    <a:p>
                      <a:r>
                        <a:rPr sz="1800" b="0">
                          <a:solidFill>
                            <a:srgbClr val="172B3A"/>
                          </a:solidFill>
                          <a:latin typeface="IPAexGothic"/>
                          <a:ea typeface="IPAexGothic"/>
                          <a:cs typeface="IPAexGothic"/>
                        </a:rPr>
                        <a:t>16</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FFFFF"/>
                    </a:solidFill>
                  </a:tcPr>
                </a:tc>
                <a:tc>
                  <a:txBody>
                    <a:bodyPr wrap="square" lIns="133350" tIns="76200" rIns="114300" bIns="76200"/>
                    <a:lstStyle/>
                    <a:p>
                      <a:r>
                        <a:rPr sz="1800" b="0">
                          <a:solidFill>
                            <a:srgbClr val="172B3A"/>
                          </a:solidFill>
                          <a:latin typeface="IPAexGothic"/>
                          <a:ea typeface="IPAexGothic"/>
                          <a:cs typeface="IPAexGothic"/>
                        </a:rPr>
                        <a:t>5.1</a:t>
                      </a:r>
                    </a:p>
                  </a:txBody>
                  <a:tcPr marL="91440" marR="91440" marT="45720" marB="45720" anchor="ctr">
                    <a:lnR w="9525">
                      <a:solidFill>
                        <a:srgbClr val="BCCAD2"/>
                      </a:solidFill>
                      <a:prstDash val="solid"/>
                    </a:lnR>
                    <a:lnB w="9525">
                      <a:solidFill>
                        <a:srgbClr val="BCCAD2"/>
                      </a:solidFill>
                      <a:prstDash val="solid"/>
                    </a:lnB>
                    <a:solidFill>
                      <a:srgbClr val="FFFFFF"/>
                    </a:solidFill>
                  </a:tcPr>
                </a:tc>
                <a:tc>
                  <a:txBody>
                    <a:bodyPr wrap="square" lIns="133350" tIns="76200" rIns="114300" bIns="76200"/>
                    <a:lstStyle/>
                    <a:p>
                      <a:r>
                        <a:rPr sz="1800" b="0">
                          <a:solidFill>
                            <a:srgbClr val="172B3A"/>
                          </a:solidFill>
                          <a:latin typeface="IPAexGothic"/>
                          <a:ea typeface="IPAexGothic"/>
                          <a:cs typeface="IPAexGothic"/>
                        </a:rPr>
                        <a:t>50.3</a:t>
                      </a:r>
                    </a:p>
                  </a:txBody>
                  <a:tcPr marL="91440" marR="91440" marT="45720" marB="45720" anchor="ctr">
                    <a:lnR w="9525">
                      <a:solidFill>
                        <a:srgbClr val="BCCAD2"/>
                      </a:solidFill>
                      <a:prstDash val="solid"/>
                    </a:lnR>
                    <a:lnB w="9525">
                      <a:solidFill>
                        <a:srgbClr val="BCCAD2"/>
                      </a:solidFill>
                      <a:prstDash val="solid"/>
                    </a:lnB>
                    <a:solidFill>
                      <a:srgbClr val="FFFFFF"/>
                    </a:solidFill>
                  </a:tcPr>
                </a:tc>
                <a:tc>
                  <a:txBody>
                    <a:bodyPr wrap="square" lIns="133350" tIns="76200" rIns="114300" bIns="76200"/>
                    <a:lstStyle/>
                    <a:p>
                      <a:r>
                        <a:rPr sz="1800" b="0">
                          <a:solidFill>
                            <a:srgbClr val="172B3A"/>
                          </a:solidFill>
                          <a:latin typeface="IPAexGothic"/>
                          <a:ea typeface="IPAexGothic"/>
                          <a:cs typeface="IPAexGothic"/>
                        </a:rPr>
                        <a:t>標準負荷</a:t>
                      </a:r>
                    </a:p>
                  </a:txBody>
                  <a:tcPr marL="91440" marR="91440" marT="45720" marB="45720" anchor="ctr">
                    <a:lnR w="9525">
                      <a:solidFill>
                        <a:srgbClr val="BCCAD2"/>
                      </a:solidFill>
                      <a:prstDash val="solid"/>
                    </a:lnR>
                    <a:lnB w="9525">
                      <a:solidFill>
                        <a:srgbClr val="BCCAD2"/>
                      </a:solidFill>
                      <a:prstDash val="solid"/>
                    </a:lnB>
                    <a:solidFill>
                      <a:srgbClr val="FFFFFF"/>
                    </a:solidFill>
                  </a:tcPr>
                </a:tc>
              </a:tr>
              <a:tr h="400050">
                <a:tc>
                  <a:txBody>
                    <a:bodyPr wrap="square" lIns="133350" tIns="76200" rIns="114300" bIns="76200"/>
                    <a:lstStyle/>
                    <a:p>
                      <a:r>
                        <a:rPr sz="1800" b="0">
                          <a:solidFill>
                            <a:srgbClr val="172B3A"/>
                          </a:solidFill>
                          <a:latin typeface="IPAexGothic"/>
                          <a:ea typeface="IPAexGothic"/>
                          <a:cs typeface="IPAexGothic"/>
                        </a:rPr>
                        <a:t>17</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8FAFB"/>
                    </a:solidFill>
                  </a:tcPr>
                </a:tc>
                <a:tc>
                  <a:txBody>
                    <a:bodyPr wrap="square" lIns="133350" tIns="76200" rIns="114300" bIns="76200"/>
                    <a:lstStyle/>
                    <a:p>
                      <a:r>
                        <a:rPr sz="1800" b="0">
                          <a:solidFill>
                            <a:srgbClr val="172B3A"/>
                          </a:solidFill>
                          <a:latin typeface="IPAexGothic"/>
                          <a:ea typeface="IPAexGothic"/>
                          <a:cs typeface="IPAexGothic"/>
                        </a:rPr>
                        <a:t>5.1</a:t>
                      </a:r>
                    </a:p>
                  </a:txBody>
                  <a:tcPr marL="91440" marR="91440" marT="45720" marB="45720" anchor="ctr">
                    <a:lnR w="9525">
                      <a:solidFill>
                        <a:srgbClr val="BCCAD2"/>
                      </a:solidFill>
                      <a:prstDash val="solid"/>
                    </a:lnR>
                    <a:lnB w="9525">
                      <a:solidFill>
                        <a:srgbClr val="BCCAD2"/>
                      </a:solidFill>
                      <a:prstDash val="solid"/>
                    </a:lnB>
                    <a:solidFill>
                      <a:srgbClr val="F8FAFB"/>
                    </a:solidFill>
                  </a:tcPr>
                </a:tc>
                <a:tc>
                  <a:txBody>
                    <a:bodyPr wrap="square" lIns="133350" tIns="76200" rIns="114300" bIns="76200"/>
                    <a:lstStyle/>
                    <a:p>
                      <a:r>
                        <a:rPr sz="1800" b="0">
                          <a:solidFill>
                            <a:srgbClr val="172B3A"/>
                          </a:solidFill>
                          <a:latin typeface="IPAexGothic"/>
                          <a:ea typeface="IPAexGothic"/>
                          <a:cs typeface="IPAexGothic"/>
                        </a:rPr>
                        <a:t>58.0</a:t>
                      </a:r>
                    </a:p>
                  </a:txBody>
                  <a:tcPr marL="91440" marR="91440" marT="45720" marB="45720" anchor="ctr">
                    <a:lnR w="9525">
                      <a:solidFill>
                        <a:srgbClr val="BCCAD2"/>
                      </a:solidFill>
                      <a:prstDash val="solid"/>
                    </a:lnR>
                    <a:lnB w="9525">
                      <a:solidFill>
                        <a:srgbClr val="BCCAD2"/>
                      </a:solidFill>
                      <a:prstDash val="solid"/>
                    </a:lnB>
                    <a:solidFill>
                      <a:srgbClr val="F8FAFB"/>
                    </a:solidFill>
                  </a:tcPr>
                </a:tc>
                <a:tc>
                  <a:txBody>
                    <a:bodyPr wrap="square" lIns="133350" tIns="76200" rIns="114300" bIns="76200"/>
                    <a:lstStyle/>
                    <a:p>
                      <a:r>
                        <a:rPr sz="1800" b="0">
                          <a:solidFill>
                            <a:srgbClr val="172B3A"/>
                          </a:solidFill>
                          <a:latin typeface="IPAexGothic"/>
                          <a:ea typeface="IPAexGothic"/>
                          <a:cs typeface="IPAexGothic"/>
                        </a:rPr>
                        <a:t>標準負荷</a:t>
                      </a:r>
                    </a:p>
                  </a:txBody>
                  <a:tcPr marL="91440" marR="91440" marT="45720" marB="45720" anchor="ctr">
                    <a:lnR w="9525">
                      <a:solidFill>
                        <a:srgbClr val="BCCAD2"/>
                      </a:solidFill>
                      <a:prstDash val="solid"/>
                    </a:lnR>
                    <a:lnB w="9525">
                      <a:solidFill>
                        <a:srgbClr val="BCCAD2"/>
                      </a:solidFill>
                      <a:prstDash val="solid"/>
                    </a:lnB>
                    <a:solidFill>
                      <a:srgbClr val="F8FAFB"/>
                    </a:solidFill>
                  </a:tcPr>
                </a:tc>
              </a:tr>
              <a:tr h="400050">
                <a:tc>
                  <a:txBody>
                    <a:bodyPr wrap="square" lIns="133350" tIns="76200" rIns="114300" bIns="76200"/>
                    <a:lstStyle/>
                    <a:p>
                      <a:r>
                        <a:rPr sz="1800" b="0">
                          <a:solidFill>
                            <a:srgbClr val="172B3A"/>
                          </a:solidFill>
                          <a:latin typeface="IPAexGothic"/>
                          <a:ea typeface="IPAexGothic"/>
                          <a:cs typeface="IPAexGothic"/>
                        </a:rPr>
                        <a:t>18</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FFFFF"/>
                    </a:solidFill>
                  </a:tcPr>
                </a:tc>
                <a:tc>
                  <a:txBody>
                    <a:bodyPr wrap="square" lIns="133350" tIns="76200" rIns="114300" bIns="76200"/>
                    <a:lstStyle/>
                    <a:p>
                      <a:r>
                        <a:rPr sz="1800" b="0">
                          <a:solidFill>
                            <a:srgbClr val="172B3A"/>
                          </a:solidFill>
                          <a:latin typeface="IPAexGothic"/>
                          <a:ea typeface="IPAexGothic"/>
                          <a:cs typeface="IPAexGothic"/>
                        </a:rPr>
                        <a:t>5.0</a:t>
                      </a:r>
                    </a:p>
                  </a:txBody>
                  <a:tcPr marL="91440" marR="91440" marT="45720" marB="45720" anchor="ctr">
                    <a:lnR w="9525">
                      <a:solidFill>
                        <a:srgbClr val="BCCAD2"/>
                      </a:solidFill>
                      <a:prstDash val="solid"/>
                    </a:lnR>
                    <a:lnB w="9525">
                      <a:solidFill>
                        <a:srgbClr val="BCCAD2"/>
                      </a:solidFill>
                      <a:prstDash val="solid"/>
                    </a:lnB>
                    <a:solidFill>
                      <a:srgbClr val="FFFFFF"/>
                    </a:solidFill>
                  </a:tcPr>
                </a:tc>
                <a:tc>
                  <a:txBody>
                    <a:bodyPr wrap="square" lIns="133350" tIns="76200" rIns="114300" bIns="76200"/>
                    <a:lstStyle/>
                    <a:p>
                      <a:r>
                        <a:rPr sz="1800" b="0">
                          <a:solidFill>
                            <a:srgbClr val="172B3A"/>
                          </a:solidFill>
                          <a:latin typeface="IPAexGothic"/>
                          <a:ea typeface="IPAexGothic"/>
                          <a:cs typeface="IPAexGothic"/>
                        </a:rPr>
                        <a:t>58.2</a:t>
                      </a:r>
                    </a:p>
                  </a:txBody>
                  <a:tcPr marL="91440" marR="91440" marT="45720" marB="45720" anchor="ctr">
                    <a:lnR w="9525">
                      <a:solidFill>
                        <a:srgbClr val="BCCAD2"/>
                      </a:solidFill>
                      <a:prstDash val="solid"/>
                    </a:lnR>
                    <a:lnB w="9525">
                      <a:solidFill>
                        <a:srgbClr val="BCCAD2"/>
                      </a:solidFill>
                      <a:prstDash val="solid"/>
                    </a:lnB>
                    <a:solidFill>
                      <a:srgbClr val="FFFFFF"/>
                    </a:solidFill>
                  </a:tcPr>
                </a:tc>
                <a:tc>
                  <a:txBody>
                    <a:bodyPr wrap="square" lIns="133350" tIns="76200" rIns="114300" bIns="76200"/>
                    <a:lstStyle/>
                    <a:p>
                      <a:r>
                        <a:rPr sz="1800" b="0">
                          <a:solidFill>
                            <a:srgbClr val="172B3A"/>
                          </a:solidFill>
                          <a:latin typeface="IPAexGothic"/>
                          <a:ea typeface="IPAexGothic"/>
                          <a:cs typeface="IPAexGothic"/>
                        </a:rPr>
                        <a:t>標準負荷</a:t>
                      </a:r>
                    </a:p>
                  </a:txBody>
                  <a:tcPr marL="91440" marR="91440" marT="45720" marB="45720" anchor="ctr">
                    <a:lnR w="9525">
                      <a:solidFill>
                        <a:srgbClr val="BCCAD2"/>
                      </a:solidFill>
                      <a:prstDash val="solid"/>
                    </a:lnR>
                    <a:lnB w="9525">
                      <a:solidFill>
                        <a:srgbClr val="BCCAD2"/>
                      </a:solidFill>
                      <a:prstDash val="solid"/>
                    </a:lnB>
                    <a:solidFill>
                      <a:srgbClr val="FFFFFF"/>
                    </a:solidFill>
                  </a:tcPr>
                </a:tc>
              </a:tr>
            </a:tbl>
          </a:graphicData>
        </a:graphic>
      </p:graphicFrame>
      <p:sp>
        <p:nvSpPr>
          <p:cNvPr id="4" name="text-2">
            <a:extLst xmlns:a="http://schemas.openxmlformats.org/drawingml/2006/main">
              <a:ext uri="{FF2B5EF4-FFF2-40B4-BE49-F238E27FC236}">
                <a16:creationId xmlns:a16="http://schemas.microsoft.com/office/drawing/2014/main" id="{3F488439-F8E0-4A20-9193-D32272A96005}"/>
              </a:ext>
            </a:extLst>
          </p:cNvPr>
          <p:cNvSpPr>
            <a:spLocks xmlns:a="http://schemas.openxmlformats.org/drawingml/2006/main" noGrp="1"/>
          </p:cNvSpPr>
          <p:nvPr/>
        </p:nvSpPr>
        <p:spPr>
          <a:xfrm xmlns:a="http://schemas.openxmlformats.org/drawingml/2006/main">
            <a:off x="628650" y="5191125"/>
            <a:ext cx="108394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2B3A"/>
                </a:solidFill>
                <a:latin typeface="IPAexGothic"/>
                <a:ea typeface="IPAexGothic"/>
                <a:cs typeface="IPAexGothic"/>
              </a:defRPr>
            </a:defPPr>
            <a:lvl1pPr algn="l">
              <a:buNone/>
              <a:defRPr sz="1875" b="0">
                <a:solidFill>
                  <a:srgbClr val="172B3A"/>
                </a:solidFill>
                <a:latin typeface="IPAexGothic"/>
                <a:ea typeface="IPAexGothic"/>
                <a:cs typeface="IPAexGothic"/>
              </a:defRPr>
            </a:lvl1pPr>
            <a:lvl2pPr algn="l">
              <a:buNone/>
              <a:defRPr sz="1875" b="0">
                <a:solidFill>
                  <a:srgbClr val="172B3A"/>
                </a:solidFill>
                <a:latin typeface="IPAexGothic"/>
                <a:ea typeface="IPAexGothic"/>
                <a:cs typeface="IPAexGothic"/>
              </a:defRPr>
            </a:lvl2pPr>
            <a:lvl3pPr algn="l">
              <a:buNone/>
              <a:defRPr sz="1875" b="0">
                <a:solidFill>
                  <a:srgbClr val="172B3A"/>
                </a:solidFill>
                <a:latin typeface="IPAexGothic"/>
                <a:ea typeface="IPAexGothic"/>
                <a:cs typeface="IPAexGothic"/>
              </a:defRPr>
            </a:lvl3pPr>
            <a:lvl4pPr algn="l">
              <a:buNone/>
              <a:defRPr sz="1875" b="0">
                <a:solidFill>
                  <a:srgbClr val="172B3A"/>
                </a:solidFill>
                <a:latin typeface="IPAexGothic"/>
                <a:ea typeface="IPAexGothic"/>
                <a:cs typeface="IPAexGothic"/>
              </a:defRPr>
            </a:lvl4pPr>
            <a:lvl5pPr algn="l">
              <a:buNone/>
              <a:defRPr sz="1875" b="0">
                <a:solidFill>
                  <a:srgbClr val="172B3A"/>
                </a:solidFill>
                <a:latin typeface="IPAexGothic"/>
                <a:ea typeface="IPAexGothic"/>
                <a:cs typeface="IPAexGothic"/>
              </a:defRPr>
            </a:lvl5pPr>
            <a:lvl6pPr algn="l">
              <a:buNone/>
              <a:defRPr sz="1875" b="0">
                <a:solidFill>
                  <a:srgbClr val="172B3A"/>
                </a:solidFill>
                <a:latin typeface="IPAexGothic"/>
                <a:ea typeface="IPAexGothic"/>
                <a:cs typeface="IPAexGothic"/>
              </a:defRPr>
            </a:lvl6pPr>
            <a:lvl7pPr algn="l">
              <a:buNone/>
              <a:defRPr sz="1875" b="0">
                <a:solidFill>
                  <a:srgbClr val="172B3A"/>
                </a:solidFill>
                <a:latin typeface="IPAexGothic"/>
                <a:ea typeface="IPAexGothic"/>
                <a:cs typeface="IPAexGothic"/>
              </a:defRPr>
            </a:lvl7pPr>
            <a:lvl8pPr algn="l">
              <a:buNone/>
              <a:defRPr sz="1875" b="0">
                <a:solidFill>
                  <a:srgbClr val="172B3A"/>
                </a:solidFill>
                <a:latin typeface="IPAexGothic"/>
                <a:ea typeface="IPAexGothic"/>
                <a:cs typeface="IPAexGothic"/>
              </a:defRPr>
            </a:lvl8pPr>
            <a:lvl9pPr algn="l">
              <a:buNone/>
              <a:defRPr sz="1875" b="0">
                <a:solidFill>
                  <a:srgbClr val="172B3A"/>
                </a:solidFill>
                <a:latin typeface="IPAexGothic"/>
                <a:ea typeface="IPAexGothic"/>
                <a:cs typeface="IPAexGothic"/>
              </a:defRPr>
            </a:lvl9pPr>
          </a:lstStyle>
          <a:p xmlns:a="http://schemas.openxmlformats.org/drawingml/2006/main">
            <a:pPr algn="l">
              <a:buNone/>
              <a:defRPr sz="1875" b="0">
                <a:solidFill>
                  <a:srgbClr val="172B3A"/>
                </a:solidFill>
                <a:latin typeface="IPAexGothic"/>
                <a:ea typeface="IPAexGothic"/>
                <a:cs typeface="IPAexGothic"/>
              </a:defRPr>
            </a:pPr>
            <a:r>
              <a:rPr sz="1875" b="0">
                <a:solidFill>
                  <a:srgbClr val="172B3A"/>
                </a:solidFill>
                <a:latin typeface="IPAexGothic"/>
                <a:ea typeface="IPAexGothic"/>
                <a:cs typeface="IPAexGothic"/>
              </a:rPr>
              <a:t>時刻をそろえて欠測を記録し、窓の元データをR_W000.csvへ保存する。</a:t>
            </a:r>
          </a:p>
          <a:p xmlns:a="http://schemas.openxmlformats.org/drawingml/2006/main">
            <a:pPr algn="l">
              <a:buNone/>
              <a:defRPr sz="1875" b="0">
                <a:solidFill>
                  <a:srgbClr val="172B3A"/>
                </a:solidFill>
                <a:latin typeface="IPAexGothic"/>
                <a:ea typeface="IPAexGothic"/>
                <a:cs typeface="IPAexGothic"/>
              </a:defRPr>
            </a:pPr>
            <a:r>
              <a:rPr sz="1875" b="0">
                <a:solidFill>
                  <a:srgbClr val="172B3A"/>
                </a:solidFill>
                <a:latin typeface="IPAexGothic"/>
                <a:ea typeface="IPAexGothic"/>
                <a:cs typeface="IPAexGothic"/>
              </a:rPr>
              <a:t>尺度変換の平均・標準偏差は、蓄積後の学習期間だけから求める。</a:t>
            </a:r>
          </a:p>
        </p:txBody>
      </p:sp>
      <p:sp>
        <p:nvSpPr>
          <p:cNvPr id="5" name="text-3">
            <a:extLst xmlns:a="http://schemas.openxmlformats.org/drawingml/2006/main">
              <a:ext uri="{FF2B5EF4-FFF2-40B4-BE49-F238E27FC236}">
                <a16:creationId xmlns:a16="http://schemas.microsoft.com/office/drawing/2014/main" id="{04009331-9EF2-4557-B18C-ACEADCC9F365}"/>
              </a:ext>
            </a:extLst>
          </p:cNvPr>
          <p:cNvSpPr>
            <a:spLocks xmlns:a="http://schemas.openxmlformats.org/drawingml/2006/main" noGrp="1"/>
          </p:cNvSpPr>
          <p:nvPr/>
        </p:nvSpPr>
        <p:spPr>
          <a:xfrm xmlns:a="http://schemas.openxmlformats.org/drawingml/2006/main">
            <a:off x="609600" y="5953125"/>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86872"/>
                </a:solidFill>
                <a:latin typeface="IPAexGothic"/>
                <a:ea typeface="IPAexGothic"/>
                <a:cs typeface="IPAexGothic"/>
              </a:defRPr>
            </a:defPPr>
            <a:lvl1pPr algn="l">
              <a:buNone/>
              <a:defRPr sz="1575" b="0">
                <a:solidFill>
                  <a:srgbClr val="586872"/>
                </a:solidFill>
                <a:latin typeface="IPAexGothic"/>
                <a:ea typeface="IPAexGothic"/>
                <a:cs typeface="IPAexGothic"/>
              </a:defRPr>
            </a:lvl1pPr>
            <a:lvl2pPr algn="l">
              <a:buNone/>
              <a:defRPr sz="1575" b="0">
                <a:solidFill>
                  <a:srgbClr val="586872"/>
                </a:solidFill>
                <a:latin typeface="IPAexGothic"/>
                <a:ea typeface="IPAexGothic"/>
                <a:cs typeface="IPAexGothic"/>
              </a:defRPr>
            </a:lvl2pPr>
            <a:lvl3pPr algn="l">
              <a:buNone/>
              <a:defRPr sz="1575" b="0">
                <a:solidFill>
                  <a:srgbClr val="586872"/>
                </a:solidFill>
                <a:latin typeface="IPAexGothic"/>
                <a:ea typeface="IPAexGothic"/>
                <a:cs typeface="IPAexGothic"/>
              </a:defRPr>
            </a:lvl3pPr>
            <a:lvl4pPr algn="l">
              <a:buNone/>
              <a:defRPr sz="1575" b="0">
                <a:solidFill>
                  <a:srgbClr val="586872"/>
                </a:solidFill>
                <a:latin typeface="IPAexGothic"/>
                <a:ea typeface="IPAexGothic"/>
                <a:cs typeface="IPAexGothic"/>
              </a:defRPr>
            </a:lvl4pPr>
            <a:lvl5pPr algn="l">
              <a:buNone/>
              <a:defRPr sz="1575" b="0">
                <a:solidFill>
                  <a:srgbClr val="586872"/>
                </a:solidFill>
                <a:latin typeface="IPAexGothic"/>
                <a:ea typeface="IPAexGothic"/>
                <a:cs typeface="IPAexGothic"/>
              </a:defRPr>
            </a:lvl5pPr>
            <a:lvl6pPr algn="l">
              <a:buNone/>
              <a:defRPr sz="1575" b="0">
                <a:solidFill>
                  <a:srgbClr val="586872"/>
                </a:solidFill>
                <a:latin typeface="IPAexGothic"/>
                <a:ea typeface="IPAexGothic"/>
                <a:cs typeface="IPAexGothic"/>
              </a:defRPr>
            </a:lvl6pPr>
            <a:lvl7pPr algn="l">
              <a:buNone/>
              <a:defRPr sz="1575" b="0">
                <a:solidFill>
                  <a:srgbClr val="586872"/>
                </a:solidFill>
                <a:latin typeface="IPAexGothic"/>
                <a:ea typeface="IPAexGothic"/>
                <a:cs typeface="IPAexGothic"/>
              </a:defRPr>
            </a:lvl7pPr>
            <a:lvl8pPr algn="l">
              <a:buNone/>
              <a:defRPr sz="1575" b="0">
                <a:solidFill>
                  <a:srgbClr val="586872"/>
                </a:solidFill>
                <a:latin typeface="IPAexGothic"/>
                <a:ea typeface="IPAexGothic"/>
                <a:cs typeface="IPAexGothic"/>
              </a:defRPr>
            </a:lvl8pPr>
            <a:lvl9pPr algn="l">
              <a:buNone/>
              <a:defRPr sz="1575" b="0">
                <a:solidFill>
                  <a:srgbClr val="586872"/>
                </a:solidFill>
                <a:latin typeface="IPAexGothic"/>
                <a:ea typeface="IPAexGothic"/>
                <a:cs typeface="IPAexGothic"/>
              </a:defRPr>
            </a:lvl9pPr>
          </a:lstStyle>
          <a:p xmlns:a="http://schemas.openxmlformats.org/drawingml/2006/main">
            <a:pPr algn="l">
              <a:buNone/>
              <a:defRPr sz="1575" b="0">
                <a:solidFill>
                  <a:srgbClr val="586872"/>
                </a:solidFill>
                <a:latin typeface="IPAexGothic"/>
                <a:ea typeface="IPAexGothic"/>
                <a:cs typeface="IPAexGothic"/>
              </a:defRPr>
            </a:pPr>
            <a:r>
              <a:rPr sz="1575" b="0">
                <a:solidFill>
                  <a:srgbClr val="586872"/>
                </a:solidFill>
                <a:latin typeface="IPAexGothic"/>
                <a:ea typeface="IPAexGothic"/>
                <a:cs typeface="IPAexGothic"/>
              </a:rPr>
              <a:t>すべて架空値。表は抜粋で、窓内には0〜29秒の観測がある想定。欠測窓は削除不可とする</a:t>
            </a:r>
          </a:p>
        </p:txBody>
      </p:sp>
      <p:sp>
        <p:nvSpPr>
          <p:cNvPr id="6" name="page-number">
            <a:extLst xmlns:a="http://schemas.openxmlformats.org/drawingml/2006/main">
              <a:ext uri="{FF2B5EF4-FFF2-40B4-BE49-F238E27FC236}">
                <a16:creationId xmlns:a16="http://schemas.microsoft.com/office/drawing/2014/main" id="{EB7C28BC-6E06-4614-84B7-804775FF1E36}"/>
              </a:ext>
            </a:extLst>
          </p:cNvPr>
          <p:cNvSpPr>
            <a:spLocks xmlns:a="http://schemas.openxmlformats.org/drawingml/2006/main" noGrp="1"/>
          </p:cNvSpPr>
          <p:nvPr/>
        </p:nvSpPr>
        <p:spPr>
          <a:xfrm xmlns:a="http://schemas.openxmlformats.org/drawingml/2006/main">
            <a:off x="11239500" y="64484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872"/>
                </a:solidFill>
                <a:latin typeface="IPAexGothic"/>
                <a:ea typeface="IPAexGothic"/>
                <a:cs typeface="IPAexGothic"/>
              </a:defRPr>
            </a:defPPr>
            <a:lvl1pPr algn="r">
              <a:buNone/>
              <a:defRPr sz="1275" b="0">
                <a:solidFill>
                  <a:srgbClr val="586872"/>
                </a:solidFill>
                <a:latin typeface="IPAexGothic"/>
                <a:ea typeface="IPAexGothic"/>
                <a:cs typeface="IPAexGothic"/>
              </a:defRPr>
            </a:lvl1pPr>
            <a:lvl2pPr algn="r">
              <a:buNone/>
              <a:defRPr sz="1275" b="0">
                <a:solidFill>
                  <a:srgbClr val="586872"/>
                </a:solidFill>
                <a:latin typeface="IPAexGothic"/>
                <a:ea typeface="IPAexGothic"/>
                <a:cs typeface="IPAexGothic"/>
              </a:defRPr>
            </a:lvl2pPr>
            <a:lvl3pPr algn="r">
              <a:buNone/>
              <a:defRPr sz="1275" b="0">
                <a:solidFill>
                  <a:srgbClr val="586872"/>
                </a:solidFill>
                <a:latin typeface="IPAexGothic"/>
                <a:ea typeface="IPAexGothic"/>
                <a:cs typeface="IPAexGothic"/>
              </a:defRPr>
            </a:lvl3pPr>
            <a:lvl4pPr algn="r">
              <a:buNone/>
              <a:defRPr sz="1275" b="0">
                <a:solidFill>
                  <a:srgbClr val="586872"/>
                </a:solidFill>
                <a:latin typeface="IPAexGothic"/>
                <a:ea typeface="IPAexGothic"/>
                <a:cs typeface="IPAexGothic"/>
              </a:defRPr>
            </a:lvl4pPr>
            <a:lvl5pPr algn="r">
              <a:buNone/>
              <a:defRPr sz="1275" b="0">
                <a:solidFill>
                  <a:srgbClr val="586872"/>
                </a:solidFill>
                <a:latin typeface="IPAexGothic"/>
                <a:ea typeface="IPAexGothic"/>
                <a:cs typeface="IPAexGothic"/>
              </a:defRPr>
            </a:lvl5pPr>
            <a:lvl6pPr algn="r">
              <a:buNone/>
              <a:defRPr sz="1275" b="0">
                <a:solidFill>
                  <a:srgbClr val="586872"/>
                </a:solidFill>
                <a:latin typeface="IPAexGothic"/>
                <a:ea typeface="IPAexGothic"/>
                <a:cs typeface="IPAexGothic"/>
              </a:defRPr>
            </a:lvl6pPr>
            <a:lvl7pPr algn="r">
              <a:buNone/>
              <a:defRPr sz="1275" b="0">
                <a:solidFill>
                  <a:srgbClr val="586872"/>
                </a:solidFill>
                <a:latin typeface="IPAexGothic"/>
                <a:ea typeface="IPAexGothic"/>
                <a:cs typeface="IPAexGothic"/>
              </a:defRPr>
            </a:lvl7pPr>
            <a:lvl8pPr algn="r">
              <a:buNone/>
              <a:defRPr sz="1275" b="0">
                <a:solidFill>
                  <a:srgbClr val="586872"/>
                </a:solidFill>
                <a:latin typeface="IPAexGothic"/>
                <a:ea typeface="IPAexGothic"/>
                <a:cs typeface="IPAexGothic"/>
              </a:defRPr>
            </a:lvl8pPr>
            <a:lvl9pPr algn="r">
              <a:buNone/>
              <a:defRPr sz="1275" b="0">
                <a:solidFill>
                  <a:srgbClr val="586872"/>
                </a:solidFill>
                <a:latin typeface="IPAexGothic"/>
                <a:ea typeface="IPAexGothic"/>
                <a:cs typeface="IPAexGothic"/>
              </a:defRPr>
            </a:lvl9pPr>
          </a:lstStyle>
          <a:p xmlns:a="http://schemas.openxmlformats.org/drawingml/2006/main">
            <a:pPr algn="r">
              <a:buNone/>
              <a:defRPr sz="1275" b="0">
                <a:solidFill>
                  <a:srgbClr val="586872"/>
                </a:solidFill>
                <a:latin typeface="IPAexGothic"/>
                <a:ea typeface="IPAexGothic"/>
                <a:cs typeface="IPAexGothic"/>
              </a:defRPr>
            </a:pPr>
            <a:r>
              <a:rPr sz="1275" b="0">
                <a:solidFill>
                  <a:srgbClr val="586872"/>
                </a:solidFill>
                <a:latin typeface="IPAexGothic"/>
                <a:ea typeface="IPAexGothic"/>
                <a:cs typeface="IPAexGothic"/>
              </a:rPr>
              <a:t>10</a:t>
            </a:r>
          </a:p>
        </p:txBody>
      </p:sp>
    </p:spTree>
    <p:extLst>
      <p:ext uri="{BB962C8B-B14F-4D97-AF65-F5344CB8AC3E}">
        <p14:creationId xmlns:p14="http://schemas.microsoft.com/office/powerpoint/2010/main" val="13999442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headline">
            <a:extLst xmlns:a="http://schemas.openxmlformats.org/drawingml/2006/main">
              <a:ext uri="{FF2B5EF4-FFF2-40B4-BE49-F238E27FC236}">
                <a16:creationId xmlns:a16="http://schemas.microsoft.com/office/drawing/2014/main" id="{715C2BD1-ADE4-4C5E-9E3C-296B8E9826C8}"/>
              </a:ext>
            </a:extLst>
          </p:cNvPr>
          <p:cNvSpPr>
            <a:spLocks xmlns:a="http://schemas.openxmlformats.org/drawingml/2006/main" noGrp="1"/>
          </p:cNvSpPr>
          <p:nvPr/>
        </p:nvSpPr>
        <p:spPr>
          <a:xfrm xmlns:a="http://schemas.openxmlformats.org/drawingml/2006/main">
            <a:off x="590550" y="333375"/>
            <a:ext cx="1095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72B3A"/>
                </a:solidFill>
                <a:latin typeface="IPAexGothic"/>
                <a:ea typeface="IPAexGothic"/>
                <a:cs typeface="IPAexGothic"/>
              </a:defRPr>
            </a:defPPr>
            <a:lvl1pPr algn="l">
              <a:buNone/>
              <a:defRPr sz="3300" b="1">
                <a:solidFill>
                  <a:srgbClr val="172B3A"/>
                </a:solidFill>
                <a:latin typeface="IPAexGothic"/>
                <a:ea typeface="IPAexGothic"/>
                <a:cs typeface="IPAexGothic"/>
              </a:defRPr>
            </a:lvl1pPr>
            <a:lvl2pPr algn="l">
              <a:buNone/>
              <a:defRPr sz="3300" b="1">
                <a:solidFill>
                  <a:srgbClr val="172B3A"/>
                </a:solidFill>
                <a:latin typeface="IPAexGothic"/>
                <a:ea typeface="IPAexGothic"/>
                <a:cs typeface="IPAexGothic"/>
              </a:defRPr>
            </a:lvl2pPr>
            <a:lvl3pPr algn="l">
              <a:buNone/>
              <a:defRPr sz="3300" b="1">
                <a:solidFill>
                  <a:srgbClr val="172B3A"/>
                </a:solidFill>
                <a:latin typeface="IPAexGothic"/>
                <a:ea typeface="IPAexGothic"/>
                <a:cs typeface="IPAexGothic"/>
              </a:defRPr>
            </a:lvl3pPr>
            <a:lvl4pPr algn="l">
              <a:buNone/>
              <a:defRPr sz="3300" b="1">
                <a:solidFill>
                  <a:srgbClr val="172B3A"/>
                </a:solidFill>
                <a:latin typeface="IPAexGothic"/>
                <a:ea typeface="IPAexGothic"/>
                <a:cs typeface="IPAexGothic"/>
              </a:defRPr>
            </a:lvl4pPr>
            <a:lvl5pPr algn="l">
              <a:buNone/>
              <a:defRPr sz="3300" b="1">
                <a:solidFill>
                  <a:srgbClr val="172B3A"/>
                </a:solidFill>
                <a:latin typeface="IPAexGothic"/>
                <a:ea typeface="IPAexGothic"/>
                <a:cs typeface="IPAexGothic"/>
              </a:defRPr>
            </a:lvl5pPr>
            <a:lvl6pPr algn="l">
              <a:buNone/>
              <a:defRPr sz="3300" b="1">
                <a:solidFill>
                  <a:srgbClr val="172B3A"/>
                </a:solidFill>
                <a:latin typeface="IPAexGothic"/>
                <a:ea typeface="IPAexGothic"/>
                <a:cs typeface="IPAexGothic"/>
              </a:defRPr>
            </a:lvl6pPr>
            <a:lvl7pPr algn="l">
              <a:buNone/>
              <a:defRPr sz="3300" b="1">
                <a:solidFill>
                  <a:srgbClr val="172B3A"/>
                </a:solidFill>
                <a:latin typeface="IPAexGothic"/>
                <a:ea typeface="IPAexGothic"/>
                <a:cs typeface="IPAexGothic"/>
              </a:defRPr>
            </a:lvl7pPr>
            <a:lvl8pPr algn="l">
              <a:buNone/>
              <a:defRPr sz="3300" b="1">
                <a:solidFill>
                  <a:srgbClr val="172B3A"/>
                </a:solidFill>
                <a:latin typeface="IPAexGothic"/>
                <a:ea typeface="IPAexGothic"/>
                <a:cs typeface="IPAexGothic"/>
              </a:defRPr>
            </a:lvl8pPr>
            <a:lvl9pPr algn="l">
              <a:buNone/>
              <a:defRPr sz="3300" b="1">
                <a:solidFill>
                  <a:srgbClr val="172B3A"/>
                </a:solidFill>
                <a:latin typeface="IPAexGothic"/>
                <a:ea typeface="IPAexGothic"/>
                <a:cs typeface="IPAexGothic"/>
              </a:defRPr>
            </a:lvl9pPr>
          </a:lstStyle>
          <a:p xmlns:a="http://schemas.openxmlformats.org/drawingml/2006/main">
            <a:pPr algn="l">
              <a:buNone/>
              <a:defRPr sz="3300" b="1">
                <a:solidFill>
                  <a:srgbClr val="172B3A"/>
                </a:solidFill>
                <a:latin typeface="IPAexGothic"/>
                <a:ea typeface="IPAexGothic"/>
                <a:cs typeface="IPAexGothic"/>
              </a:defRPr>
            </a:pPr>
            <a:r>
              <a:rPr sz="3300" b="1">
                <a:solidFill>
                  <a:srgbClr val="172B3A"/>
                </a:solidFill>
                <a:latin typeface="IPAexGothic"/>
                <a:ea typeface="IPAexGothic"/>
                <a:cs typeface="IPAexGothic"/>
              </a:rPr>
              <a:t>① 本文で使う窓方式とほかの選択肢</a:t>
            </a:r>
          </a:p>
        </p:txBody>
      </p:sp>
      <p:sp>
        <p:nvSpPr>
          <p:cNvPr id="2" name="summary">
            <a:extLst xmlns:a="http://schemas.openxmlformats.org/drawingml/2006/main">
              <a:ext uri="{FF2B5EF4-FFF2-40B4-BE49-F238E27FC236}">
                <a16:creationId xmlns:a16="http://schemas.microsoft.com/office/drawing/2014/main" id="{E40FF88E-82CD-4301-BCE0-291ED080EEC2}"/>
              </a:ext>
            </a:extLst>
          </p:cNvPr>
          <p:cNvSpPr>
            <a:spLocks xmlns:a="http://schemas.openxmlformats.org/drawingml/2006/main" noGrp="1"/>
          </p:cNvSpPr>
          <p:nvPr/>
        </p:nvSpPr>
        <p:spPr>
          <a:xfrm xmlns:a="http://schemas.openxmlformats.org/drawingml/2006/main">
            <a:off x="609600" y="1028700"/>
            <a:ext cx="10896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86872"/>
                </a:solidFill>
                <a:latin typeface="IPAexGothic"/>
                <a:ea typeface="IPAexGothic"/>
                <a:cs typeface="IPAexGothic"/>
              </a:defRPr>
            </a:defPPr>
            <a:lvl1pPr algn="l">
              <a:buNone/>
              <a:defRPr sz="1800" b="0">
                <a:solidFill>
                  <a:srgbClr val="586872"/>
                </a:solidFill>
                <a:latin typeface="IPAexGothic"/>
                <a:ea typeface="IPAexGothic"/>
                <a:cs typeface="IPAexGothic"/>
              </a:defRPr>
            </a:lvl1pPr>
            <a:lvl2pPr algn="l">
              <a:buNone/>
              <a:defRPr sz="1800" b="0">
                <a:solidFill>
                  <a:srgbClr val="586872"/>
                </a:solidFill>
                <a:latin typeface="IPAexGothic"/>
                <a:ea typeface="IPAexGothic"/>
                <a:cs typeface="IPAexGothic"/>
              </a:defRPr>
            </a:lvl2pPr>
            <a:lvl3pPr algn="l">
              <a:buNone/>
              <a:defRPr sz="1800" b="0">
                <a:solidFill>
                  <a:srgbClr val="586872"/>
                </a:solidFill>
                <a:latin typeface="IPAexGothic"/>
                <a:ea typeface="IPAexGothic"/>
                <a:cs typeface="IPAexGothic"/>
              </a:defRPr>
            </a:lvl3pPr>
            <a:lvl4pPr algn="l">
              <a:buNone/>
              <a:defRPr sz="1800" b="0">
                <a:solidFill>
                  <a:srgbClr val="586872"/>
                </a:solidFill>
                <a:latin typeface="IPAexGothic"/>
                <a:ea typeface="IPAexGothic"/>
                <a:cs typeface="IPAexGothic"/>
              </a:defRPr>
            </a:lvl4pPr>
            <a:lvl5pPr algn="l">
              <a:buNone/>
              <a:defRPr sz="1800" b="0">
                <a:solidFill>
                  <a:srgbClr val="586872"/>
                </a:solidFill>
                <a:latin typeface="IPAexGothic"/>
                <a:ea typeface="IPAexGothic"/>
                <a:cs typeface="IPAexGothic"/>
              </a:defRPr>
            </a:lvl5pPr>
            <a:lvl6pPr algn="l">
              <a:buNone/>
              <a:defRPr sz="1800" b="0">
                <a:solidFill>
                  <a:srgbClr val="586872"/>
                </a:solidFill>
                <a:latin typeface="IPAexGothic"/>
                <a:ea typeface="IPAexGothic"/>
                <a:cs typeface="IPAexGothic"/>
              </a:defRPr>
            </a:lvl6pPr>
            <a:lvl7pPr algn="l">
              <a:buNone/>
              <a:defRPr sz="1800" b="0">
                <a:solidFill>
                  <a:srgbClr val="586872"/>
                </a:solidFill>
                <a:latin typeface="IPAexGothic"/>
                <a:ea typeface="IPAexGothic"/>
                <a:cs typeface="IPAexGothic"/>
              </a:defRPr>
            </a:lvl7pPr>
            <a:lvl8pPr algn="l">
              <a:buNone/>
              <a:defRPr sz="1800" b="0">
                <a:solidFill>
                  <a:srgbClr val="586872"/>
                </a:solidFill>
                <a:latin typeface="IPAexGothic"/>
                <a:ea typeface="IPAexGothic"/>
                <a:cs typeface="IPAexGothic"/>
              </a:defRPr>
            </a:lvl8pPr>
            <a:lvl9pPr algn="l">
              <a:buNone/>
              <a:defRPr sz="1800" b="0">
                <a:solidFill>
                  <a:srgbClr val="586872"/>
                </a:solidFill>
                <a:latin typeface="IPAexGothic"/>
                <a:ea typeface="IPAexGothic"/>
                <a:cs typeface="IPAexGothic"/>
              </a:defRPr>
            </a:lvl9pPr>
          </a:lstStyle>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以降の本文では固定幅30秒・移動幅2秒の窓を使います。30秒ごとに移動する意味ではありません。</a:t>
            </a:r>
          </a:p>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運転周期や事象起点などは代替案であり、本文の具体例には混在させません。</a:t>
            </a:r>
          </a:p>
        </p:txBody>
      </p:sp>
      <p:sp>
        <p:nvSpPr>
          <p:cNvPr id="3" name="text-2">
            <a:extLst xmlns:a="http://schemas.openxmlformats.org/drawingml/2006/main">
              <a:ext uri="{FF2B5EF4-FFF2-40B4-BE49-F238E27FC236}">
                <a16:creationId xmlns:a16="http://schemas.microsoft.com/office/drawing/2014/main" id="{B6DE1AB0-5A97-48AF-9C2E-25ECE29CAB70}"/>
              </a:ext>
            </a:extLst>
          </p:cNvPr>
          <p:cNvSpPr>
            <a:spLocks xmlns:a="http://schemas.openxmlformats.org/drawingml/2006/main" noGrp="1"/>
          </p:cNvSpPr>
          <p:nvPr/>
        </p:nvSpPr>
        <p:spPr>
          <a:xfrm xmlns:a="http://schemas.openxmlformats.org/drawingml/2006/main">
            <a:off x="11239500" y="644842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872"/>
                </a:solidFill>
                <a:latin typeface="IPAexGothic"/>
                <a:ea typeface="IPAexGothic"/>
                <a:cs typeface="IPAexGothic"/>
              </a:defRPr>
            </a:defPPr>
            <a:lvl1pPr algn="r">
              <a:buNone/>
              <a:defRPr sz="1275" b="0">
                <a:solidFill>
                  <a:srgbClr val="586872"/>
                </a:solidFill>
                <a:latin typeface="IPAexGothic"/>
                <a:ea typeface="IPAexGothic"/>
                <a:cs typeface="IPAexGothic"/>
              </a:defRPr>
            </a:lvl1pPr>
            <a:lvl2pPr algn="r">
              <a:buNone/>
              <a:defRPr sz="1275" b="0">
                <a:solidFill>
                  <a:srgbClr val="586872"/>
                </a:solidFill>
                <a:latin typeface="IPAexGothic"/>
                <a:ea typeface="IPAexGothic"/>
                <a:cs typeface="IPAexGothic"/>
              </a:defRPr>
            </a:lvl2pPr>
            <a:lvl3pPr algn="r">
              <a:buNone/>
              <a:defRPr sz="1275" b="0">
                <a:solidFill>
                  <a:srgbClr val="586872"/>
                </a:solidFill>
                <a:latin typeface="IPAexGothic"/>
                <a:ea typeface="IPAexGothic"/>
                <a:cs typeface="IPAexGothic"/>
              </a:defRPr>
            </a:lvl3pPr>
            <a:lvl4pPr algn="r">
              <a:buNone/>
              <a:defRPr sz="1275" b="0">
                <a:solidFill>
                  <a:srgbClr val="586872"/>
                </a:solidFill>
                <a:latin typeface="IPAexGothic"/>
                <a:ea typeface="IPAexGothic"/>
                <a:cs typeface="IPAexGothic"/>
              </a:defRPr>
            </a:lvl4pPr>
            <a:lvl5pPr algn="r">
              <a:buNone/>
              <a:defRPr sz="1275" b="0">
                <a:solidFill>
                  <a:srgbClr val="586872"/>
                </a:solidFill>
                <a:latin typeface="IPAexGothic"/>
                <a:ea typeface="IPAexGothic"/>
                <a:cs typeface="IPAexGothic"/>
              </a:defRPr>
            </a:lvl5pPr>
            <a:lvl6pPr algn="r">
              <a:buNone/>
              <a:defRPr sz="1275" b="0">
                <a:solidFill>
                  <a:srgbClr val="586872"/>
                </a:solidFill>
                <a:latin typeface="IPAexGothic"/>
                <a:ea typeface="IPAexGothic"/>
                <a:cs typeface="IPAexGothic"/>
              </a:defRPr>
            </a:lvl6pPr>
            <a:lvl7pPr algn="r">
              <a:buNone/>
              <a:defRPr sz="1275" b="0">
                <a:solidFill>
                  <a:srgbClr val="586872"/>
                </a:solidFill>
                <a:latin typeface="IPAexGothic"/>
                <a:ea typeface="IPAexGothic"/>
                <a:cs typeface="IPAexGothic"/>
              </a:defRPr>
            </a:lvl7pPr>
            <a:lvl8pPr algn="r">
              <a:buNone/>
              <a:defRPr sz="1275" b="0">
                <a:solidFill>
                  <a:srgbClr val="586872"/>
                </a:solidFill>
                <a:latin typeface="IPAexGothic"/>
                <a:ea typeface="IPAexGothic"/>
                <a:cs typeface="IPAexGothic"/>
              </a:defRPr>
            </a:lvl8pPr>
            <a:lvl9pPr algn="r">
              <a:buNone/>
              <a:defRPr sz="1275" b="0">
                <a:solidFill>
                  <a:srgbClr val="586872"/>
                </a:solidFill>
                <a:latin typeface="IPAexGothic"/>
                <a:ea typeface="IPAexGothic"/>
                <a:cs typeface="IPAexGothic"/>
              </a:defRPr>
            </a:lvl9pPr>
          </a:lstStyle>
          <a:p xmlns:a="http://schemas.openxmlformats.org/drawingml/2006/main">
            <a:pPr algn="r">
              <a:buNone/>
              <a:defRPr sz="1275" b="0">
                <a:solidFill>
                  <a:srgbClr val="586872"/>
                </a:solidFill>
                <a:latin typeface="IPAexGothic"/>
                <a:ea typeface="IPAexGothic"/>
                <a:cs typeface="IPAexGothic"/>
              </a:defRPr>
            </a:pPr>
            <a:r>
              <a:rPr sz="1275" b="0">
                <a:solidFill>
                  <a:srgbClr val="586872"/>
                </a:solidFill>
                <a:latin typeface="IPAexGothic"/>
                <a:ea typeface="IPAexGothic"/>
                <a:cs typeface="IPAexGothic"/>
              </a:rPr>
              <a:t>11</a:t>
            </a:r>
          </a:p>
        </p:txBody>
      </p:sp>
      <p:graphicFrame>
        <p:nvGraphicFramePr>
          <p:cNvPr id="8" name="">
            <a:extLst xmlns:a="http://schemas.openxmlformats.org/drawingml/2006/main">
              <a:ext uri="{FF2B5EF4-FFF2-40B4-BE49-F238E27FC236}">
                <a16:creationId xmlns:a16="http://schemas.microsoft.com/office/drawing/2014/main" id="{B170618F-0222-4B49-BDEA-F5318DB04740}"/>
              </a:ext>
            </a:extLst>
          </p:cNvPr>
          <p:cNvGraphicFramePr/>
          <p:nvPr/>
        </p:nvGraphicFramePr>
        <p:xfrm>
          <a:off xmlns:a="http://schemas.openxmlformats.org/drawingml/2006/main" x="609600" y="1762125"/>
          <a:ext xmlns:a="http://schemas.openxmlformats.org/drawingml/2006/main" cx="10972800" cy="3381375"/>
        </p:xfrm>
        <a:graphic xmlns:a="http://schemas.openxmlformats.org/drawingml/2006/main">
          <a:graphicData uri="http://schemas.openxmlformats.org/drawingml/2006/table">
            <a:tbl>
              <a:tblPr firstRow="1" bandRow="0"/>
              <a:tblGrid>
                <a:gridCol w="2619375"/>
                <a:gridCol w="4257675"/>
                <a:gridCol w="4095750"/>
              </a:tblGrid>
              <a:tr h="676275">
                <a:tc>
                  <a:txBody>
                    <a:bodyPr wrap="square" lIns="114300" tIns="66675" rIns="114300" bIns="66675"/>
                    <a:lstStyle/>
                    <a:p>
                      <a:r>
                        <a:rPr sz="1800" b="1">
                          <a:solidFill>
                            <a:srgbClr val="172B3A"/>
                          </a:solidFill>
                          <a:latin typeface="IPAexGothic"/>
                          <a:ea typeface="IPAexGothic"/>
                          <a:cs typeface="IPAexGothic"/>
                        </a:rPr>
                        <a:t>位置づけ</a:t>
                      </a:r>
                    </a:p>
                  </a:txBody>
                  <a:tcPr marL="91440" marR="91440" marT="45720" marB="45720" anchor="ctr">
                    <a:lnL w="9525">
                      <a:solidFill>
                        <a:srgbClr val="BCCAD2"/>
                      </a:solidFill>
                      <a:prstDash val="solid"/>
                    </a:lnL>
                    <a:lnR w="9525">
                      <a:solidFill>
                        <a:srgbClr val="BCCAD2"/>
                      </a:solidFill>
                      <a:prstDash val="solid"/>
                    </a:lnR>
                    <a:lnT w="9525">
                      <a:solidFill>
                        <a:srgbClr val="BCCAD2"/>
                      </a:solidFill>
                      <a:prstDash val="solid"/>
                    </a:lnT>
                    <a:lnB w="9525">
                      <a:solidFill>
                        <a:srgbClr val="BCCAD2"/>
                      </a:solidFill>
                      <a:prstDash val="solid"/>
                    </a:lnB>
                    <a:solidFill>
                      <a:srgbClr val="EAF1F5"/>
                    </a:solidFill>
                  </a:tcPr>
                </a:tc>
                <a:tc>
                  <a:txBody>
                    <a:bodyPr wrap="square" lIns="114300" tIns="66675" rIns="114300" bIns="66675"/>
                    <a:lstStyle/>
                    <a:p>
                      <a:r>
                        <a:rPr sz="1800" b="1">
                          <a:solidFill>
                            <a:srgbClr val="172B3A"/>
                          </a:solidFill>
                          <a:latin typeface="IPAexGothic"/>
                          <a:ea typeface="IPAexGothic"/>
                          <a:cs typeface="IPAexGothic"/>
                        </a:rPr>
                        <a:t>対象範囲の決め方</a:t>
                      </a:r>
                    </a:p>
                  </a:txBody>
                  <a:tcPr marL="91440" marR="91440" marT="45720" marB="45720" anchor="ctr">
                    <a:lnR w="9525">
                      <a:solidFill>
                        <a:srgbClr val="BCCAD2"/>
                      </a:solidFill>
                      <a:prstDash val="solid"/>
                    </a:lnR>
                    <a:lnT w="9525">
                      <a:solidFill>
                        <a:srgbClr val="BCCAD2"/>
                      </a:solidFill>
                      <a:prstDash val="solid"/>
                    </a:lnT>
                    <a:lnB w="9525">
                      <a:solidFill>
                        <a:srgbClr val="BCCAD2"/>
                      </a:solidFill>
                      <a:prstDash val="solid"/>
                    </a:lnB>
                    <a:solidFill>
                      <a:srgbClr val="EAF1F5"/>
                    </a:solidFill>
                  </a:tcPr>
                </a:tc>
                <a:tc>
                  <a:txBody>
                    <a:bodyPr wrap="square" lIns="114300" tIns="66675" rIns="114300" bIns="66675"/>
                    <a:lstStyle/>
                    <a:p>
                      <a:r>
                        <a:rPr sz="1800" b="1">
                          <a:solidFill>
                            <a:srgbClr val="172B3A"/>
                          </a:solidFill>
                          <a:latin typeface="IPAexGothic"/>
                          <a:ea typeface="IPAexGothic"/>
                          <a:cs typeface="IPAexGothic"/>
                        </a:rPr>
                        <a:t>数え方・設定すること</a:t>
                      </a:r>
                    </a:p>
                  </a:txBody>
                  <a:tcPr marL="91440" marR="91440" marT="45720" marB="45720" anchor="ctr">
                    <a:lnR w="9525">
                      <a:solidFill>
                        <a:srgbClr val="BCCAD2"/>
                      </a:solidFill>
                      <a:prstDash val="solid"/>
                    </a:lnR>
                    <a:lnT w="9525">
                      <a:solidFill>
                        <a:srgbClr val="BCCAD2"/>
                      </a:solidFill>
                      <a:prstDash val="solid"/>
                    </a:lnT>
                    <a:lnB w="9525">
                      <a:solidFill>
                        <a:srgbClr val="BCCAD2"/>
                      </a:solidFill>
                      <a:prstDash val="solid"/>
                    </a:lnB>
                    <a:solidFill>
                      <a:srgbClr val="EAF1F5"/>
                    </a:solidFill>
                  </a:tcPr>
                </a:tc>
              </a:tr>
              <a:tr h="676275">
                <a:tc>
                  <a:txBody>
                    <a:bodyPr wrap="square" lIns="114300" tIns="66675" rIns="114300" bIns="66675"/>
                    <a:lstStyle/>
                    <a:p>
                      <a:r>
                        <a:rPr sz="1800" b="0">
                          <a:solidFill>
                            <a:srgbClr val="172B3A"/>
                          </a:solidFill>
                          <a:latin typeface="IPAexGothic"/>
                          <a:ea typeface="IPAexGothic"/>
                          <a:cs typeface="IPAexGothic"/>
                        </a:rPr>
                        <a:t>本文の一例：固定窓</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FFFFF"/>
                    </a:solidFill>
                  </a:tcPr>
                </a:tc>
                <a:tc>
                  <a:txBody>
                    <a:bodyPr wrap="square" lIns="114300" tIns="66675" rIns="114300" bIns="66675"/>
                    <a:lstStyle/>
                    <a:p>
                      <a:r>
                        <a:rPr sz="1800" b="0">
                          <a:solidFill>
                            <a:srgbClr val="172B3A"/>
                          </a:solidFill>
                          <a:latin typeface="IPAexGothic"/>
                          <a:ea typeface="IPAexGothic"/>
                          <a:cs typeface="IPAexGothic"/>
                        </a:rPr>
                        <a:t>30秒窓を2秒移動。</a:t>
                      </a:r>
                    </a:p>
                    <a:p>
                      <a:r>
                        <a:rPr sz="1800" b="0">
                          <a:solidFill>
                            <a:srgbClr val="172B3A"/>
                          </a:solidFill>
                          <a:latin typeface="IPAexGothic"/>
                          <a:ea typeface="IPAexGothic"/>
                          <a:cs typeface="IPAexGothic"/>
                        </a:rPr>
                        <a:t>W000、W001…と番号を付ける。</a:t>
                      </a:r>
                    </a:p>
                  </a:txBody>
                  <a:tcPr marL="91440" marR="91440" marT="45720" marB="45720" anchor="ctr">
                    <a:lnR w="9525">
                      <a:solidFill>
                        <a:srgbClr val="BCCAD2"/>
                      </a:solidFill>
                      <a:prstDash val="solid"/>
                    </a:lnR>
                    <a:lnB w="9525">
                      <a:solidFill>
                        <a:srgbClr val="BCCAD2"/>
                      </a:solidFill>
                      <a:prstDash val="solid"/>
                    </a:lnB>
                    <a:solidFill>
                      <a:srgbClr val="FFFFFF"/>
                    </a:solidFill>
                  </a:tcPr>
                </a:tc>
                <a:tc>
                  <a:txBody>
                    <a:bodyPr wrap="square" lIns="114300" tIns="66675" rIns="114300" bIns="66675"/>
                    <a:lstStyle/>
                    <a:p>
                      <a:r>
                        <a:rPr sz="1800" b="0">
                          <a:solidFill>
                            <a:srgbClr val="172B3A"/>
                          </a:solidFill>
                          <a:latin typeface="IPAexGothic"/>
                          <a:ea typeface="IPAexGothic"/>
                          <a:cs typeface="IPAexGothic"/>
                        </a:rPr>
                        <a:t>同じパターンに連続対応する窓を</a:t>
                      </a:r>
                    </a:p>
                    <a:p>
                      <a:r>
                        <a:rPr sz="1800" b="0">
                          <a:solidFill>
                            <a:srgbClr val="172B3A"/>
                          </a:solidFill>
                          <a:latin typeface="IPAexGothic"/>
                          <a:ea typeface="IPAexGothic"/>
                          <a:cs typeface="IPAexGothic"/>
                        </a:rPr>
                        <a:t>一つの出現IDへまとめる。</a:t>
                      </a:r>
                    </a:p>
                  </a:txBody>
                  <a:tcPr marL="91440" marR="91440" marT="45720" marB="45720" anchor="ctr">
                    <a:lnR w="9525">
                      <a:solidFill>
                        <a:srgbClr val="BCCAD2"/>
                      </a:solidFill>
                      <a:prstDash val="solid"/>
                    </a:lnR>
                    <a:lnB w="9525">
                      <a:solidFill>
                        <a:srgbClr val="BCCAD2"/>
                      </a:solidFill>
                      <a:prstDash val="solid"/>
                    </a:lnB>
                    <a:solidFill>
                      <a:srgbClr val="FFFFFF"/>
                    </a:solidFill>
                  </a:tcPr>
                </a:tc>
              </a:tr>
              <a:tr h="676275">
                <a:tc>
                  <a:txBody>
                    <a:bodyPr wrap="square" lIns="114300" tIns="66675" rIns="114300" bIns="66675"/>
                    <a:lstStyle/>
                    <a:p>
                      <a:r>
                        <a:rPr sz="1800" b="0">
                          <a:solidFill>
                            <a:srgbClr val="172B3A"/>
                          </a:solidFill>
                          <a:latin typeface="IPAexGothic"/>
                          <a:ea typeface="IPAexGothic"/>
                          <a:cs typeface="IPAexGothic"/>
                        </a:rPr>
                        <a:t>別の例：運転周期</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8FAFB"/>
                    </a:solidFill>
                  </a:tcPr>
                </a:tc>
                <a:tc>
                  <a:txBody>
                    <a:bodyPr wrap="square" lIns="114300" tIns="66675" rIns="114300" bIns="66675"/>
                    <a:lstStyle/>
                    <a:p>
                      <a:r>
                        <a:rPr sz="1800" b="0">
                          <a:solidFill>
                            <a:srgbClr val="172B3A"/>
                          </a:solidFill>
                          <a:latin typeface="IPAexGothic"/>
                          <a:ea typeface="IPAexGothic"/>
                          <a:cs typeface="IPAexGothic"/>
                        </a:rPr>
                        <a:t>加工開始から終了までを</a:t>
                      </a:r>
                    </a:p>
                    <a:p>
                      <a:r>
                        <a:rPr sz="1800" b="0">
                          <a:solidFill>
                            <a:srgbClr val="172B3A"/>
                          </a:solidFill>
                          <a:latin typeface="IPAexGothic"/>
                          <a:ea typeface="IPAexGothic"/>
                          <a:cs typeface="IPAexGothic"/>
                        </a:rPr>
                        <a:t>一事例とする。</a:t>
                      </a:r>
                    </a:p>
                  </a:txBody>
                  <a:tcPr marL="91440" marR="91440" marT="45720" marB="45720" anchor="ctr">
                    <a:lnR w="9525">
                      <a:solidFill>
                        <a:srgbClr val="BCCAD2"/>
                      </a:solidFill>
                      <a:prstDash val="solid"/>
                    </a:lnR>
                    <a:lnB w="9525">
                      <a:solidFill>
                        <a:srgbClr val="BCCAD2"/>
                      </a:solidFill>
                      <a:prstDash val="solid"/>
                    </a:lnB>
                    <a:solidFill>
                      <a:srgbClr val="F8FAFB"/>
                    </a:solidFill>
                  </a:tcPr>
                </a:tc>
                <a:tc>
                  <a:txBody>
                    <a:bodyPr wrap="square" lIns="114300" tIns="66675" rIns="114300" bIns="66675"/>
                    <a:lstStyle/>
                    <a:p>
                      <a:r>
                        <a:rPr sz="1800" b="0">
                          <a:solidFill>
                            <a:srgbClr val="172B3A"/>
                          </a:solidFill>
                          <a:latin typeface="IPAexGothic"/>
                          <a:ea typeface="IPAexGothic"/>
                          <a:cs typeface="IPAexGothic"/>
                        </a:rPr>
                        <a:t>周期内の成立事象を数える。</a:t>
                      </a:r>
                    </a:p>
                  </a:txBody>
                  <a:tcPr marL="91440" marR="91440" marT="45720" marB="45720" anchor="ctr">
                    <a:lnR w="9525">
                      <a:solidFill>
                        <a:srgbClr val="BCCAD2"/>
                      </a:solidFill>
                      <a:prstDash val="solid"/>
                    </a:lnR>
                    <a:lnB w="9525">
                      <a:solidFill>
                        <a:srgbClr val="BCCAD2"/>
                      </a:solidFill>
                      <a:prstDash val="solid"/>
                    </a:lnB>
                    <a:solidFill>
                      <a:srgbClr val="F8FAFB"/>
                    </a:solidFill>
                  </a:tcPr>
                </a:tc>
              </a:tr>
              <a:tr h="676275">
                <a:tc>
                  <a:txBody>
                    <a:bodyPr wrap="square" lIns="114300" tIns="66675" rIns="114300" bIns="66675"/>
                    <a:lstStyle/>
                    <a:p>
                      <a:r>
                        <a:rPr sz="1800" b="0">
                          <a:solidFill>
                            <a:srgbClr val="172B3A"/>
                          </a:solidFill>
                          <a:latin typeface="IPAexGothic"/>
                          <a:ea typeface="IPAexGothic"/>
                          <a:cs typeface="IPAexGothic"/>
                        </a:rPr>
                        <a:t>別の例：事象起点</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FFFFF"/>
                    </a:solidFill>
                  </a:tcPr>
                </a:tc>
                <a:tc>
                  <a:txBody>
                    <a:bodyPr wrap="square" lIns="114300" tIns="66675" rIns="114300" bIns="66675"/>
                    <a:lstStyle/>
                    <a:p>
                      <a:r>
                        <a:rPr sz="1800" b="0">
                          <a:solidFill>
                            <a:srgbClr val="172B3A"/>
                          </a:solidFill>
                          <a:latin typeface="IPAexGothic"/>
                          <a:ea typeface="IPAexGothic"/>
                          <a:cs typeface="IPAexGothic"/>
                        </a:rPr>
                        <a:t>振動上昇から後続事象を追う。</a:t>
                      </a:r>
                    </a:p>
                  </a:txBody>
                  <a:tcPr marL="91440" marR="91440" marT="45720" marB="45720" anchor="ctr">
                    <a:lnR w="9525">
                      <a:solidFill>
                        <a:srgbClr val="BCCAD2"/>
                      </a:solidFill>
                      <a:prstDash val="solid"/>
                    </a:lnR>
                    <a:lnB w="9525">
                      <a:solidFill>
                        <a:srgbClr val="BCCAD2"/>
                      </a:solidFill>
                      <a:prstDash val="solid"/>
                    </a:lnB>
                    <a:solidFill>
                      <a:srgbClr val="FFFFFF"/>
                    </a:solidFill>
                  </a:tcPr>
                </a:tc>
                <a:tc>
                  <a:txBody>
                    <a:bodyPr wrap="square" lIns="114300" tIns="66675" rIns="114300" bIns="66675"/>
                    <a:lstStyle/>
                    <a:p>
                      <a:r>
                        <a:rPr sz="1800" b="0">
                          <a:solidFill>
                            <a:srgbClr val="172B3A"/>
                          </a:solidFill>
                          <a:latin typeface="IPAexGothic"/>
                          <a:ea typeface="IPAexGothic"/>
                          <a:cs typeface="IPAexGothic"/>
                        </a:rPr>
                        <a:t>待機期限と組合せ規則を決める。</a:t>
                      </a:r>
                    </a:p>
                  </a:txBody>
                  <a:tcPr marL="91440" marR="91440" marT="45720" marB="45720" anchor="ctr">
                    <a:lnR w="9525">
                      <a:solidFill>
                        <a:srgbClr val="BCCAD2"/>
                      </a:solidFill>
                      <a:prstDash val="solid"/>
                    </a:lnR>
                    <a:lnB w="9525">
                      <a:solidFill>
                        <a:srgbClr val="BCCAD2"/>
                      </a:solidFill>
                      <a:prstDash val="solid"/>
                    </a:lnB>
                    <a:solidFill>
                      <a:srgbClr val="FFFFFF"/>
                    </a:solidFill>
                  </a:tcPr>
                </a:tc>
              </a:tr>
              <a:tr h="676275">
                <a:tc>
                  <a:txBody>
                    <a:bodyPr wrap="square" lIns="114300" tIns="66675" rIns="114300" bIns="66675"/>
                    <a:lstStyle/>
                    <a:p>
                      <a:r>
                        <a:rPr sz="1800" b="0">
                          <a:solidFill>
                            <a:srgbClr val="172B3A"/>
                          </a:solidFill>
                          <a:latin typeface="IPAexGothic"/>
                          <a:ea typeface="IPAexGothic"/>
                          <a:cs typeface="IPAexGothic"/>
                        </a:rPr>
                        <a:t>別の例：逐次照合</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8FAFB"/>
                    </a:solidFill>
                  </a:tcPr>
                </a:tc>
                <a:tc>
                  <a:txBody>
                    <a:bodyPr wrap="square" lIns="114300" tIns="66675" rIns="114300" bIns="66675"/>
                    <a:lstStyle/>
                    <a:p>
                      <a:r>
                        <a:rPr sz="1800" b="0">
                          <a:solidFill>
                            <a:srgbClr val="172B3A"/>
                          </a:solidFill>
                          <a:latin typeface="IPAexGothic"/>
                          <a:ea typeface="IPAexGothic"/>
                          <a:cs typeface="IPAexGothic"/>
                        </a:rPr>
                        <a:t>事象を順番に処理して対応づける。</a:t>
                      </a:r>
                    </a:p>
                  </a:txBody>
                  <a:tcPr marL="91440" marR="91440" marT="45720" marB="45720" anchor="ctr">
                    <a:lnR w="9525">
                      <a:solidFill>
                        <a:srgbClr val="BCCAD2"/>
                      </a:solidFill>
                      <a:prstDash val="solid"/>
                    </a:lnR>
                    <a:lnB w="9525">
                      <a:solidFill>
                        <a:srgbClr val="BCCAD2"/>
                      </a:solidFill>
                      <a:prstDash val="solid"/>
                    </a:lnB>
                    <a:solidFill>
                      <a:srgbClr val="F8FAFB"/>
                    </a:solidFill>
                  </a:tcPr>
                </a:tc>
                <a:tc>
                  <a:txBody>
                    <a:bodyPr wrap="square" lIns="114300" tIns="66675" rIns="114300" bIns="66675"/>
                    <a:lstStyle/>
                    <a:p>
                      <a:r>
                        <a:rPr sz="1800" b="0">
                          <a:solidFill>
                            <a:srgbClr val="172B3A"/>
                          </a:solidFill>
                          <a:latin typeface="IPAexGothic"/>
                          <a:ea typeface="IPAexGothic"/>
                          <a:cs typeface="IPAexGothic"/>
                        </a:rPr>
                        <a:t>構成事象IDから出現IDを付ける。</a:t>
                      </a:r>
                    </a:p>
                  </a:txBody>
                  <a:tcPr marL="91440" marR="91440" marT="45720" marB="45720" anchor="ctr">
                    <a:lnR w="9525">
                      <a:solidFill>
                        <a:srgbClr val="BCCAD2"/>
                      </a:solidFill>
                      <a:prstDash val="solid"/>
                    </a:lnR>
                    <a:lnB w="9525">
                      <a:solidFill>
                        <a:srgbClr val="BCCAD2"/>
                      </a:solidFill>
                      <a:prstDash val="solid"/>
                    </a:lnB>
                    <a:solidFill>
                      <a:srgbClr val="F8FAFB"/>
                    </a:solidFill>
                  </a:tcPr>
                </a:tc>
              </a:tr>
            </a:tbl>
          </a:graphicData>
        </a:graphic>
      </p:graphicFrame>
      <p:sp>
        <p:nvSpPr>
          <p:cNvPr id="9" name="text-3">
            <a:extLst xmlns:a="http://schemas.openxmlformats.org/drawingml/2006/main">
              <a:ext uri="{FF2B5EF4-FFF2-40B4-BE49-F238E27FC236}">
                <a16:creationId xmlns:a16="http://schemas.microsoft.com/office/drawing/2014/main" id="{0E2323FD-974E-48DF-8A83-0260C0B9D610}"/>
              </a:ext>
            </a:extLst>
          </p:cNvPr>
          <p:cNvSpPr>
            <a:spLocks xmlns:a="http://schemas.openxmlformats.org/drawingml/2006/main" noGrp="1"/>
          </p:cNvSpPr>
          <p:nvPr/>
        </p:nvSpPr>
        <p:spPr>
          <a:xfrm xmlns:a="http://schemas.openxmlformats.org/drawingml/2006/main">
            <a:off x="647700" y="5334000"/>
            <a:ext cx="10763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1950" b="0">
                <a:solidFill>
                  <a:srgbClr val="236487"/>
                </a:solidFill>
                <a:latin typeface="IPAexGothic"/>
                <a:ea typeface="IPAexGothic"/>
                <a:cs typeface="IPAexGothic"/>
              </a:defRPr>
            </a:defPPr>
            <a:lvl1pPr algn="l">
              <a:buNone/>
              <a:defRPr sz="1950" b="0">
                <a:solidFill>
                  <a:srgbClr val="236487"/>
                </a:solidFill>
                <a:latin typeface="IPAexGothic"/>
                <a:ea typeface="IPAexGothic"/>
                <a:cs typeface="IPAexGothic"/>
              </a:defRPr>
            </a:lvl1pPr>
            <a:lvl2pPr algn="l">
              <a:buNone/>
              <a:defRPr sz="1950" b="0">
                <a:solidFill>
                  <a:srgbClr val="236487"/>
                </a:solidFill>
                <a:latin typeface="IPAexGothic"/>
                <a:ea typeface="IPAexGothic"/>
                <a:cs typeface="IPAexGothic"/>
              </a:defRPr>
            </a:lvl2pPr>
            <a:lvl3pPr algn="l">
              <a:buNone/>
              <a:defRPr sz="1950" b="0">
                <a:solidFill>
                  <a:srgbClr val="236487"/>
                </a:solidFill>
                <a:latin typeface="IPAexGothic"/>
                <a:ea typeface="IPAexGothic"/>
                <a:cs typeface="IPAexGothic"/>
              </a:defRPr>
            </a:lvl3pPr>
            <a:lvl4pPr algn="l">
              <a:buNone/>
              <a:defRPr sz="1950" b="0">
                <a:solidFill>
                  <a:srgbClr val="236487"/>
                </a:solidFill>
                <a:latin typeface="IPAexGothic"/>
                <a:ea typeface="IPAexGothic"/>
                <a:cs typeface="IPAexGothic"/>
              </a:defRPr>
            </a:lvl4pPr>
            <a:lvl5pPr algn="l">
              <a:buNone/>
              <a:defRPr sz="1950" b="0">
                <a:solidFill>
                  <a:srgbClr val="236487"/>
                </a:solidFill>
                <a:latin typeface="IPAexGothic"/>
                <a:ea typeface="IPAexGothic"/>
                <a:cs typeface="IPAexGothic"/>
              </a:defRPr>
            </a:lvl5pPr>
            <a:lvl6pPr algn="l">
              <a:buNone/>
              <a:defRPr sz="1950" b="0">
                <a:solidFill>
                  <a:srgbClr val="236487"/>
                </a:solidFill>
                <a:latin typeface="IPAexGothic"/>
                <a:ea typeface="IPAexGothic"/>
                <a:cs typeface="IPAexGothic"/>
              </a:defRPr>
            </a:lvl6pPr>
            <a:lvl7pPr algn="l">
              <a:buNone/>
              <a:defRPr sz="1950" b="0">
                <a:solidFill>
                  <a:srgbClr val="236487"/>
                </a:solidFill>
                <a:latin typeface="IPAexGothic"/>
                <a:ea typeface="IPAexGothic"/>
                <a:cs typeface="IPAexGothic"/>
              </a:defRPr>
            </a:lvl7pPr>
            <a:lvl8pPr algn="l">
              <a:buNone/>
              <a:defRPr sz="1950" b="0">
                <a:solidFill>
                  <a:srgbClr val="236487"/>
                </a:solidFill>
                <a:latin typeface="IPAexGothic"/>
                <a:ea typeface="IPAexGothic"/>
                <a:cs typeface="IPAexGothic"/>
              </a:defRPr>
            </a:lvl8pPr>
            <a:lvl9pPr algn="l">
              <a:buNone/>
              <a:defRPr sz="1950" b="0">
                <a:solidFill>
                  <a:srgbClr val="236487"/>
                </a:solidFill>
                <a:latin typeface="IPAexGothic"/>
                <a:ea typeface="IPAexGothic"/>
                <a:cs typeface="IPAexGothic"/>
              </a:defRPr>
            </a:lvl9pPr>
          </a:lstStyle>
          <a:p xmlns:a="http://schemas.openxmlformats.org/drawingml/2006/main">
            <a:pPr algn="l">
              <a:buNone/>
              <a:defRPr sz="1950" b="0">
                <a:solidFill>
                  <a:srgbClr val="236487"/>
                </a:solidFill>
                <a:latin typeface="IPAexGothic"/>
                <a:ea typeface="IPAexGothic"/>
                <a:cs typeface="IPAexGothic"/>
              </a:defRPr>
            </a:pPr>
            <a:r>
              <a:rPr sz="1950" b="0">
                <a:solidFill>
                  <a:srgbClr val="236487"/>
                </a:solidFill>
                <a:latin typeface="IPAexGothic"/>
                <a:ea typeface="IPAexGothic"/>
                <a:cs typeface="IPAexGothic"/>
              </a:rPr>
              <a:t>窓の幅・移動幅と、出現を一回と数える規則は別々に定める。</a:t>
            </a:r>
          </a:p>
        </p:txBody>
      </p:sp>
      <p:sp>
        <p:nvSpPr>
          <p:cNvPr id="10" name="text-4">
            <a:extLst xmlns:a="http://schemas.openxmlformats.org/drawingml/2006/main">
              <a:ext uri="{FF2B5EF4-FFF2-40B4-BE49-F238E27FC236}">
                <a16:creationId xmlns:a16="http://schemas.microsoft.com/office/drawing/2014/main" id="{B824C86A-A7CB-48E2-868D-2DEFBB9C77B8}"/>
              </a:ext>
            </a:extLst>
          </p:cNvPr>
          <p:cNvSpPr>
            <a:spLocks xmlns:a="http://schemas.openxmlformats.org/drawingml/2006/main" noGrp="1"/>
          </p:cNvSpPr>
          <p:nvPr/>
        </p:nvSpPr>
        <p:spPr>
          <a:xfrm xmlns:a="http://schemas.openxmlformats.org/drawingml/2006/main">
            <a:off x="609600" y="5953125"/>
            <a:ext cx="10906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1575" b="0">
                <a:solidFill>
                  <a:srgbClr val="586872"/>
                </a:solidFill>
                <a:latin typeface="IPAexGothic"/>
                <a:ea typeface="IPAexGothic"/>
                <a:cs typeface="IPAexGothic"/>
              </a:defRPr>
            </a:defPPr>
            <a:lvl1pPr algn="l">
              <a:buNone/>
              <a:defRPr sz="1575" b="0">
                <a:solidFill>
                  <a:srgbClr val="586872"/>
                </a:solidFill>
                <a:latin typeface="IPAexGothic"/>
                <a:ea typeface="IPAexGothic"/>
                <a:cs typeface="IPAexGothic"/>
              </a:defRPr>
            </a:lvl1pPr>
            <a:lvl2pPr algn="l">
              <a:buNone/>
              <a:defRPr sz="1575" b="0">
                <a:solidFill>
                  <a:srgbClr val="586872"/>
                </a:solidFill>
                <a:latin typeface="IPAexGothic"/>
                <a:ea typeface="IPAexGothic"/>
                <a:cs typeface="IPAexGothic"/>
              </a:defRPr>
            </a:lvl2pPr>
            <a:lvl3pPr algn="l">
              <a:buNone/>
              <a:defRPr sz="1575" b="0">
                <a:solidFill>
                  <a:srgbClr val="586872"/>
                </a:solidFill>
                <a:latin typeface="IPAexGothic"/>
                <a:ea typeface="IPAexGothic"/>
                <a:cs typeface="IPAexGothic"/>
              </a:defRPr>
            </a:lvl3pPr>
            <a:lvl4pPr algn="l">
              <a:buNone/>
              <a:defRPr sz="1575" b="0">
                <a:solidFill>
                  <a:srgbClr val="586872"/>
                </a:solidFill>
                <a:latin typeface="IPAexGothic"/>
                <a:ea typeface="IPAexGothic"/>
                <a:cs typeface="IPAexGothic"/>
              </a:defRPr>
            </a:lvl4pPr>
            <a:lvl5pPr algn="l">
              <a:buNone/>
              <a:defRPr sz="1575" b="0">
                <a:solidFill>
                  <a:srgbClr val="586872"/>
                </a:solidFill>
                <a:latin typeface="IPAexGothic"/>
                <a:ea typeface="IPAexGothic"/>
                <a:cs typeface="IPAexGothic"/>
              </a:defRPr>
            </a:lvl5pPr>
            <a:lvl6pPr algn="l">
              <a:buNone/>
              <a:defRPr sz="1575" b="0">
                <a:solidFill>
                  <a:srgbClr val="586872"/>
                </a:solidFill>
                <a:latin typeface="IPAexGothic"/>
                <a:ea typeface="IPAexGothic"/>
                <a:cs typeface="IPAexGothic"/>
              </a:defRPr>
            </a:lvl6pPr>
            <a:lvl7pPr algn="l">
              <a:buNone/>
              <a:defRPr sz="1575" b="0">
                <a:solidFill>
                  <a:srgbClr val="586872"/>
                </a:solidFill>
                <a:latin typeface="IPAexGothic"/>
                <a:ea typeface="IPAexGothic"/>
                <a:cs typeface="IPAexGothic"/>
              </a:defRPr>
            </a:lvl7pPr>
            <a:lvl8pPr algn="l">
              <a:buNone/>
              <a:defRPr sz="1575" b="0">
                <a:solidFill>
                  <a:srgbClr val="586872"/>
                </a:solidFill>
                <a:latin typeface="IPAexGothic"/>
                <a:ea typeface="IPAexGothic"/>
                <a:cs typeface="IPAexGothic"/>
              </a:defRPr>
            </a:lvl8pPr>
            <a:lvl9pPr algn="l">
              <a:buNone/>
              <a:defRPr sz="1575" b="0">
                <a:solidFill>
                  <a:srgbClr val="586872"/>
                </a:solidFill>
                <a:latin typeface="IPAexGothic"/>
                <a:ea typeface="IPAexGothic"/>
                <a:cs typeface="IPAexGothic"/>
              </a:defRPr>
            </a:lvl9pPr>
          </a:lstStyle>
          <a:p xmlns:a="http://schemas.openxmlformats.org/drawingml/2006/main">
            <a:pPr algn="l">
              <a:buNone/>
              <a:defRPr sz="1575" b="0">
                <a:solidFill>
                  <a:srgbClr val="586872"/>
                </a:solidFill>
                <a:latin typeface="IPAexGothic"/>
                <a:ea typeface="IPAexGothic"/>
                <a:cs typeface="IPAexGothic"/>
              </a:defRPr>
            </a:pPr>
            <a:r>
              <a:rPr sz="1575" b="0">
                <a:solidFill>
                  <a:srgbClr val="586872"/>
                </a:solidFill>
                <a:latin typeface="IPAexGothic"/>
                <a:ea typeface="IPAexGothic"/>
                <a:cs typeface="IPAexGothic"/>
              </a:rPr>
              <a:t>固定窓はあくまで一例。対象設備に応じた範囲設定と欠測・重複処理の設計が必要</a:t>
            </a:r>
          </a:p>
        </p:txBody>
      </p:sp>
    </p:spTree>
    <p:extLst>
      <p:ext uri="{BB962C8B-B14F-4D97-AF65-F5344CB8AC3E}">
        <p14:creationId xmlns:p14="http://schemas.microsoft.com/office/powerpoint/2010/main" val="187811737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headline">
            <a:extLst xmlns:a="http://schemas.openxmlformats.org/drawingml/2006/main">
              <a:ext uri="{FF2B5EF4-FFF2-40B4-BE49-F238E27FC236}">
                <a16:creationId xmlns:a16="http://schemas.microsoft.com/office/drawing/2014/main" id="{2B8386D2-63FA-4B56-83E1-D46C1A6927AE}"/>
              </a:ext>
            </a:extLst>
          </p:cNvPr>
          <p:cNvSpPr>
            <a:spLocks xmlns:a="http://schemas.openxmlformats.org/drawingml/2006/main" noGrp="1"/>
          </p:cNvSpPr>
          <p:nvPr/>
        </p:nvSpPr>
        <p:spPr>
          <a:xfrm xmlns:a="http://schemas.openxmlformats.org/drawingml/2006/main">
            <a:off x="590550" y="333375"/>
            <a:ext cx="1095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3300" b="1">
                <a:solidFill>
                  <a:srgbClr val="172B3A"/>
                </a:solidFill>
                <a:latin typeface="IPAexGothic"/>
                <a:ea typeface="IPAexGothic"/>
                <a:cs typeface="IPAexGothic"/>
              </a:defRPr>
            </a:defPPr>
            <a:lvl1pPr algn="l">
              <a:buNone/>
              <a:defRPr sz="3300" b="1">
                <a:solidFill>
                  <a:srgbClr val="172B3A"/>
                </a:solidFill>
                <a:latin typeface="IPAexGothic"/>
                <a:ea typeface="IPAexGothic"/>
                <a:cs typeface="IPAexGothic"/>
              </a:defRPr>
            </a:lvl1pPr>
            <a:lvl2pPr algn="l">
              <a:buNone/>
              <a:defRPr sz="3300" b="1">
                <a:solidFill>
                  <a:srgbClr val="172B3A"/>
                </a:solidFill>
                <a:latin typeface="IPAexGothic"/>
                <a:ea typeface="IPAexGothic"/>
                <a:cs typeface="IPAexGothic"/>
              </a:defRPr>
            </a:lvl2pPr>
            <a:lvl3pPr algn="l">
              <a:buNone/>
              <a:defRPr sz="3300" b="1">
                <a:solidFill>
                  <a:srgbClr val="172B3A"/>
                </a:solidFill>
                <a:latin typeface="IPAexGothic"/>
                <a:ea typeface="IPAexGothic"/>
                <a:cs typeface="IPAexGothic"/>
              </a:defRPr>
            </a:lvl3pPr>
            <a:lvl4pPr algn="l">
              <a:buNone/>
              <a:defRPr sz="3300" b="1">
                <a:solidFill>
                  <a:srgbClr val="172B3A"/>
                </a:solidFill>
                <a:latin typeface="IPAexGothic"/>
                <a:ea typeface="IPAexGothic"/>
                <a:cs typeface="IPAexGothic"/>
              </a:defRPr>
            </a:lvl4pPr>
            <a:lvl5pPr algn="l">
              <a:buNone/>
              <a:defRPr sz="3300" b="1">
                <a:solidFill>
                  <a:srgbClr val="172B3A"/>
                </a:solidFill>
                <a:latin typeface="IPAexGothic"/>
                <a:ea typeface="IPAexGothic"/>
                <a:cs typeface="IPAexGothic"/>
              </a:defRPr>
            </a:lvl5pPr>
            <a:lvl6pPr algn="l">
              <a:buNone/>
              <a:defRPr sz="3300" b="1">
                <a:solidFill>
                  <a:srgbClr val="172B3A"/>
                </a:solidFill>
                <a:latin typeface="IPAexGothic"/>
                <a:ea typeface="IPAexGothic"/>
                <a:cs typeface="IPAexGothic"/>
              </a:defRPr>
            </a:lvl6pPr>
            <a:lvl7pPr algn="l">
              <a:buNone/>
              <a:defRPr sz="3300" b="1">
                <a:solidFill>
                  <a:srgbClr val="172B3A"/>
                </a:solidFill>
                <a:latin typeface="IPAexGothic"/>
                <a:ea typeface="IPAexGothic"/>
                <a:cs typeface="IPAexGothic"/>
              </a:defRPr>
            </a:lvl7pPr>
            <a:lvl8pPr algn="l">
              <a:buNone/>
              <a:defRPr sz="3300" b="1">
                <a:solidFill>
                  <a:srgbClr val="172B3A"/>
                </a:solidFill>
                <a:latin typeface="IPAexGothic"/>
                <a:ea typeface="IPAexGothic"/>
                <a:cs typeface="IPAexGothic"/>
              </a:defRPr>
            </a:lvl8pPr>
            <a:lvl9pPr algn="l">
              <a:buNone/>
              <a:defRPr sz="3300" b="1">
                <a:solidFill>
                  <a:srgbClr val="172B3A"/>
                </a:solidFill>
                <a:latin typeface="IPAexGothic"/>
                <a:ea typeface="IPAexGothic"/>
                <a:cs typeface="IPAexGothic"/>
              </a:defRPr>
            </a:lvl9pPr>
          </a:lstStyle>
          <a:p xmlns:a="http://schemas.openxmlformats.org/drawingml/2006/main">
            <a:pPr algn="l">
              <a:buNone/>
              <a:defRPr sz="3300" b="1">
                <a:solidFill>
                  <a:srgbClr val="172B3A"/>
                </a:solidFill>
                <a:latin typeface="IPAexGothic"/>
                <a:ea typeface="IPAexGothic"/>
                <a:cs typeface="IPAexGothic"/>
              </a:defRPr>
            </a:pPr>
            <a:r>
              <a:rPr sz="3300" b="1">
                <a:solidFill>
                  <a:srgbClr val="172B3A"/>
                </a:solidFill>
                <a:latin typeface="IPAexGothic"/>
                <a:ea typeface="IPAexGothic"/>
                <a:cs typeface="IPAexGothic"/>
              </a:rPr>
              <a:t>① 幅30秒の窓を2秒ずつ移動</a:t>
            </a:r>
          </a:p>
        </p:txBody>
      </p:sp>
      <p:sp>
        <p:nvSpPr>
          <p:cNvPr id="2" name="summary">
            <a:extLst xmlns:a="http://schemas.openxmlformats.org/drawingml/2006/main">
              <a:ext uri="{FF2B5EF4-FFF2-40B4-BE49-F238E27FC236}">
                <a16:creationId xmlns:a16="http://schemas.microsoft.com/office/drawing/2014/main" id="{0FAD2E6A-A876-424C-A50D-A6198AB4ED1E}"/>
              </a:ext>
            </a:extLst>
          </p:cNvPr>
          <p:cNvSpPr>
            <a:spLocks xmlns:a="http://schemas.openxmlformats.org/drawingml/2006/main" noGrp="1"/>
          </p:cNvSpPr>
          <p:nvPr/>
        </p:nvSpPr>
        <p:spPr>
          <a:xfrm xmlns:a="http://schemas.openxmlformats.org/drawingml/2006/main">
            <a:off x="609600" y="1028700"/>
            <a:ext cx="10896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1725" b="0">
                <a:solidFill>
                  <a:srgbClr val="586872"/>
                </a:solidFill>
                <a:latin typeface="IPAexGothic"/>
                <a:ea typeface="IPAexGothic"/>
                <a:cs typeface="IPAexGothic"/>
              </a:defRPr>
            </a:defPPr>
            <a:lvl1pPr algn="l">
              <a:buNone/>
              <a:defRPr sz="1725" b="0">
                <a:solidFill>
                  <a:srgbClr val="586872"/>
                </a:solidFill>
                <a:latin typeface="IPAexGothic"/>
                <a:ea typeface="IPAexGothic"/>
                <a:cs typeface="IPAexGothic"/>
              </a:defRPr>
            </a:lvl1pPr>
            <a:lvl2pPr algn="l">
              <a:buNone/>
              <a:defRPr sz="1725" b="0">
                <a:solidFill>
                  <a:srgbClr val="586872"/>
                </a:solidFill>
                <a:latin typeface="IPAexGothic"/>
                <a:ea typeface="IPAexGothic"/>
                <a:cs typeface="IPAexGothic"/>
              </a:defRPr>
            </a:lvl2pPr>
            <a:lvl3pPr algn="l">
              <a:buNone/>
              <a:defRPr sz="1725" b="0">
                <a:solidFill>
                  <a:srgbClr val="586872"/>
                </a:solidFill>
                <a:latin typeface="IPAexGothic"/>
                <a:ea typeface="IPAexGothic"/>
                <a:cs typeface="IPAexGothic"/>
              </a:defRPr>
            </a:lvl3pPr>
            <a:lvl4pPr algn="l">
              <a:buNone/>
              <a:defRPr sz="1725" b="0">
                <a:solidFill>
                  <a:srgbClr val="586872"/>
                </a:solidFill>
                <a:latin typeface="IPAexGothic"/>
                <a:ea typeface="IPAexGothic"/>
                <a:cs typeface="IPAexGothic"/>
              </a:defRPr>
            </a:lvl4pPr>
            <a:lvl5pPr algn="l">
              <a:buNone/>
              <a:defRPr sz="1725" b="0">
                <a:solidFill>
                  <a:srgbClr val="586872"/>
                </a:solidFill>
                <a:latin typeface="IPAexGothic"/>
                <a:ea typeface="IPAexGothic"/>
                <a:cs typeface="IPAexGothic"/>
              </a:defRPr>
            </a:lvl5pPr>
            <a:lvl6pPr algn="l">
              <a:buNone/>
              <a:defRPr sz="1725" b="0">
                <a:solidFill>
                  <a:srgbClr val="586872"/>
                </a:solidFill>
                <a:latin typeface="IPAexGothic"/>
                <a:ea typeface="IPAexGothic"/>
                <a:cs typeface="IPAexGothic"/>
              </a:defRPr>
            </a:lvl6pPr>
            <a:lvl7pPr algn="l">
              <a:buNone/>
              <a:defRPr sz="1725" b="0">
                <a:solidFill>
                  <a:srgbClr val="586872"/>
                </a:solidFill>
                <a:latin typeface="IPAexGothic"/>
                <a:ea typeface="IPAexGothic"/>
                <a:cs typeface="IPAexGothic"/>
              </a:defRPr>
            </a:lvl7pPr>
            <a:lvl8pPr algn="l">
              <a:buNone/>
              <a:defRPr sz="1725" b="0">
                <a:solidFill>
                  <a:srgbClr val="586872"/>
                </a:solidFill>
                <a:latin typeface="IPAexGothic"/>
                <a:ea typeface="IPAexGothic"/>
                <a:cs typeface="IPAexGothic"/>
              </a:defRPr>
            </a:lvl8pPr>
            <a:lvl9pPr algn="l">
              <a:buNone/>
              <a:defRPr sz="1725" b="0">
                <a:solidFill>
                  <a:srgbClr val="586872"/>
                </a:solidFill>
                <a:latin typeface="IPAexGothic"/>
                <a:ea typeface="IPAexGothic"/>
                <a:cs typeface="IPAexGothic"/>
              </a:defRPr>
            </a:lvl9pPr>
          </a:lstStyle>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同じ連続ログから、窓を重ねて取り出します。各窓は開始時刻以上・終了時刻未満です。</a:t>
            </a:r>
          </a:p>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後の照合で下の三窓が同じパターンに連続して対応した場合、一つの出現IDへまとめます。</a:t>
            </a:r>
          </a:p>
        </p:txBody>
      </p:sp>
      <p:sp>
        <p:nvSpPr>
          <p:cNvPr id="3" name="page-number">
            <a:extLst xmlns:a="http://schemas.openxmlformats.org/drawingml/2006/main">
              <a:ext uri="{FF2B5EF4-FFF2-40B4-BE49-F238E27FC236}">
                <a16:creationId xmlns:a16="http://schemas.microsoft.com/office/drawing/2014/main" id="{2D2FED52-C974-450A-A02E-2C0CB9A7CFBC}"/>
              </a:ext>
            </a:extLst>
          </p:cNvPr>
          <p:cNvSpPr>
            <a:spLocks xmlns:a="http://schemas.openxmlformats.org/drawingml/2006/main" noGrp="1"/>
          </p:cNvSpPr>
          <p:nvPr/>
        </p:nvSpPr>
        <p:spPr>
          <a:xfrm xmlns:a="http://schemas.openxmlformats.org/drawingml/2006/main">
            <a:off x="11239500" y="644842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1275" b="0">
                <a:solidFill>
                  <a:srgbClr val="586872"/>
                </a:solidFill>
                <a:latin typeface="IPAexGothic"/>
                <a:ea typeface="IPAexGothic"/>
                <a:cs typeface="IPAexGothic"/>
              </a:defRPr>
            </a:defPPr>
            <a:lvl1pPr algn="l">
              <a:buNone/>
              <a:defRPr sz="1275" b="0">
                <a:solidFill>
                  <a:srgbClr val="586872"/>
                </a:solidFill>
                <a:latin typeface="IPAexGothic"/>
                <a:ea typeface="IPAexGothic"/>
                <a:cs typeface="IPAexGothic"/>
              </a:defRPr>
            </a:lvl1pPr>
            <a:lvl2pPr algn="l">
              <a:buNone/>
              <a:defRPr sz="1275" b="0">
                <a:solidFill>
                  <a:srgbClr val="586872"/>
                </a:solidFill>
                <a:latin typeface="IPAexGothic"/>
                <a:ea typeface="IPAexGothic"/>
                <a:cs typeface="IPAexGothic"/>
              </a:defRPr>
            </a:lvl2pPr>
            <a:lvl3pPr algn="l">
              <a:buNone/>
              <a:defRPr sz="1275" b="0">
                <a:solidFill>
                  <a:srgbClr val="586872"/>
                </a:solidFill>
                <a:latin typeface="IPAexGothic"/>
                <a:ea typeface="IPAexGothic"/>
                <a:cs typeface="IPAexGothic"/>
              </a:defRPr>
            </a:lvl3pPr>
            <a:lvl4pPr algn="l">
              <a:buNone/>
              <a:defRPr sz="1275" b="0">
                <a:solidFill>
                  <a:srgbClr val="586872"/>
                </a:solidFill>
                <a:latin typeface="IPAexGothic"/>
                <a:ea typeface="IPAexGothic"/>
                <a:cs typeface="IPAexGothic"/>
              </a:defRPr>
            </a:lvl4pPr>
            <a:lvl5pPr algn="l">
              <a:buNone/>
              <a:defRPr sz="1275" b="0">
                <a:solidFill>
                  <a:srgbClr val="586872"/>
                </a:solidFill>
                <a:latin typeface="IPAexGothic"/>
                <a:ea typeface="IPAexGothic"/>
                <a:cs typeface="IPAexGothic"/>
              </a:defRPr>
            </a:lvl5pPr>
            <a:lvl6pPr algn="l">
              <a:buNone/>
              <a:defRPr sz="1275" b="0">
                <a:solidFill>
                  <a:srgbClr val="586872"/>
                </a:solidFill>
                <a:latin typeface="IPAexGothic"/>
                <a:ea typeface="IPAexGothic"/>
                <a:cs typeface="IPAexGothic"/>
              </a:defRPr>
            </a:lvl6pPr>
            <a:lvl7pPr algn="l">
              <a:buNone/>
              <a:defRPr sz="1275" b="0">
                <a:solidFill>
                  <a:srgbClr val="586872"/>
                </a:solidFill>
                <a:latin typeface="IPAexGothic"/>
                <a:ea typeface="IPAexGothic"/>
                <a:cs typeface="IPAexGothic"/>
              </a:defRPr>
            </a:lvl7pPr>
            <a:lvl8pPr algn="l">
              <a:buNone/>
              <a:defRPr sz="1275" b="0">
                <a:solidFill>
                  <a:srgbClr val="586872"/>
                </a:solidFill>
                <a:latin typeface="IPAexGothic"/>
                <a:ea typeface="IPAexGothic"/>
                <a:cs typeface="IPAexGothic"/>
              </a:defRPr>
            </a:lvl8pPr>
            <a:lvl9pPr algn="l">
              <a:buNone/>
              <a:defRPr sz="1275" b="0">
                <a:solidFill>
                  <a:srgbClr val="586872"/>
                </a:solidFill>
                <a:latin typeface="IPAexGothic"/>
                <a:ea typeface="IPAexGothic"/>
                <a:cs typeface="IPAexGothic"/>
              </a:defRPr>
            </a:lvl9pPr>
          </a:lstStyle>
          <a:p xmlns:a="http://schemas.openxmlformats.org/drawingml/2006/main">
            <a:pPr algn="l">
              <a:buNone/>
              <a:defRPr sz="1275" b="0">
                <a:solidFill>
                  <a:srgbClr val="586872"/>
                </a:solidFill>
                <a:latin typeface="IPAexGothic"/>
                <a:ea typeface="IPAexGothic"/>
                <a:cs typeface="IPAexGothic"/>
              </a:defRPr>
            </a:pPr>
            <a:r>
              <a:rPr sz="1275" b="0">
                <a:solidFill>
                  <a:srgbClr val="586872"/>
                </a:solidFill>
                <a:latin typeface="IPAexGothic"/>
                <a:ea typeface="IPAexGothic"/>
                <a:cs typeface="IPAexGothic"/>
              </a:rPr>
              <a:t>12</a:t>
            </a:r>
          </a:p>
        </p:txBody>
      </p:sp>
      <p:sp>
        <p:nvSpPr>
          <p:cNvPr id="4" name="">
            <a:extLst xmlns:a="http://schemas.openxmlformats.org/drawingml/2006/main">
              <a:ext uri="{FF2B5EF4-FFF2-40B4-BE49-F238E27FC236}">
                <a16:creationId xmlns:a16="http://schemas.microsoft.com/office/drawing/2014/main" id="{3FEAD7B4-FF53-4805-82B2-F569F7240912}"/>
              </a:ext>
            </a:extLst>
          </p:cNvPr>
          <p:cNvSpPr>
            <a:spLocks xmlns:a="http://schemas.openxmlformats.org/drawingml/2006/main" noGrp="1"/>
          </p:cNvSpPr>
          <p:nvPr/>
        </p:nvSpPr>
        <p:spPr>
          <a:xfrm xmlns:a="http://schemas.openxmlformats.org/drawingml/2006/main">
            <a:off x="1143000" y="2143125"/>
            <a:ext cx="8001000" cy="571500"/>
          </a:xfrm>
          <a:prstGeom xmlns:a="http://schemas.openxmlformats.org/drawingml/2006/main" prst="rect">
            <a:avLst/>
          </a:prstGeom>
          <a:solidFill xmlns:a="http://schemas.openxmlformats.org/drawingml/2006/main">
            <a:srgbClr val="EAF1F5"/>
          </a:solidFill>
          <a:ln xmlns:a="http://schemas.openxmlformats.org/drawingml/2006/main" w="14288">
            <a:solidFill>
              <a:srgbClr val="236487"/>
            </a:solidFill>
            <a:prstDash val="solid"/>
          </a:ln>
        </p:spPr>
        <p:txBody>
          <a:bodyPr xmlns:a="http://schemas.openxmlformats.org/drawingml/2006/main" lIns="76200" tIns="76200" rIns="76200" bIns="76200" anchor="ctr"/>
          <a:lstStyle xmlns:a="http://schemas.openxmlformats.org/drawingml/2006/main">
            <a:defPPr algn="ctr">
              <a:defRPr sz="1875">
                <a:solidFill>
                  <a:srgbClr val="172B3A"/>
                </a:solidFill>
                <a:latin typeface="IPAexGothic"/>
                <a:ea typeface="IPAexGothic"/>
                <a:cs typeface="IPAexGothic"/>
              </a:defRPr>
            </a:defPPr>
            <a:lvl1pPr algn="ctr">
              <a:buNone/>
              <a:defRPr sz="1875">
                <a:solidFill>
                  <a:srgbClr val="172B3A"/>
                </a:solidFill>
                <a:latin typeface="IPAexGothic"/>
                <a:ea typeface="IPAexGothic"/>
                <a:cs typeface="IPAexGothic"/>
              </a:defRPr>
            </a:lvl1pPr>
            <a:lvl2pPr algn="ctr">
              <a:buNone/>
              <a:defRPr sz="1875">
                <a:solidFill>
                  <a:srgbClr val="172B3A"/>
                </a:solidFill>
                <a:latin typeface="IPAexGothic"/>
                <a:ea typeface="IPAexGothic"/>
                <a:cs typeface="IPAexGothic"/>
              </a:defRPr>
            </a:lvl2pPr>
            <a:lvl3pPr algn="ctr">
              <a:buNone/>
              <a:defRPr sz="1875">
                <a:solidFill>
                  <a:srgbClr val="172B3A"/>
                </a:solidFill>
                <a:latin typeface="IPAexGothic"/>
                <a:ea typeface="IPAexGothic"/>
                <a:cs typeface="IPAexGothic"/>
              </a:defRPr>
            </a:lvl3pPr>
            <a:lvl4pPr algn="ctr">
              <a:buNone/>
              <a:defRPr sz="1875">
                <a:solidFill>
                  <a:srgbClr val="172B3A"/>
                </a:solidFill>
                <a:latin typeface="IPAexGothic"/>
                <a:ea typeface="IPAexGothic"/>
                <a:cs typeface="IPAexGothic"/>
              </a:defRPr>
            </a:lvl4pPr>
            <a:lvl5pPr algn="ctr">
              <a:buNone/>
              <a:defRPr sz="1875">
                <a:solidFill>
                  <a:srgbClr val="172B3A"/>
                </a:solidFill>
                <a:latin typeface="IPAexGothic"/>
                <a:ea typeface="IPAexGothic"/>
                <a:cs typeface="IPAexGothic"/>
              </a:defRPr>
            </a:lvl5pPr>
            <a:lvl6pPr algn="ctr">
              <a:buNone/>
              <a:defRPr sz="1875">
                <a:solidFill>
                  <a:srgbClr val="172B3A"/>
                </a:solidFill>
                <a:latin typeface="IPAexGothic"/>
                <a:ea typeface="IPAexGothic"/>
                <a:cs typeface="IPAexGothic"/>
              </a:defRPr>
            </a:lvl6pPr>
            <a:lvl7pPr algn="ctr">
              <a:buNone/>
              <a:defRPr sz="1875">
                <a:solidFill>
                  <a:srgbClr val="172B3A"/>
                </a:solidFill>
                <a:latin typeface="IPAexGothic"/>
                <a:ea typeface="IPAexGothic"/>
                <a:cs typeface="IPAexGothic"/>
              </a:defRPr>
            </a:lvl7pPr>
            <a:lvl8pPr algn="ctr">
              <a:buNone/>
              <a:defRPr sz="1875">
                <a:solidFill>
                  <a:srgbClr val="172B3A"/>
                </a:solidFill>
                <a:latin typeface="IPAexGothic"/>
                <a:ea typeface="IPAexGothic"/>
                <a:cs typeface="IPAexGothic"/>
              </a:defRPr>
            </a:lvl8pPr>
            <a:lvl9pPr algn="ctr">
              <a:buNone/>
              <a:defRPr sz="1875">
                <a:solidFill>
                  <a:srgbClr val="172B3A"/>
                </a:solidFill>
                <a:latin typeface="IPAexGothic"/>
                <a:ea typeface="IPAexGothic"/>
                <a:cs typeface="IPAexGothic"/>
              </a:defRPr>
            </a:lvl9pPr>
          </a:lstStyle>
          <a:p xmlns:a="http://schemas.openxmlformats.org/drawingml/2006/main">
            <a:pPr algn="ctr">
              <a:buNone/>
              <a:defRPr sz="1875">
                <a:solidFill>
                  <a:srgbClr val="172B3A"/>
                </a:solidFill>
                <a:latin typeface="IPAexGothic"/>
                <a:ea typeface="IPAexGothic"/>
                <a:cs typeface="IPAexGothic"/>
              </a:defRPr>
            </a:pPr>
            <a:r>
              <a:rPr sz="1875">
                <a:solidFill>
                  <a:srgbClr val="172B3A"/>
                </a:solidFill>
                <a:latin typeface="IPAexGothic"/>
                <a:ea typeface="IPAexGothic"/>
                <a:cs typeface="IPAexGothic"/>
              </a:rPr>
              <a:t>W000　0秒以上30秒未満</a:t>
            </a:r>
          </a:p>
        </p:txBody>
      </p:sp>
      <p:sp>
        <p:nvSpPr>
          <p:cNvPr id="5" name="text-4">
            <a:extLst xmlns:a="http://schemas.openxmlformats.org/drawingml/2006/main">
              <a:ext uri="{FF2B5EF4-FFF2-40B4-BE49-F238E27FC236}">
                <a16:creationId xmlns:a16="http://schemas.microsoft.com/office/drawing/2014/main" id="{CF05D409-19A4-4F54-B34A-42B755998406}"/>
              </a:ext>
            </a:extLst>
          </p:cNvPr>
          <p:cNvSpPr>
            <a:spLocks xmlns:a="http://schemas.openxmlformats.org/drawingml/2006/main" noGrp="1"/>
          </p:cNvSpPr>
          <p:nvPr/>
        </p:nvSpPr>
        <p:spPr>
          <a:xfrm xmlns:a="http://schemas.openxmlformats.org/drawingml/2006/main">
            <a:off x="1143000" y="1819275"/>
            <a:ext cx="104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1725" b="0">
                <a:solidFill>
                  <a:srgbClr val="172B3A"/>
                </a:solidFill>
                <a:latin typeface="IPAexGothic"/>
                <a:ea typeface="IPAexGothic"/>
                <a:cs typeface="IPAexGothic"/>
              </a:defRPr>
            </a:defPPr>
            <a:lvl1pPr algn="l">
              <a:buNone/>
              <a:defRPr sz="1725" b="0">
                <a:solidFill>
                  <a:srgbClr val="172B3A"/>
                </a:solidFill>
                <a:latin typeface="IPAexGothic"/>
                <a:ea typeface="IPAexGothic"/>
                <a:cs typeface="IPAexGothic"/>
              </a:defRPr>
            </a:lvl1pPr>
            <a:lvl2pPr algn="l">
              <a:buNone/>
              <a:defRPr sz="1725" b="0">
                <a:solidFill>
                  <a:srgbClr val="172B3A"/>
                </a:solidFill>
                <a:latin typeface="IPAexGothic"/>
                <a:ea typeface="IPAexGothic"/>
                <a:cs typeface="IPAexGothic"/>
              </a:defRPr>
            </a:lvl2pPr>
            <a:lvl3pPr algn="l">
              <a:buNone/>
              <a:defRPr sz="1725" b="0">
                <a:solidFill>
                  <a:srgbClr val="172B3A"/>
                </a:solidFill>
                <a:latin typeface="IPAexGothic"/>
                <a:ea typeface="IPAexGothic"/>
                <a:cs typeface="IPAexGothic"/>
              </a:defRPr>
            </a:lvl3pPr>
            <a:lvl4pPr algn="l">
              <a:buNone/>
              <a:defRPr sz="1725" b="0">
                <a:solidFill>
                  <a:srgbClr val="172B3A"/>
                </a:solidFill>
                <a:latin typeface="IPAexGothic"/>
                <a:ea typeface="IPAexGothic"/>
                <a:cs typeface="IPAexGothic"/>
              </a:defRPr>
            </a:lvl4pPr>
            <a:lvl5pPr algn="l">
              <a:buNone/>
              <a:defRPr sz="1725" b="0">
                <a:solidFill>
                  <a:srgbClr val="172B3A"/>
                </a:solidFill>
                <a:latin typeface="IPAexGothic"/>
                <a:ea typeface="IPAexGothic"/>
                <a:cs typeface="IPAexGothic"/>
              </a:defRPr>
            </a:lvl5pPr>
            <a:lvl6pPr algn="l">
              <a:buNone/>
              <a:defRPr sz="1725" b="0">
                <a:solidFill>
                  <a:srgbClr val="172B3A"/>
                </a:solidFill>
                <a:latin typeface="IPAexGothic"/>
                <a:ea typeface="IPAexGothic"/>
                <a:cs typeface="IPAexGothic"/>
              </a:defRPr>
            </a:lvl6pPr>
            <a:lvl7pPr algn="l">
              <a:buNone/>
              <a:defRPr sz="1725" b="0">
                <a:solidFill>
                  <a:srgbClr val="172B3A"/>
                </a:solidFill>
                <a:latin typeface="IPAexGothic"/>
                <a:ea typeface="IPAexGothic"/>
                <a:cs typeface="IPAexGothic"/>
              </a:defRPr>
            </a:lvl7pPr>
            <a:lvl8pPr algn="l">
              <a:buNone/>
              <a:defRPr sz="1725" b="0">
                <a:solidFill>
                  <a:srgbClr val="172B3A"/>
                </a:solidFill>
                <a:latin typeface="IPAexGothic"/>
                <a:ea typeface="IPAexGothic"/>
                <a:cs typeface="IPAexGothic"/>
              </a:defRPr>
            </a:lvl8pPr>
            <a:lvl9pPr algn="l">
              <a:buNone/>
              <a:defRPr sz="1725" b="0">
                <a:solidFill>
                  <a:srgbClr val="172B3A"/>
                </a:solidFill>
                <a:latin typeface="IPAexGothic"/>
                <a:ea typeface="IPAexGothic"/>
                <a:cs typeface="IPAexGothic"/>
              </a:defRPr>
            </a:lvl9pPr>
          </a:lstStyle>
          <a:p xmlns:a="http://schemas.openxmlformats.org/drawingml/2006/main">
            <a:pPr algn="l">
              <a:buNone/>
              <a:defRPr sz="1725" b="0">
                <a:solidFill>
                  <a:srgbClr val="172B3A"/>
                </a:solidFill>
                <a:latin typeface="IPAexGothic"/>
                <a:ea typeface="IPAexGothic"/>
                <a:cs typeface="IPAexGothic"/>
              </a:defRPr>
            </a:pPr>
            <a:r>
              <a:rPr sz="1725" b="0">
                <a:solidFill>
                  <a:srgbClr val="172B3A"/>
                </a:solidFill>
                <a:latin typeface="IPAexGothic"/>
                <a:ea typeface="IPAexGothic"/>
                <a:cs typeface="IPAexGothic"/>
              </a:rPr>
              <a:t>0秒</a:t>
            </a:r>
          </a:p>
        </p:txBody>
      </p:sp>
      <p:sp>
        <p:nvSpPr>
          <p:cNvPr id="6" name="text-5">
            <a:extLst xmlns:a="http://schemas.openxmlformats.org/drawingml/2006/main">
              <a:ext uri="{FF2B5EF4-FFF2-40B4-BE49-F238E27FC236}">
                <a16:creationId xmlns:a16="http://schemas.microsoft.com/office/drawing/2014/main" id="{AD51B60C-FF6D-4D8B-8915-B88D63BEF2E2}"/>
              </a:ext>
            </a:extLst>
          </p:cNvPr>
          <p:cNvSpPr>
            <a:spLocks xmlns:a="http://schemas.openxmlformats.org/drawingml/2006/main" noGrp="1"/>
          </p:cNvSpPr>
          <p:nvPr/>
        </p:nvSpPr>
        <p:spPr>
          <a:xfrm xmlns:a="http://schemas.openxmlformats.org/drawingml/2006/main">
            <a:off x="8620125" y="2762250"/>
            <a:ext cx="1095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ctr">
              <a:defRPr sz="1725" b="0">
                <a:solidFill>
                  <a:srgbClr val="172B3A"/>
                </a:solidFill>
                <a:latin typeface="IPAexGothic"/>
                <a:ea typeface="IPAexGothic"/>
                <a:cs typeface="IPAexGothic"/>
              </a:defRPr>
            </a:defPPr>
            <a:lvl1pPr algn="ctr">
              <a:buNone/>
              <a:defRPr sz="1725" b="0">
                <a:solidFill>
                  <a:srgbClr val="172B3A"/>
                </a:solidFill>
                <a:latin typeface="IPAexGothic"/>
                <a:ea typeface="IPAexGothic"/>
                <a:cs typeface="IPAexGothic"/>
              </a:defRPr>
            </a:lvl1pPr>
            <a:lvl2pPr algn="ctr">
              <a:buNone/>
              <a:defRPr sz="1725" b="0">
                <a:solidFill>
                  <a:srgbClr val="172B3A"/>
                </a:solidFill>
                <a:latin typeface="IPAexGothic"/>
                <a:ea typeface="IPAexGothic"/>
                <a:cs typeface="IPAexGothic"/>
              </a:defRPr>
            </a:lvl2pPr>
            <a:lvl3pPr algn="ctr">
              <a:buNone/>
              <a:defRPr sz="1725" b="0">
                <a:solidFill>
                  <a:srgbClr val="172B3A"/>
                </a:solidFill>
                <a:latin typeface="IPAexGothic"/>
                <a:ea typeface="IPAexGothic"/>
                <a:cs typeface="IPAexGothic"/>
              </a:defRPr>
            </a:lvl3pPr>
            <a:lvl4pPr algn="ctr">
              <a:buNone/>
              <a:defRPr sz="1725" b="0">
                <a:solidFill>
                  <a:srgbClr val="172B3A"/>
                </a:solidFill>
                <a:latin typeface="IPAexGothic"/>
                <a:ea typeface="IPAexGothic"/>
                <a:cs typeface="IPAexGothic"/>
              </a:defRPr>
            </a:lvl4pPr>
            <a:lvl5pPr algn="ctr">
              <a:buNone/>
              <a:defRPr sz="1725" b="0">
                <a:solidFill>
                  <a:srgbClr val="172B3A"/>
                </a:solidFill>
                <a:latin typeface="IPAexGothic"/>
                <a:ea typeface="IPAexGothic"/>
                <a:cs typeface="IPAexGothic"/>
              </a:defRPr>
            </a:lvl5pPr>
            <a:lvl6pPr algn="ctr">
              <a:buNone/>
              <a:defRPr sz="1725" b="0">
                <a:solidFill>
                  <a:srgbClr val="172B3A"/>
                </a:solidFill>
                <a:latin typeface="IPAexGothic"/>
                <a:ea typeface="IPAexGothic"/>
                <a:cs typeface="IPAexGothic"/>
              </a:defRPr>
            </a:lvl6pPr>
            <a:lvl7pPr algn="ctr">
              <a:buNone/>
              <a:defRPr sz="1725" b="0">
                <a:solidFill>
                  <a:srgbClr val="172B3A"/>
                </a:solidFill>
                <a:latin typeface="IPAexGothic"/>
                <a:ea typeface="IPAexGothic"/>
                <a:cs typeface="IPAexGothic"/>
              </a:defRPr>
            </a:lvl7pPr>
            <a:lvl8pPr algn="ctr">
              <a:buNone/>
              <a:defRPr sz="1725" b="0">
                <a:solidFill>
                  <a:srgbClr val="172B3A"/>
                </a:solidFill>
                <a:latin typeface="IPAexGothic"/>
                <a:ea typeface="IPAexGothic"/>
                <a:cs typeface="IPAexGothic"/>
              </a:defRPr>
            </a:lvl8pPr>
            <a:lvl9pPr algn="ctr">
              <a:buNone/>
              <a:defRPr sz="1725" b="0">
                <a:solidFill>
                  <a:srgbClr val="172B3A"/>
                </a:solidFill>
                <a:latin typeface="IPAexGothic"/>
                <a:ea typeface="IPAexGothic"/>
                <a:cs typeface="IPAexGothic"/>
              </a:defRPr>
            </a:lvl9pPr>
          </a:lstStyle>
          <a:p xmlns:a="http://schemas.openxmlformats.org/drawingml/2006/main">
            <a:pPr algn="ctr">
              <a:buNone/>
              <a:defRPr sz="1725" b="0">
                <a:solidFill>
                  <a:srgbClr val="172B3A"/>
                </a:solidFill>
                <a:latin typeface="IPAexGothic"/>
                <a:ea typeface="IPAexGothic"/>
                <a:cs typeface="IPAexGothic"/>
              </a:defRPr>
            </a:pPr>
            <a:r>
              <a:rPr sz="1725" b="0">
                <a:solidFill>
                  <a:srgbClr val="172B3A"/>
                </a:solidFill>
                <a:latin typeface="IPAexGothic"/>
                <a:ea typeface="IPAexGothic"/>
                <a:cs typeface="IPAexGothic"/>
              </a:rPr>
              <a:t>30秒</a:t>
            </a:r>
          </a:p>
        </p:txBody>
      </p:sp>
      <p:sp>
        <p:nvSpPr>
          <p:cNvPr id="7" name="">
            <a:extLst xmlns:a="http://schemas.openxmlformats.org/drawingml/2006/main">
              <a:ext uri="{FF2B5EF4-FFF2-40B4-BE49-F238E27FC236}">
                <a16:creationId xmlns:a16="http://schemas.microsoft.com/office/drawing/2014/main" id="{3D4E8CFB-7794-4770-9F6F-C855A6010E06}"/>
              </a:ext>
            </a:extLst>
          </p:cNvPr>
          <p:cNvSpPr>
            <a:spLocks xmlns:a="http://schemas.openxmlformats.org/drawingml/2006/main" noGrp="1"/>
          </p:cNvSpPr>
          <p:nvPr/>
        </p:nvSpPr>
        <p:spPr>
          <a:xfrm xmlns:a="http://schemas.openxmlformats.org/drawingml/2006/main">
            <a:off x="1676400" y="3209925"/>
            <a:ext cx="8001000" cy="571500"/>
          </a:xfrm>
          <a:prstGeom xmlns:a="http://schemas.openxmlformats.org/drawingml/2006/main" prst="rect">
            <a:avLst/>
          </a:prstGeom>
          <a:solidFill xmlns:a="http://schemas.openxmlformats.org/drawingml/2006/main">
            <a:srgbClr val="E4F1ED"/>
          </a:solidFill>
          <a:ln xmlns:a="http://schemas.openxmlformats.org/drawingml/2006/main" w="14288">
            <a:solidFill>
              <a:srgbClr val="236487"/>
            </a:solidFill>
            <a:prstDash val="solid"/>
          </a:ln>
        </p:spPr>
        <p:txBody>
          <a:bodyPr xmlns:a="http://schemas.openxmlformats.org/drawingml/2006/main" lIns="76200" tIns="76200" rIns="76200" bIns="76200" anchor="ctr"/>
          <a:lstStyle xmlns:a="http://schemas.openxmlformats.org/drawingml/2006/main">
            <a:defPPr algn="ctr">
              <a:defRPr sz="1875">
                <a:solidFill>
                  <a:srgbClr val="172B3A"/>
                </a:solidFill>
                <a:latin typeface="IPAexGothic"/>
                <a:ea typeface="IPAexGothic"/>
                <a:cs typeface="IPAexGothic"/>
              </a:defRPr>
            </a:defPPr>
            <a:lvl1pPr algn="ctr">
              <a:buNone/>
              <a:defRPr sz="1875">
                <a:solidFill>
                  <a:srgbClr val="172B3A"/>
                </a:solidFill>
                <a:latin typeface="IPAexGothic"/>
                <a:ea typeface="IPAexGothic"/>
                <a:cs typeface="IPAexGothic"/>
              </a:defRPr>
            </a:lvl1pPr>
            <a:lvl2pPr algn="ctr">
              <a:buNone/>
              <a:defRPr sz="1875">
                <a:solidFill>
                  <a:srgbClr val="172B3A"/>
                </a:solidFill>
                <a:latin typeface="IPAexGothic"/>
                <a:ea typeface="IPAexGothic"/>
                <a:cs typeface="IPAexGothic"/>
              </a:defRPr>
            </a:lvl2pPr>
            <a:lvl3pPr algn="ctr">
              <a:buNone/>
              <a:defRPr sz="1875">
                <a:solidFill>
                  <a:srgbClr val="172B3A"/>
                </a:solidFill>
                <a:latin typeface="IPAexGothic"/>
                <a:ea typeface="IPAexGothic"/>
                <a:cs typeface="IPAexGothic"/>
              </a:defRPr>
            </a:lvl3pPr>
            <a:lvl4pPr algn="ctr">
              <a:buNone/>
              <a:defRPr sz="1875">
                <a:solidFill>
                  <a:srgbClr val="172B3A"/>
                </a:solidFill>
                <a:latin typeface="IPAexGothic"/>
                <a:ea typeface="IPAexGothic"/>
                <a:cs typeface="IPAexGothic"/>
              </a:defRPr>
            </a:lvl4pPr>
            <a:lvl5pPr algn="ctr">
              <a:buNone/>
              <a:defRPr sz="1875">
                <a:solidFill>
                  <a:srgbClr val="172B3A"/>
                </a:solidFill>
                <a:latin typeface="IPAexGothic"/>
                <a:ea typeface="IPAexGothic"/>
                <a:cs typeface="IPAexGothic"/>
              </a:defRPr>
            </a:lvl5pPr>
            <a:lvl6pPr algn="ctr">
              <a:buNone/>
              <a:defRPr sz="1875">
                <a:solidFill>
                  <a:srgbClr val="172B3A"/>
                </a:solidFill>
                <a:latin typeface="IPAexGothic"/>
                <a:ea typeface="IPAexGothic"/>
                <a:cs typeface="IPAexGothic"/>
              </a:defRPr>
            </a:lvl6pPr>
            <a:lvl7pPr algn="ctr">
              <a:buNone/>
              <a:defRPr sz="1875">
                <a:solidFill>
                  <a:srgbClr val="172B3A"/>
                </a:solidFill>
                <a:latin typeface="IPAexGothic"/>
                <a:ea typeface="IPAexGothic"/>
                <a:cs typeface="IPAexGothic"/>
              </a:defRPr>
            </a:lvl7pPr>
            <a:lvl8pPr algn="ctr">
              <a:buNone/>
              <a:defRPr sz="1875">
                <a:solidFill>
                  <a:srgbClr val="172B3A"/>
                </a:solidFill>
                <a:latin typeface="IPAexGothic"/>
                <a:ea typeface="IPAexGothic"/>
                <a:cs typeface="IPAexGothic"/>
              </a:defRPr>
            </a:lvl8pPr>
            <a:lvl9pPr algn="ctr">
              <a:buNone/>
              <a:defRPr sz="1875">
                <a:solidFill>
                  <a:srgbClr val="172B3A"/>
                </a:solidFill>
                <a:latin typeface="IPAexGothic"/>
                <a:ea typeface="IPAexGothic"/>
                <a:cs typeface="IPAexGothic"/>
              </a:defRPr>
            </a:lvl9pPr>
          </a:lstStyle>
          <a:p xmlns:a="http://schemas.openxmlformats.org/drawingml/2006/main">
            <a:pPr algn="ctr">
              <a:buNone/>
              <a:defRPr sz="1875">
                <a:solidFill>
                  <a:srgbClr val="172B3A"/>
                </a:solidFill>
                <a:latin typeface="IPAexGothic"/>
                <a:ea typeface="IPAexGothic"/>
                <a:cs typeface="IPAexGothic"/>
              </a:defRPr>
            </a:pPr>
            <a:r>
              <a:rPr sz="1875">
                <a:solidFill>
                  <a:srgbClr val="172B3A"/>
                </a:solidFill>
                <a:latin typeface="IPAexGothic"/>
                <a:ea typeface="IPAexGothic"/>
                <a:cs typeface="IPAexGothic"/>
              </a:rPr>
              <a:t>W001　2秒以上32秒未満</a:t>
            </a:r>
          </a:p>
        </p:txBody>
      </p:sp>
      <p:sp>
        <p:nvSpPr>
          <p:cNvPr id="8" name="text-7">
            <a:extLst xmlns:a="http://schemas.openxmlformats.org/drawingml/2006/main">
              <a:ext uri="{FF2B5EF4-FFF2-40B4-BE49-F238E27FC236}">
                <a16:creationId xmlns:a16="http://schemas.microsoft.com/office/drawing/2014/main" id="{0666822A-11FB-4A81-AD98-629F253FD589}"/>
              </a:ext>
            </a:extLst>
          </p:cNvPr>
          <p:cNvSpPr>
            <a:spLocks xmlns:a="http://schemas.openxmlformats.org/drawingml/2006/main" noGrp="1"/>
          </p:cNvSpPr>
          <p:nvPr/>
        </p:nvSpPr>
        <p:spPr>
          <a:xfrm xmlns:a="http://schemas.openxmlformats.org/drawingml/2006/main">
            <a:off x="1676400" y="2886075"/>
            <a:ext cx="104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1725" b="0">
                <a:solidFill>
                  <a:srgbClr val="172B3A"/>
                </a:solidFill>
                <a:latin typeface="IPAexGothic"/>
                <a:ea typeface="IPAexGothic"/>
                <a:cs typeface="IPAexGothic"/>
              </a:defRPr>
            </a:defPPr>
            <a:lvl1pPr algn="l">
              <a:buNone/>
              <a:defRPr sz="1725" b="0">
                <a:solidFill>
                  <a:srgbClr val="172B3A"/>
                </a:solidFill>
                <a:latin typeface="IPAexGothic"/>
                <a:ea typeface="IPAexGothic"/>
                <a:cs typeface="IPAexGothic"/>
              </a:defRPr>
            </a:lvl1pPr>
            <a:lvl2pPr algn="l">
              <a:buNone/>
              <a:defRPr sz="1725" b="0">
                <a:solidFill>
                  <a:srgbClr val="172B3A"/>
                </a:solidFill>
                <a:latin typeface="IPAexGothic"/>
                <a:ea typeface="IPAexGothic"/>
                <a:cs typeface="IPAexGothic"/>
              </a:defRPr>
            </a:lvl2pPr>
            <a:lvl3pPr algn="l">
              <a:buNone/>
              <a:defRPr sz="1725" b="0">
                <a:solidFill>
                  <a:srgbClr val="172B3A"/>
                </a:solidFill>
                <a:latin typeface="IPAexGothic"/>
                <a:ea typeface="IPAexGothic"/>
                <a:cs typeface="IPAexGothic"/>
              </a:defRPr>
            </a:lvl3pPr>
            <a:lvl4pPr algn="l">
              <a:buNone/>
              <a:defRPr sz="1725" b="0">
                <a:solidFill>
                  <a:srgbClr val="172B3A"/>
                </a:solidFill>
                <a:latin typeface="IPAexGothic"/>
                <a:ea typeface="IPAexGothic"/>
                <a:cs typeface="IPAexGothic"/>
              </a:defRPr>
            </a:lvl4pPr>
            <a:lvl5pPr algn="l">
              <a:buNone/>
              <a:defRPr sz="1725" b="0">
                <a:solidFill>
                  <a:srgbClr val="172B3A"/>
                </a:solidFill>
                <a:latin typeface="IPAexGothic"/>
                <a:ea typeface="IPAexGothic"/>
                <a:cs typeface="IPAexGothic"/>
              </a:defRPr>
            </a:lvl5pPr>
            <a:lvl6pPr algn="l">
              <a:buNone/>
              <a:defRPr sz="1725" b="0">
                <a:solidFill>
                  <a:srgbClr val="172B3A"/>
                </a:solidFill>
                <a:latin typeface="IPAexGothic"/>
                <a:ea typeface="IPAexGothic"/>
                <a:cs typeface="IPAexGothic"/>
              </a:defRPr>
            </a:lvl6pPr>
            <a:lvl7pPr algn="l">
              <a:buNone/>
              <a:defRPr sz="1725" b="0">
                <a:solidFill>
                  <a:srgbClr val="172B3A"/>
                </a:solidFill>
                <a:latin typeface="IPAexGothic"/>
                <a:ea typeface="IPAexGothic"/>
                <a:cs typeface="IPAexGothic"/>
              </a:defRPr>
            </a:lvl7pPr>
            <a:lvl8pPr algn="l">
              <a:buNone/>
              <a:defRPr sz="1725" b="0">
                <a:solidFill>
                  <a:srgbClr val="172B3A"/>
                </a:solidFill>
                <a:latin typeface="IPAexGothic"/>
                <a:ea typeface="IPAexGothic"/>
                <a:cs typeface="IPAexGothic"/>
              </a:defRPr>
            </a:lvl8pPr>
            <a:lvl9pPr algn="l">
              <a:buNone/>
              <a:defRPr sz="1725" b="0">
                <a:solidFill>
                  <a:srgbClr val="172B3A"/>
                </a:solidFill>
                <a:latin typeface="IPAexGothic"/>
                <a:ea typeface="IPAexGothic"/>
                <a:cs typeface="IPAexGothic"/>
              </a:defRPr>
            </a:lvl9pPr>
          </a:lstStyle>
          <a:p xmlns:a="http://schemas.openxmlformats.org/drawingml/2006/main">
            <a:pPr algn="l">
              <a:buNone/>
              <a:defRPr sz="1725" b="0">
                <a:solidFill>
                  <a:srgbClr val="172B3A"/>
                </a:solidFill>
                <a:latin typeface="IPAexGothic"/>
                <a:ea typeface="IPAexGothic"/>
                <a:cs typeface="IPAexGothic"/>
              </a:defRPr>
            </a:pPr>
            <a:r>
              <a:rPr sz="1725" b="0">
                <a:solidFill>
                  <a:srgbClr val="172B3A"/>
                </a:solidFill>
                <a:latin typeface="IPAexGothic"/>
                <a:ea typeface="IPAexGothic"/>
                <a:cs typeface="IPAexGothic"/>
              </a:rPr>
              <a:t>2秒</a:t>
            </a:r>
          </a:p>
        </p:txBody>
      </p:sp>
      <p:sp>
        <p:nvSpPr>
          <p:cNvPr id="9" name="text-8">
            <a:extLst xmlns:a="http://schemas.openxmlformats.org/drawingml/2006/main">
              <a:ext uri="{FF2B5EF4-FFF2-40B4-BE49-F238E27FC236}">
                <a16:creationId xmlns:a16="http://schemas.microsoft.com/office/drawing/2014/main" id="{8801261A-7E5F-4F88-9B97-090B31D32681}"/>
              </a:ext>
            </a:extLst>
          </p:cNvPr>
          <p:cNvSpPr>
            <a:spLocks xmlns:a="http://schemas.openxmlformats.org/drawingml/2006/main" noGrp="1"/>
          </p:cNvSpPr>
          <p:nvPr/>
        </p:nvSpPr>
        <p:spPr>
          <a:xfrm xmlns:a="http://schemas.openxmlformats.org/drawingml/2006/main">
            <a:off x="9153525" y="3829050"/>
            <a:ext cx="1095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ctr">
              <a:defRPr sz="1725" b="0">
                <a:solidFill>
                  <a:srgbClr val="172B3A"/>
                </a:solidFill>
                <a:latin typeface="IPAexGothic"/>
                <a:ea typeface="IPAexGothic"/>
                <a:cs typeface="IPAexGothic"/>
              </a:defRPr>
            </a:defPPr>
            <a:lvl1pPr algn="ctr">
              <a:buNone/>
              <a:defRPr sz="1725" b="0">
                <a:solidFill>
                  <a:srgbClr val="172B3A"/>
                </a:solidFill>
                <a:latin typeface="IPAexGothic"/>
                <a:ea typeface="IPAexGothic"/>
                <a:cs typeface="IPAexGothic"/>
              </a:defRPr>
            </a:lvl1pPr>
            <a:lvl2pPr algn="ctr">
              <a:buNone/>
              <a:defRPr sz="1725" b="0">
                <a:solidFill>
                  <a:srgbClr val="172B3A"/>
                </a:solidFill>
                <a:latin typeface="IPAexGothic"/>
                <a:ea typeface="IPAexGothic"/>
                <a:cs typeface="IPAexGothic"/>
              </a:defRPr>
            </a:lvl2pPr>
            <a:lvl3pPr algn="ctr">
              <a:buNone/>
              <a:defRPr sz="1725" b="0">
                <a:solidFill>
                  <a:srgbClr val="172B3A"/>
                </a:solidFill>
                <a:latin typeface="IPAexGothic"/>
                <a:ea typeface="IPAexGothic"/>
                <a:cs typeface="IPAexGothic"/>
              </a:defRPr>
            </a:lvl3pPr>
            <a:lvl4pPr algn="ctr">
              <a:buNone/>
              <a:defRPr sz="1725" b="0">
                <a:solidFill>
                  <a:srgbClr val="172B3A"/>
                </a:solidFill>
                <a:latin typeface="IPAexGothic"/>
                <a:ea typeface="IPAexGothic"/>
                <a:cs typeface="IPAexGothic"/>
              </a:defRPr>
            </a:lvl4pPr>
            <a:lvl5pPr algn="ctr">
              <a:buNone/>
              <a:defRPr sz="1725" b="0">
                <a:solidFill>
                  <a:srgbClr val="172B3A"/>
                </a:solidFill>
                <a:latin typeface="IPAexGothic"/>
                <a:ea typeface="IPAexGothic"/>
                <a:cs typeface="IPAexGothic"/>
              </a:defRPr>
            </a:lvl5pPr>
            <a:lvl6pPr algn="ctr">
              <a:buNone/>
              <a:defRPr sz="1725" b="0">
                <a:solidFill>
                  <a:srgbClr val="172B3A"/>
                </a:solidFill>
                <a:latin typeface="IPAexGothic"/>
                <a:ea typeface="IPAexGothic"/>
                <a:cs typeface="IPAexGothic"/>
              </a:defRPr>
            </a:lvl6pPr>
            <a:lvl7pPr algn="ctr">
              <a:buNone/>
              <a:defRPr sz="1725" b="0">
                <a:solidFill>
                  <a:srgbClr val="172B3A"/>
                </a:solidFill>
                <a:latin typeface="IPAexGothic"/>
                <a:ea typeface="IPAexGothic"/>
                <a:cs typeface="IPAexGothic"/>
              </a:defRPr>
            </a:lvl7pPr>
            <a:lvl8pPr algn="ctr">
              <a:buNone/>
              <a:defRPr sz="1725" b="0">
                <a:solidFill>
                  <a:srgbClr val="172B3A"/>
                </a:solidFill>
                <a:latin typeface="IPAexGothic"/>
                <a:ea typeface="IPAexGothic"/>
                <a:cs typeface="IPAexGothic"/>
              </a:defRPr>
            </a:lvl8pPr>
            <a:lvl9pPr algn="ctr">
              <a:buNone/>
              <a:defRPr sz="1725" b="0">
                <a:solidFill>
                  <a:srgbClr val="172B3A"/>
                </a:solidFill>
                <a:latin typeface="IPAexGothic"/>
                <a:ea typeface="IPAexGothic"/>
                <a:cs typeface="IPAexGothic"/>
              </a:defRPr>
            </a:lvl9pPr>
          </a:lstStyle>
          <a:p xmlns:a="http://schemas.openxmlformats.org/drawingml/2006/main">
            <a:pPr algn="ctr">
              <a:buNone/>
              <a:defRPr sz="1725" b="0">
                <a:solidFill>
                  <a:srgbClr val="172B3A"/>
                </a:solidFill>
                <a:latin typeface="IPAexGothic"/>
                <a:ea typeface="IPAexGothic"/>
                <a:cs typeface="IPAexGothic"/>
              </a:defRPr>
            </a:pPr>
            <a:r>
              <a:rPr sz="1725" b="0">
                <a:solidFill>
                  <a:srgbClr val="172B3A"/>
                </a:solidFill>
                <a:latin typeface="IPAexGothic"/>
                <a:ea typeface="IPAexGothic"/>
                <a:cs typeface="IPAexGothic"/>
              </a:rPr>
              <a:t>32秒</a:t>
            </a:r>
          </a:p>
        </p:txBody>
      </p:sp>
      <p:sp>
        <p:nvSpPr>
          <p:cNvPr id="10" name="">
            <a:extLst xmlns:a="http://schemas.openxmlformats.org/drawingml/2006/main">
              <a:ext uri="{FF2B5EF4-FFF2-40B4-BE49-F238E27FC236}">
                <a16:creationId xmlns:a16="http://schemas.microsoft.com/office/drawing/2014/main" id="{F180D542-B38F-4657-960D-EEAC3C173BDC}"/>
              </a:ext>
            </a:extLst>
          </p:cNvPr>
          <p:cNvSpPr>
            <a:spLocks xmlns:a="http://schemas.openxmlformats.org/drawingml/2006/main" noGrp="1"/>
          </p:cNvSpPr>
          <p:nvPr/>
        </p:nvSpPr>
        <p:spPr>
          <a:xfrm xmlns:a="http://schemas.openxmlformats.org/drawingml/2006/main">
            <a:off x="2209800" y="4276725"/>
            <a:ext cx="8001000" cy="571500"/>
          </a:xfrm>
          <a:prstGeom xmlns:a="http://schemas.openxmlformats.org/drawingml/2006/main" prst="rect">
            <a:avLst/>
          </a:prstGeom>
          <a:solidFill xmlns:a="http://schemas.openxmlformats.org/drawingml/2006/main">
            <a:srgbClr val="EAF1F5"/>
          </a:solidFill>
          <a:ln xmlns:a="http://schemas.openxmlformats.org/drawingml/2006/main" w="14288">
            <a:solidFill>
              <a:srgbClr val="236487"/>
            </a:solidFill>
            <a:prstDash val="solid"/>
          </a:ln>
        </p:spPr>
        <p:txBody>
          <a:bodyPr xmlns:a="http://schemas.openxmlformats.org/drawingml/2006/main" lIns="76200" tIns="76200" rIns="76200" bIns="76200" anchor="ctr"/>
          <a:lstStyle xmlns:a="http://schemas.openxmlformats.org/drawingml/2006/main">
            <a:defPPr algn="ctr">
              <a:defRPr sz="1875">
                <a:solidFill>
                  <a:srgbClr val="172B3A"/>
                </a:solidFill>
                <a:latin typeface="IPAexGothic"/>
                <a:ea typeface="IPAexGothic"/>
                <a:cs typeface="IPAexGothic"/>
              </a:defRPr>
            </a:defPPr>
            <a:lvl1pPr algn="ctr">
              <a:buNone/>
              <a:defRPr sz="1875">
                <a:solidFill>
                  <a:srgbClr val="172B3A"/>
                </a:solidFill>
                <a:latin typeface="IPAexGothic"/>
                <a:ea typeface="IPAexGothic"/>
                <a:cs typeface="IPAexGothic"/>
              </a:defRPr>
            </a:lvl1pPr>
            <a:lvl2pPr algn="ctr">
              <a:buNone/>
              <a:defRPr sz="1875">
                <a:solidFill>
                  <a:srgbClr val="172B3A"/>
                </a:solidFill>
                <a:latin typeface="IPAexGothic"/>
                <a:ea typeface="IPAexGothic"/>
                <a:cs typeface="IPAexGothic"/>
              </a:defRPr>
            </a:lvl2pPr>
            <a:lvl3pPr algn="ctr">
              <a:buNone/>
              <a:defRPr sz="1875">
                <a:solidFill>
                  <a:srgbClr val="172B3A"/>
                </a:solidFill>
                <a:latin typeface="IPAexGothic"/>
                <a:ea typeface="IPAexGothic"/>
                <a:cs typeface="IPAexGothic"/>
              </a:defRPr>
            </a:lvl3pPr>
            <a:lvl4pPr algn="ctr">
              <a:buNone/>
              <a:defRPr sz="1875">
                <a:solidFill>
                  <a:srgbClr val="172B3A"/>
                </a:solidFill>
                <a:latin typeface="IPAexGothic"/>
                <a:ea typeface="IPAexGothic"/>
                <a:cs typeface="IPAexGothic"/>
              </a:defRPr>
            </a:lvl4pPr>
            <a:lvl5pPr algn="ctr">
              <a:buNone/>
              <a:defRPr sz="1875">
                <a:solidFill>
                  <a:srgbClr val="172B3A"/>
                </a:solidFill>
                <a:latin typeface="IPAexGothic"/>
                <a:ea typeface="IPAexGothic"/>
                <a:cs typeface="IPAexGothic"/>
              </a:defRPr>
            </a:lvl5pPr>
            <a:lvl6pPr algn="ctr">
              <a:buNone/>
              <a:defRPr sz="1875">
                <a:solidFill>
                  <a:srgbClr val="172B3A"/>
                </a:solidFill>
                <a:latin typeface="IPAexGothic"/>
                <a:ea typeface="IPAexGothic"/>
                <a:cs typeface="IPAexGothic"/>
              </a:defRPr>
            </a:lvl6pPr>
            <a:lvl7pPr algn="ctr">
              <a:buNone/>
              <a:defRPr sz="1875">
                <a:solidFill>
                  <a:srgbClr val="172B3A"/>
                </a:solidFill>
                <a:latin typeface="IPAexGothic"/>
                <a:ea typeface="IPAexGothic"/>
                <a:cs typeface="IPAexGothic"/>
              </a:defRPr>
            </a:lvl7pPr>
            <a:lvl8pPr algn="ctr">
              <a:buNone/>
              <a:defRPr sz="1875">
                <a:solidFill>
                  <a:srgbClr val="172B3A"/>
                </a:solidFill>
                <a:latin typeface="IPAexGothic"/>
                <a:ea typeface="IPAexGothic"/>
                <a:cs typeface="IPAexGothic"/>
              </a:defRPr>
            </a:lvl8pPr>
            <a:lvl9pPr algn="ctr">
              <a:buNone/>
              <a:defRPr sz="1875">
                <a:solidFill>
                  <a:srgbClr val="172B3A"/>
                </a:solidFill>
                <a:latin typeface="IPAexGothic"/>
                <a:ea typeface="IPAexGothic"/>
                <a:cs typeface="IPAexGothic"/>
              </a:defRPr>
            </a:lvl9pPr>
          </a:lstStyle>
          <a:p xmlns:a="http://schemas.openxmlformats.org/drawingml/2006/main">
            <a:pPr algn="ctr">
              <a:buNone/>
              <a:defRPr sz="1875">
                <a:solidFill>
                  <a:srgbClr val="172B3A"/>
                </a:solidFill>
                <a:latin typeface="IPAexGothic"/>
                <a:ea typeface="IPAexGothic"/>
                <a:cs typeface="IPAexGothic"/>
              </a:defRPr>
            </a:pPr>
            <a:r>
              <a:rPr sz="1875">
                <a:solidFill>
                  <a:srgbClr val="172B3A"/>
                </a:solidFill>
                <a:latin typeface="IPAexGothic"/>
                <a:ea typeface="IPAexGothic"/>
                <a:cs typeface="IPAexGothic"/>
              </a:rPr>
              <a:t>W002　4秒以上34秒未満</a:t>
            </a:r>
          </a:p>
        </p:txBody>
      </p:sp>
      <p:sp>
        <p:nvSpPr>
          <p:cNvPr id="11" name="text-10">
            <a:extLst xmlns:a="http://schemas.openxmlformats.org/drawingml/2006/main">
              <a:ext uri="{FF2B5EF4-FFF2-40B4-BE49-F238E27FC236}">
                <a16:creationId xmlns:a16="http://schemas.microsoft.com/office/drawing/2014/main" id="{CB03F7F9-2B6D-4C1E-979D-2DF0B2750BEE}"/>
              </a:ext>
            </a:extLst>
          </p:cNvPr>
          <p:cNvSpPr>
            <a:spLocks xmlns:a="http://schemas.openxmlformats.org/drawingml/2006/main" noGrp="1"/>
          </p:cNvSpPr>
          <p:nvPr/>
        </p:nvSpPr>
        <p:spPr>
          <a:xfrm xmlns:a="http://schemas.openxmlformats.org/drawingml/2006/main">
            <a:off x="2209800" y="3952875"/>
            <a:ext cx="104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1725" b="0">
                <a:solidFill>
                  <a:srgbClr val="172B3A"/>
                </a:solidFill>
                <a:latin typeface="IPAexGothic"/>
                <a:ea typeface="IPAexGothic"/>
                <a:cs typeface="IPAexGothic"/>
              </a:defRPr>
            </a:defPPr>
            <a:lvl1pPr algn="l">
              <a:buNone/>
              <a:defRPr sz="1725" b="0">
                <a:solidFill>
                  <a:srgbClr val="172B3A"/>
                </a:solidFill>
                <a:latin typeface="IPAexGothic"/>
                <a:ea typeface="IPAexGothic"/>
                <a:cs typeface="IPAexGothic"/>
              </a:defRPr>
            </a:lvl1pPr>
            <a:lvl2pPr algn="l">
              <a:buNone/>
              <a:defRPr sz="1725" b="0">
                <a:solidFill>
                  <a:srgbClr val="172B3A"/>
                </a:solidFill>
                <a:latin typeface="IPAexGothic"/>
                <a:ea typeface="IPAexGothic"/>
                <a:cs typeface="IPAexGothic"/>
              </a:defRPr>
            </a:lvl2pPr>
            <a:lvl3pPr algn="l">
              <a:buNone/>
              <a:defRPr sz="1725" b="0">
                <a:solidFill>
                  <a:srgbClr val="172B3A"/>
                </a:solidFill>
                <a:latin typeface="IPAexGothic"/>
                <a:ea typeface="IPAexGothic"/>
                <a:cs typeface="IPAexGothic"/>
              </a:defRPr>
            </a:lvl3pPr>
            <a:lvl4pPr algn="l">
              <a:buNone/>
              <a:defRPr sz="1725" b="0">
                <a:solidFill>
                  <a:srgbClr val="172B3A"/>
                </a:solidFill>
                <a:latin typeface="IPAexGothic"/>
                <a:ea typeface="IPAexGothic"/>
                <a:cs typeface="IPAexGothic"/>
              </a:defRPr>
            </a:lvl4pPr>
            <a:lvl5pPr algn="l">
              <a:buNone/>
              <a:defRPr sz="1725" b="0">
                <a:solidFill>
                  <a:srgbClr val="172B3A"/>
                </a:solidFill>
                <a:latin typeface="IPAexGothic"/>
                <a:ea typeface="IPAexGothic"/>
                <a:cs typeface="IPAexGothic"/>
              </a:defRPr>
            </a:lvl5pPr>
            <a:lvl6pPr algn="l">
              <a:buNone/>
              <a:defRPr sz="1725" b="0">
                <a:solidFill>
                  <a:srgbClr val="172B3A"/>
                </a:solidFill>
                <a:latin typeface="IPAexGothic"/>
                <a:ea typeface="IPAexGothic"/>
                <a:cs typeface="IPAexGothic"/>
              </a:defRPr>
            </a:lvl6pPr>
            <a:lvl7pPr algn="l">
              <a:buNone/>
              <a:defRPr sz="1725" b="0">
                <a:solidFill>
                  <a:srgbClr val="172B3A"/>
                </a:solidFill>
                <a:latin typeface="IPAexGothic"/>
                <a:ea typeface="IPAexGothic"/>
                <a:cs typeface="IPAexGothic"/>
              </a:defRPr>
            </a:lvl7pPr>
            <a:lvl8pPr algn="l">
              <a:buNone/>
              <a:defRPr sz="1725" b="0">
                <a:solidFill>
                  <a:srgbClr val="172B3A"/>
                </a:solidFill>
                <a:latin typeface="IPAexGothic"/>
                <a:ea typeface="IPAexGothic"/>
                <a:cs typeface="IPAexGothic"/>
              </a:defRPr>
            </a:lvl8pPr>
            <a:lvl9pPr algn="l">
              <a:buNone/>
              <a:defRPr sz="1725" b="0">
                <a:solidFill>
                  <a:srgbClr val="172B3A"/>
                </a:solidFill>
                <a:latin typeface="IPAexGothic"/>
                <a:ea typeface="IPAexGothic"/>
                <a:cs typeface="IPAexGothic"/>
              </a:defRPr>
            </a:lvl9pPr>
          </a:lstStyle>
          <a:p xmlns:a="http://schemas.openxmlformats.org/drawingml/2006/main">
            <a:pPr algn="l">
              <a:buNone/>
              <a:defRPr sz="1725" b="0">
                <a:solidFill>
                  <a:srgbClr val="172B3A"/>
                </a:solidFill>
                <a:latin typeface="IPAexGothic"/>
                <a:ea typeface="IPAexGothic"/>
                <a:cs typeface="IPAexGothic"/>
              </a:defRPr>
            </a:pPr>
            <a:r>
              <a:rPr sz="1725" b="0">
                <a:solidFill>
                  <a:srgbClr val="172B3A"/>
                </a:solidFill>
                <a:latin typeface="IPAexGothic"/>
                <a:ea typeface="IPAexGothic"/>
                <a:cs typeface="IPAexGothic"/>
              </a:rPr>
              <a:t>4秒</a:t>
            </a:r>
          </a:p>
        </p:txBody>
      </p:sp>
      <p:sp>
        <p:nvSpPr>
          <p:cNvPr id="12" name="text-11">
            <a:extLst xmlns:a="http://schemas.openxmlformats.org/drawingml/2006/main">
              <a:ext uri="{FF2B5EF4-FFF2-40B4-BE49-F238E27FC236}">
                <a16:creationId xmlns:a16="http://schemas.microsoft.com/office/drawing/2014/main" id="{9F68FACF-B3DC-43E6-B0F7-A78EBFA297CA}"/>
              </a:ext>
            </a:extLst>
          </p:cNvPr>
          <p:cNvSpPr>
            <a:spLocks xmlns:a="http://schemas.openxmlformats.org/drawingml/2006/main" noGrp="1"/>
          </p:cNvSpPr>
          <p:nvPr/>
        </p:nvSpPr>
        <p:spPr>
          <a:xfrm xmlns:a="http://schemas.openxmlformats.org/drawingml/2006/main">
            <a:off x="9686925" y="4895850"/>
            <a:ext cx="1095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ctr">
              <a:defRPr sz="1725" b="0">
                <a:solidFill>
                  <a:srgbClr val="172B3A"/>
                </a:solidFill>
                <a:latin typeface="IPAexGothic"/>
                <a:ea typeface="IPAexGothic"/>
                <a:cs typeface="IPAexGothic"/>
              </a:defRPr>
            </a:defPPr>
            <a:lvl1pPr algn="ctr">
              <a:buNone/>
              <a:defRPr sz="1725" b="0">
                <a:solidFill>
                  <a:srgbClr val="172B3A"/>
                </a:solidFill>
                <a:latin typeface="IPAexGothic"/>
                <a:ea typeface="IPAexGothic"/>
                <a:cs typeface="IPAexGothic"/>
              </a:defRPr>
            </a:lvl1pPr>
            <a:lvl2pPr algn="ctr">
              <a:buNone/>
              <a:defRPr sz="1725" b="0">
                <a:solidFill>
                  <a:srgbClr val="172B3A"/>
                </a:solidFill>
                <a:latin typeface="IPAexGothic"/>
                <a:ea typeface="IPAexGothic"/>
                <a:cs typeface="IPAexGothic"/>
              </a:defRPr>
            </a:lvl2pPr>
            <a:lvl3pPr algn="ctr">
              <a:buNone/>
              <a:defRPr sz="1725" b="0">
                <a:solidFill>
                  <a:srgbClr val="172B3A"/>
                </a:solidFill>
                <a:latin typeface="IPAexGothic"/>
                <a:ea typeface="IPAexGothic"/>
                <a:cs typeface="IPAexGothic"/>
              </a:defRPr>
            </a:lvl3pPr>
            <a:lvl4pPr algn="ctr">
              <a:buNone/>
              <a:defRPr sz="1725" b="0">
                <a:solidFill>
                  <a:srgbClr val="172B3A"/>
                </a:solidFill>
                <a:latin typeface="IPAexGothic"/>
                <a:ea typeface="IPAexGothic"/>
                <a:cs typeface="IPAexGothic"/>
              </a:defRPr>
            </a:lvl4pPr>
            <a:lvl5pPr algn="ctr">
              <a:buNone/>
              <a:defRPr sz="1725" b="0">
                <a:solidFill>
                  <a:srgbClr val="172B3A"/>
                </a:solidFill>
                <a:latin typeface="IPAexGothic"/>
                <a:ea typeface="IPAexGothic"/>
                <a:cs typeface="IPAexGothic"/>
              </a:defRPr>
            </a:lvl5pPr>
            <a:lvl6pPr algn="ctr">
              <a:buNone/>
              <a:defRPr sz="1725" b="0">
                <a:solidFill>
                  <a:srgbClr val="172B3A"/>
                </a:solidFill>
                <a:latin typeface="IPAexGothic"/>
                <a:ea typeface="IPAexGothic"/>
                <a:cs typeface="IPAexGothic"/>
              </a:defRPr>
            </a:lvl6pPr>
            <a:lvl7pPr algn="ctr">
              <a:buNone/>
              <a:defRPr sz="1725" b="0">
                <a:solidFill>
                  <a:srgbClr val="172B3A"/>
                </a:solidFill>
                <a:latin typeface="IPAexGothic"/>
                <a:ea typeface="IPAexGothic"/>
                <a:cs typeface="IPAexGothic"/>
              </a:defRPr>
            </a:lvl7pPr>
            <a:lvl8pPr algn="ctr">
              <a:buNone/>
              <a:defRPr sz="1725" b="0">
                <a:solidFill>
                  <a:srgbClr val="172B3A"/>
                </a:solidFill>
                <a:latin typeface="IPAexGothic"/>
                <a:ea typeface="IPAexGothic"/>
                <a:cs typeface="IPAexGothic"/>
              </a:defRPr>
            </a:lvl8pPr>
            <a:lvl9pPr algn="ctr">
              <a:buNone/>
              <a:defRPr sz="1725" b="0">
                <a:solidFill>
                  <a:srgbClr val="172B3A"/>
                </a:solidFill>
                <a:latin typeface="IPAexGothic"/>
                <a:ea typeface="IPAexGothic"/>
                <a:cs typeface="IPAexGothic"/>
              </a:defRPr>
            </a:lvl9pPr>
          </a:lstStyle>
          <a:p xmlns:a="http://schemas.openxmlformats.org/drawingml/2006/main">
            <a:pPr algn="ctr">
              <a:buNone/>
              <a:defRPr sz="1725" b="0">
                <a:solidFill>
                  <a:srgbClr val="172B3A"/>
                </a:solidFill>
                <a:latin typeface="IPAexGothic"/>
                <a:ea typeface="IPAexGothic"/>
                <a:cs typeface="IPAexGothic"/>
              </a:defRPr>
            </a:pPr>
            <a:r>
              <a:rPr sz="1725" b="0">
                <a:solidFill>
                  <a:srgbClr val="172B3A"/>
                </a:solidFill>
                <a:latin typeface="IPAexGothic"/>
                <a:ea typeface="IPAexGothic"/>
                <a:cs typeface="IPAexGothic"/>
              </a:rPr>
              <a:t>34秒</a:t>
            </a:r>
          </a:p>
        </p:txBody>
      </p:sp>
      <p:sp>
        <p:nvSpPr>
          <p:cNvPr id="13" name="text-12">
            <a:extLst xmlns:a="http://schemas.openxmlformats.org/drawingml/2006/main">
              <a:ext uri="{FF2B5EF4-FFF2-40B4-BE49-F238E27FC236}">
                <a16:creationId xmlns:a16="http://schemas.microsoft.com/office/drawing/2014/main" id="{3CED52A3-BA1C-43BB-ABD4-B44289D703EF}"/>
              </a:ext>
            </a:extLst>
          </p:cNvPr>
          <p:cNvSpPr>
            <a:spLocks xmlns:a="http://schemas.openxmlformats.org/drawingml/2006/main" noGrp="1"/>
          </p:cNvSpPr>
          <p:nvPr/>
        </p:nvSpPr>
        <p:spPr>
          <a:xfrm xmlns:a="http://schemas.openxmlformats.org/drawingml/2006/main">
            <a:off x="628650" y="5524500"/>
            <a:ext cx="10858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1875" b="0">
                <a:solidFill>
                  <a:srgbClr val="172B3A"/>
                </a:solidFill>
                <a:latin typeface="IPAexGothic"/>
                <a:ea typeface="IPAexGothic"/>
                <a:cs typeface="IPAexGothic"/>
              </a:defRPr>
            </a:defPPr>
            <a:lvl1pPr algn="l">
              <a:buNone/>
              <a:defRPr sz="1875" b="0">
                <a:solidFill>
                  <a:srgbClr val="172B3A"/>
                </a:solidFill>
                <a:latin typeface="IPAexGothic"/>
                <a:ea typeface="IPAexGothic"/>
                <a:cs typeface="IPAexGothic"/>
              </a:defRPr>
            </a:lvl1pPr>
            <a:lvl2pPr algn="l">
              <a:buNone/>
              <a:defRPr sz="1875" b="0">
                <a:solidFill>
                  <a:srgbClr val="172B3A"/>
                </a:solidFill>
                <a:latin typeface="IPAexGothic"/>
                <a:ea typeface="IPAexGothic"/>
                <a:cs typeface="IPAexGothic"/>
              </a:defRPr>
            </a:lvl2pPr>
            <a:lvl3pPr algn="l">
              <a:buNone/>
              <a:defRPr sz="1875" b="0">
                <a:solidFill>
                  <a:srgbClr val="172B3A"/>
                </a:solidFill>
                <a:latin typeface="IPAexGothic"/>
                <a:ea typeface="IPAexGothic"/>
                <a:cs typeface="IPAexGothic"/>
              </a:defRPr>
            </a:lvl3pPr>
            <a:lvl4pPr algn="l">
              <a:buNone/>
              <a:defRPr sz="1875" b="0">
                <a:solidFill>
                  <a:srgbClr val="172B3A"/>
                </a:solidFill>
                <a:latin typeface="IPAexGothic"/>
                <a:ea typeface="IPAexGothic"/>
                <a:cs typeface="IPAexGothic"/>
              </a:defRPr>
            </a:lvl4pPr>
            <a:lvl5pPr algn="l">
              <a:buNone/>
              <a:defRPr sz="1875" b="0">
                <a:solidFill>
                  <a:srgbClr val="172B3A"/>
                </a:solidFill>
                <a:latin typeface="IPAexGothic"/>
                <a:ea typeface="IPAexGothic"/>
                <a:cs typeface="IPAexGothic"/>
              </a:defRPr>
            </a:lvl5pPr>
            <a:lvl6pPr algn="l">
              <a:buNone/>
              <a:defRPr sz="1875" b="0">
                <a:solidFill>
                  <a:srgbClr val="172B3A"/>
                </a:solidFill>
                <a:latin typeface="IPAexGothic"/>
                <a:ea typeface="IPAexGothic"/>
                <a:cs typeface="IPAexGothic"/>
              </a:defRPr>
            </a:lvl6pPr>
            <a:lvl7pPr algn="l">
              <a:buNone/>
              <a:defRPr sz="1875" b="0">
                <a:solidFill>
                  <a:srgbClr val="172B3A"/>
                </a:solidFill>
                <a:latin typeface="IPAexGothic"/>
                <a:ea typeface="IPAexGothic"/>
                <a:cs typeface="IPAexGothic"/>
              </a:defRPr>
            </a:lvl7pPr>
            <a:lvl8pPr algn="l">
              <a:buNone/>
              <a:defRPr sz="1875" b="0">
                <a:solidFill>
                  <a:srgbClr val="172B3A"/>
                </a:solidFill>
                <a:latin typeface="IPAexGothic"/>
                <a:ea typeface="IPAexGothic"/>
                <a:cs typeface="IPAexGothic"/>
              </a:defRPr>
            </a:lvl8pPr>
            <a:lvl9pPr algn="l">
              <a:buNone/>
              <a:defRPr sz="1875" b="0">
                <a:solidFill>
                  <a:srgbClr val="172B3A"/>
                </a:solidFill>
                <a:latin typeface="IPAexGothic"/>
                <a:ea typeface="IPAexGothic"/>
                <a:cs typeface="IPAexGothic"/>
              </a:defRPr>
            </a:lvl9pPr>
          </a:lstStyle>
          <a:p xmlns:a="http://schemas.openxmlformats.org/drawingml/2006/main">
            <a:pPr algn="l">
              <a:buNone/>
              <a:defRPr sz="1875" b="0">
                <a:solidFill>
                  <a:srgbClr val="172B3A"/>
                </a:solidFill>
                <a:latin typeface="IPAexGothic"/>
                <a:ea typeface="IPAexGothic"/>
                <a:cs typeface="IPAexGothic"/>
              </a:defRPr>
            </a:pPr>
            <a:r>
              <a:rPr sz="1875" b="0">
                <a:solidFill>
                  <a:srgbClr val="172B3A"/>
                </a:solidFill>
                <a:latin typeface="IPAexGothic"/>
                <a:ea typeface="IPAexGothic"/>
                <a:cs typeface="IPAexGothic"/>
              </a:rPr>
              <a:t>各窓を独立したCSVとして保存。連続する一致のまとめ方は18〜19ページで定める。</a:t>
            </a:r>
          </a:p>
        </p:txBody>
      </p:sp>
      <p:sp>
        <p:nvSpPr>
          <p:cNvPr id="14" name="text-13">
            <a:extLst xmlns:a="http://schemas.openxmlformats.org/drawingml/2006/main">
              <a:ext uri="{FF2B5EF4-FFF2-40B4-BE49-F238E27FC236}">
                <a16:creationId xmlns:a16="http://schemas.microsoft.com/office/drawing/2014/main" id="{54CEA3FE-D342-46DD-9A68-5154378D5232}"/>
              </a:ext>
            </a:extLst>
          </p:cNvPr>
          <p:cNvSpPr>
            <a:spLocks xmlns:a="http://schemas.openxmlformats.org/drawingml/2006/main" noGrp="1"/>
          </p:cNvSpPr>
          <p:nvPr/>
        </p:nvSpPr>
        <p:spPr>
          <a:xfrm xmlns:a="http://schemas.openxmlformats.org/drawingml/2006/main">
            <a:off x="609600" y="5953125"/>
            <a:ext cx="10906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1575" b="0">
                <a:solidFill>
                  <a:srgbClr val="586872"/>
                </a:solidFill>
                <a:latin typeface="IPAexGothic"/>
                <a:ea typeface="IPAexGothic"/>
                <a:cs typeface="IPAexGothic"/>
              </a:defRPr>
            </a:defPPr>
            <a:lvl1pPr algn="l">
              <a:buNone/>
              <a:defRPr sz="1575" b="0">
                <a:solidFill>
                  <a:srgbClr val="586872"/>
                </a:solidFill>
                <a:latin typeface="IPAexGothic"/>
                <a:ea typeface="IPAexGothic"/>
                <a:cs typeface="IPAexGothic"/>
              </a:defRPr>
            </a:lvl1pPr>
            <a:lvl2pPr algn="l">
              <a:buNone/>
              <a:defRPr sz="1575" b="0">
                <a:solidFill>
                  <a:srgbClr val="586872"/>
                </a:solidFill>
                <a:latin typeface="IPAexGothic"/>
                <a:ea typeface="IPAexGothic"/>
                <a:cs typeface="IPAexGothic"/>
              </a:defRPr>
            </a:lvl2pPr>
            <a:lvl3pPr algn="l">
              <a:buNone/>
              <a:defRPr sz="1575" b="0">
                <a:solidFill>
                  <a:srgbClr val="586872"/>
                </a:solidFill>
                <a:latin typeface="IPAexGothic"/>
                <a:ea typeface="IPAexGothic"/>
                <a:cs typeface="IPAexGothic"/>
              </a:defRPr>
            </a:lvl3pPr>
            <a:lvl4pPr algn="l">
              <a:buNone/>
              <a:defRPr sz="1575" b="0">
                <a:solidFill>
                  <a:srgbClr val="586872"/>
                </a:solidFill>
                <a:latin typeface="IPAexGothic"/>
                <a:ea typeface="IPAexGothic"/>
                <a:cs typeface="IPAexGothic"/>
              </a:defRPr>
            </a:lvl4pPr>
            <a:lvl5pPr algn="l">
              <a:buNone/>
              <a:defRPr sz="1575" b="0">
                <a:solidFill>
                  <a:srgbClr val="586872"/>
                </a:solidFill>
                <a:latin typeface="IPAexGothic"/>
                <a:ea typeface="IPAexGothic"/>
                <a:cs typeface="IPAexGothic"/>
              </a:defRPr>
            </a:lvl5pPr>
            <a:lvl6pPr algn="l">
              <a:buNone/>
              <a:defRPr sz="1575" b="0">
                <a:solidFill>
                  <a:srgbClr val="586872"/>
                </a:solidFill>
                <a:latin typeface="IPAexGothic"/>
                <a:ea typeface="IPAexGothic"/>
                <a:cs typeface="IPAexGothic"/>
              </a:defRPr>
            </a:lvl6pPr>
            <a:lvl7pPr algn="l">
              <a:buNone/>
              <a:defRPr sz="1575" b="0">
                <a:solidFill>
                  <a:srgbClr val="586872"/>
                </a:solidFill>
                <a:latin typeface="IPAexGothic"/>
                <a:ea typeface="IPAexGothic"/>
                <a:cs typeface="IPAexGothic"/>
              </a:defRPr>
            </a:lvl7pPr>
            <a:lvl8pPr algn="l">
              <a:buNone/>
              <a:defRPr sz="1575" b="0">
                <a:solidFill>
                  <a:srgbClr val="586872"/>
                </a:solidFill>
                <a:latin typeface="IPAexGothic"/>
                <a:ea typeface="IPAexGothic"/>
                <a:cs typeface="IPAexGothic"/>
              </a:defRPr>
            </a:lvl8pPr>
            <a:lvl9pPr algn="l">
              <a:buNone/>
              <a:defRPr sz="1575" b="0">
                <a:solidFill>
                  <a:srgbClr val="586872"/>
                </a:solidFill>
                <a:latin typeface="IPAexGothic"/>
                <a:ea typeface="IPAexGothic"/>
                <a:cs typeface="IPAexGothic"/>
              </a:defRPr>
            </a:lvl9pPr>
          </a:lstStyle>
          <a:p xmlns:a="http://schemas.openxmlformats.org/drawingml/2006/main">
            <a:pPr algn="l">
              <a:buNone/>
              <a:defRPr sz="1575" b="0">
                <a:solidFill>
                  <a:srgbClr val="586872"/>
                </a:solidFill>
                <a:latin typeface="IPAexGothic"/>
                <a:ea typeface="IPAexGothic"/>
                <a:cs typeface="IPAexGothic"/>
              </a:defRPr>
            </a:pPr>
            <a:r>
              <a:rPr sz="1575" b="0">
                <a:solidFill>
                  <a:srgbClr val="586872"/>
                </a:solidFill>
                <a:latin typeface="IPAexGothic"/>
                <a:ea typeface="IPAexGothic"/>
                <a:cs typeface="IPAexGothic"/>
              </a:rPr>
              <a:t>この簡易実装では重複範囲を各CSVに複製する。30秒・2秒は説明用の設定で、最適値ではない</a:t>
            </a:r>
          </a:p>
        </p:txBody>
      </p:sp>
    </p:spTree>
    <p:extLst>
      <p:ext uri="{BB962C8B-B14F-4D97-AF65-F5344CB8AC3E}">
        <p14:creationId xmlns:p14="http://schemas.microsoft.com/office/powerpoint/2010/main" val="21426346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headline">
            <a:extLst xmlns:a="http://schemas.openxmlformats.org/drawingml/2006/main">
              <a:ext uri="{FF2B5EF4-FFF2-40B4-BE49-F238E27FC236}">
                <a16:creationId xmlns:a16="http://schemas.microsoft.com/office/drawing/2014/main" id="{68EAA094-B7C6-4A5D-997E-362B43BCFAA3}"/>
              </a:ext>
            </a:extLst>
          </p:cNvPr>
          <p:cNvSpPr>
            <a:spLocks xmlns:a="http://schemas.openxmlformats.org/drawingml/2006/main" noGrp="1"/>
          </p:cNvSpPr>
          <p:nvPr/>
        </p:nvSpPr>
        <p:spPr>
          <a:xfrm xmlns:a="http://schemas.openxmlformats.org/drawingml/2006/main">
            <a:off x="590550" y="333375"/>
            <a:ext cx="1095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2B3A"/>
                </a:solidFill>
                <a:latin typeface="IPAexGothic"/>
                <a:ea typeface="IPAexGothic"/>
                <a:cs typeface="IPAexGothic"/>
              </a:defRPr>
            </a:defPPr>
            <a:lvl1pPr algn="l">
              <a:buNone/>
              <a:defRPr sz="3300" b="1">
                <a:solidFill>
                  <a:srgbClr val="172B3A"/>
                </a:solidFill>
                <a:latin typeface="IPAexGothic"/>
                <a:ea typeface="IPAexGothic"/>
                <a:cs typeface="IPAexGothic"/>
              </a:defRPr>
            </a:lvl1pPr>
            <a:lvl2pPr algn="l">
              <a:buNone/>
              <a:defRPr sz="3300" b="1">
                <a:solidFill>
                  <a:srgbClr val="172B3A"/>
                </a:solidFill>
                <a:latin typeface="IPAexGothic"/>
                <a:ea typeface="IPAexGothic"/>
                <a:cs typeface="IPAexGothic"/>
              </a:defRPr>
            </a:lvl2pPr>
            <a:lvl3pPr algn="l">
              <a:buNone/>
              <a:defRPr sz="3300" b="1">
                <a:solidFill>
                  <a:srgbClr val="172B3A"/>
                </a:solidFill>
                <a:latin typeface="IPAexGothic"/>
                <a:ea typeface="IPAexGothic"/>
                <a:cs typeface="IPAexGothic"/>
              </a:defRPr>
            </a:lvl3pPr>
            <a:lvl4pPr algn="l">
              <a:buNone/>
              <a:defRPr sz="3300" b="1">
                <a:solidFill>
                  <a:srgbClr val="172B3A"/>
                </a:solidFill>
                <a:latin typeface="IPAexGothic"/>
                <a:ea typeface="IPAexGothic"/>
                <a:cs typeface="IPAexGothic"/>
              </a:defRPr>
            </a:lvl4pPr>
            <a:lvl5pPr algn="l">
              <a:buNone/>
              <a:defRPr sz="3300" b="1">
                <a:solidFill>
                  <a:srgbClr val="172B3A"/>
                </a:solidFill>
                <a:latin typeface="IPAexGothic"/>
                <a:ea typeface="IPAexGothic"/>
                <a:cs typeface="IPAexGothic"/>
              </a:defRPr>
            </a:lvl5pPr>
            <a:lvl6pPr algn="l">
              <a:buNone/>
              <a:defRPr sz="3300" b="1">
                <a:solidFill>
                  <a:srgbClr val="172B3A"/>
                </a:solidFill>
                <a:latin typeface="IPAexGothic"/>
                <a:ea typeface="IPAexGothic"/>
                <a:cs typeface="IPAexGothic"/>
              </a:defRPr>
            </a:lvl6pPr>
            <a:lvl7pPr algn="l">
              <a:buNone/>
              <a:defRPr sz="3300" b="1">
                <a:solidFill>
                  <a:srgbClr val="172B3A"/>
                </a:solidFill>
                <a:latin typeface="IPAexGothic"/>
                <a:ea typeface="IPAexGothic"/>
                <a:cs typeface="IPAexGothic"/>
              </a:defRPr>
            </a:lvl7pPr>
            <a:lvl8pPr algn="l">
              <a:buNone/>
              <a:defRPr sz="3300" b="1">
                <a:solidFill>
                  <a:srgbClr val="172B3A"/>
                </a:solidFill>
                <a:latin typeface="IPAexGothic"/>
                <a:ea typeface="IPAexGothic"/>
                <a:cs typeface="IPAexGothic"/>
              </a:defRPr>
            </a:lvl8pPr>
            <a:lvl9pPr algn="l">
              <a:buNone/>
              <a:defRPr sz="3300" b="1">
                <a:solidFill>
                  <a:srgbClr val="172B3A"/>
                </a:solidFill>
                <a:latin typeface="IPAexGothic"/>
                <a:ea typeface="IPAexGothic"/>
                <a:cs typeface="IPAexGothic"/>
              </a:defRPr>
            </a:lvl9pPr>
          </a:lstStyle>
          <a:p xmlns:a="http://schemas.openxmlformats.org/drawingml/2006/main">
            <a:pPr algn="l">
              <a:buNone/>
              <a:defRPr sz="3300" b="1">
                <a:solidFill>
                  <a:srgbClr val="172B3A"/>
                </a:solidFill>
                <a:latin typeface="IPAexGothic"/>
                <a:ea typeface="IPAexGothic"/>
                <a:cs typeface="IPAexGothic"/>
              </a:defRPr>
            </a:pPr>
            <a:r>
              <a:rPr sz="3300" b="1">
                <a:solidFill>
                  <a:srgbClr val="172B3A"/>
                </a:solidFill>
                <a:latin typeface="IPAexGothic"/>
                <a:ea typeface="IPAexGothic"/>
                <a:cs typeface="IPAexGothic"/>
              </a:rPr>
              <a:t>② 先に蓄積し、波形からパターンを得る</a:t>
            </a:r>
          </a:p>
        </p:txBody>
      </p:sp>
      <p:sp>
        <p:nvSpPr>
          <p:cNvPr id="2" name="summary">
            <a:extLst xmlns:a="http://schemas.openxmlformats.org/drawingml/2006/main">
              <a:ext uri="{FF2B5EF4-FFF2-40B4-BE49-F238E27FC236}">
                <a16:creationId xmlns:a16="http://schemas.microsoft.com/office/drawing/2014/main" id="{2AC54BA3-42CC-425B-8C49-1EEF3D40CE25}"/>
              </a:ext>
            </a:extLst>
          </p:cNvPr>
          <p:cNvSpPr>
            <a:spLocks xmlns:a="http://schemas.openxmlformats.org/drawingml/2006/main" noGrp="1"/>
          </p:cNvSpPr>
          <p:nvPr/>
        </p:nvSpPr>
        <p:spPr>
          <a:xfrm xmlns:a="http://schemas.openxmlformats.org/drawingml/2006/main">
            <a:off x="609600" y="1028700"/>
            <a:ext cx="10896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872"/>
                </a:solidFill>
                <a:latin typeface="IPAexGothic"/>
                <a:ea typeface="IPAexGothic"/>
                <a:cs typeface="IPAexGothic"/>
              </a:defRPr>
            </a:defPPr>
            <a:lvl1pPr algn="l">
              <a:buNone/>
              <a:defRPr sz="1800" b="0">
                <a:solidFill>
                  <a:srgbClr val="586872"/>
                </a:solidFill>
                <a:latin typeface="IPAexGothic"/>
                <a:ea typeface="IPAexGothic"/>
                <a:cs typeface="IPAexGothic"/>
              </a:defRPr>
            </a:lvl1pPr>
            <a:lvl2pPr algn="l">
              <a:buNone/>
              <a:defRPr sz="1800" b="0">
                <a:solidFill>
                  <a:srgbClr val="586872"/>
                </a:solidFill>
                <a:latin typeface="IPAexGothic"/>
                <a:ea typeface="IPAexGothic"/>
                <a:cs typeface="IPAexGothic"/>
              </a:defRPr>
            </a:lvl2pPr>
            <a:lvl3pPr algn="l">
              <a:buNone/>
              <a:defRPr sz="1800" b="0">
                <a:solidFill>
                  <a:srgbClr val="586872"/>
                </a:solidFill>
                <a:latin typeface="IPAexGothic"/>
                <a:ea typeface="IPAexGothic"/>
                <a:cs typeface="IPAexGothic"/>
              </a:defRPr>
            </a:lvl3pPr>
            <a:lvl4pPr algn="l">
              <a:buNone/>
              <a:defRPr sz="1800" b="0">
                <a:solidFill>
                  <a:srgbClr val="586872"/>
                </a:solidFill>
                <a:latin typeface="IPAexGothic"/>
                <a:ea typeface="IPAexGothic"/>
                <a:cs typeface="IPAexGothic"/>
              </a:defRPr>
            </a:lvl4pPr>
            <a:lvl5pPr algn="l">
              <a:buNone/>
              <a:defRPr sz="1800" b="0">
                <a:solidFill>
                  <a:srgbClr val="586872"/>
                </a:solidFill>
                <a:latin typeface="IPAexGothic"/>
                <a:ea typeface="IPAexGothic"/>
                <a:cs typeface="IPAexGothic"/>
              </a:defRPr>
            </a:lvl5pPr>
            <a:lvl6pPr algn="l">
              <a:buNone/>
              <a:defRPr sz="1800" b="0">
                <a:solidFill>
                  <a:srgbClr val="586872"/>
                </a:solidFill>
                <a:latin typeface="IPAexGothic"/>
                <a:ea typeface="IPAexGothic"/>
                <a:cs typeface="IPAexGothic"/>
              </a:defRPr>
            </a:lvl6pPr>
            <a:lvl7pPr algn="l">
              <a:buNone/>
              <a:defRPr sz="1800" b="0">
                <a:solidFill>
                  <a:srgbClr val="586872"/>
                </a:solidFill>
                <a:latin typeface="IPAexGothic"/>
                <a:ea typeface="IPAexGothic"/>
                <a:cs typeface="IPAexGothic"/>
              </a:defRPr>
            </a:lvl7pPr>
            <a:lvl8pPr algn="l">
              <a:buNone/>
              <a:defRPr sz="1800" b="0">
                <a:solidFill>
                  <a:srgbClr val="586872"/>
                </a:solidFill>
                <a:latin typeface="IPAexGothic"/>
                <a:ea typeface="IPAexGothic"/>
                <a:cs typeface="IPAexGothic"/>
              </a:defRPr>
            </a:lvl8pPr>
            <a:lvl9pPr algn="l">
              <a:buNone/>
              <a:defRPr sz="1800" b="0">
                <a:solidFill>
                  <a:srgbClr val="586872"/>
                </a:solidFill>
                <a:latin typeface="IPAexGothic"/>
                <a:ea typeface="IPAexGothic"/>
                <a:cs typeface="IPAexGothic"/>
              </a:defRPr>
            </a:lvl9pPr>
          </a:lstStyle>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本例は上昇の値や連続点数を先に決めず、複数の運転日から集めた窓の波形を群分けします。</a:t>
            </a:r>
          </a:p>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一つのW000だけでは定義を作りません。抽出した群は候補であり、正常・異常の意味は別途確認します。</a:t>
            </a:r>
          </a:p>
        </p:txBody>
      </p:sp>
      <p:sp>
        <p:nvSpPr>
          <p:cNvPr id="11" name="page-number">
            <a:extLst xmlns:a="http://schemas.openxmlformats.org/drawingml/2006/main">
              <a:ext uri="{FF2B5EF4-FFF2-40B4-BE49-F238E27FC236}">
                <a16:creationId xmlns:a16="http://schemas.microsoft.com/office/drawing/2014/main" id="{B1F771D8-3678-45E1-8F07-E1D54F8B0BCF}"/>
              </a:ext>
            </a:extLst>
          </p:cNvPr>
          <p:cNvSpPr>
            <a:spLocks xmlns:a="http://schemas.openxmlformats.org/drawingml/2006/main" noGrp="1"/>
          </p:cNvSpPr>
          <p:nvPr/>
        </p:nvSpPr>
        <p:spPr>
          <a:xfrm xmlns:a="http://schemas.openxmlformats.org/drawingml/2006/main">
            <a:off x="11239500" y="64484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872"/>
                </a:solidFill>
                <a:latin typeface="IPAexGothic"/>
                <a:ea typeface="IPAexGothic"/>
                <a:cs typeface="IPAexGothic"/>
              </a:defRPr>
            </a:defPPr>
            <a:lvl1pPr algn="r">
              <a:buNone/>
              <a:defRPr sz="1275" b="0">
                <a:solidFill>
                  <a:srgbClr val="586872"/>
                </a:solidFill>
                <a:latin typeface="IPAexGothic"/>
                <a:ea typeface="IPAexGothic"/>
                <a:cs typeface="IPAexGothic"/>
              </a:defRPr>
            </a:lvl1pPr>
            <a:lvl2pPr algn="r">
              <a:buNone/>
              <a:defRPr sz="1275" b="0">
                <a:solidFill>
                  <a:srgbClr val="586872"/>
                </a:solidFill>
                <a:latin typeface="IPAexGothic"/>
                <a:ea typeface="IPAexGothic"/>
                <a:cs typeface="IPAexGothic"/>
              </a:defRPr>
            </a:lvl2pPr>
            <a:lvl3pPr algn="r">
              <a:buNone/>
              <a:defRPr sz="1275" b="0">
                <a:solidFill>
                  <a:srgbClr val="586872"/>
                </a:solidFill>
                <a:latin typeface="IPAexGothic"/>
                <a:ea typeface="IPAexGothic"/>
                <a:cs typeface="IPAexGothic"/>
              </a:defRPr>
            </a:lvl3pPr>
            <a:lvl4pPr algn="r">
              <a:buNone/>
              <a:defRPr sz="1275" b="0">
                <a:solidFill>
                  <a:srgbClr val="586872"/>
                </a:solidFill>
                <a:latin typeface="IPAexGothic"/>
                <a:ea typeface="IPAexGothic"/>
                <a:cs typeface="IPAexGothic"/>
              </a:defRPr>
            </a:lvl4pPr>
            <a:lvl5pPr algn="r">
              <a:buNone/>
              <a:defRPr sz="1275" b="0">
                <a:solidFill>
                  <a:srgbClr val="586872"/>
                </a:solidFill>
                <a:latin typeface="IPAexGothic"/>
                <a:ea typeface="IPAexGothic"/>
                <a:cs typeface="IPAexGothic"/>
              </a:defRPr>
            </a:lvl5pPr>
            <a:lvl6pPr algn="r">
              <a:buNone/>
              <a:defRPr sz="1275" b="0">
                <a:solidFill>
                  <a:srgbClr val="586872"/>
                </a:solidFill>
                <a:latin typeface="IPAexGothic"/>
                <a:ea typeface="IPAexGothic"/>
                <a:cs typeface="IPAexGothic"/>
              </a:defRPr>
            </a:lvl6pPr>
            <a:lvl7pPr algn="r">
              <a:buNone/>
              <a:defRPr sz="1275" b="0">
                <a:solidFill>
                  <a:srgbClr val="586872"/>
                </a:solidFill>
                <a:latin typeface="IPAexGothic"/>
                <a:ea typeface="IPAexGothic"/>
                <a:cs typeface="IPAexGothic"/>
              </a:defRPr>
            </a:lvl7pPr>
            <a:lvl8pPr algn="r">
              <a:buNone/>
              <a:defRPr sz="1275" b="0">
                <a:solidFill>
                  <a:srgbClr val="586872"/>
                </a:solidFill>
                <a:latin typeface="IPAexGothic"/>
                <a:ea typeface="IPAexGothic"/>
                <a:cs typeface="IPAexGothic"/>
              </a:defRPr>
            </a:lvl8pPr>
            <a:lvl9pPr algn="r">
              <a:buNone/>
              <a:defRPr sz="1275" b="0">
                <a:solidFill>
                  <a:srgbClr val="586872"/>
                </a:solidFill>
                <a:latin typeface="IPAexGothic"/>
                <a:ea typeface="IPAexGothic"/>
                <a:cs typeface="IPAexGothic"/>
              </a:defRPr>
            </a:lvl9pPr>
          </a:lstStyle>
          <a:p xmlns:a="http://schemas.openxmlformats.org/drawingml/2006/main">
            <a:pPr algn="r">
              <a:buNone/>
              <a:defRPr sz="1275" b="0">
                <a:solidFill>
                  <a:srgbClr val="586872"/>
                </a:solidFill>
                <a:latin typeface="IPAexGothic"/>
                <a:ea typeface="IPAexGothic"/>
                <a:cs typeface="IPAexGothic"/>
              </a:defRPr>
            </a:pPr>
            <a:r>
              <a:rPr sz="1275" b="0">
                <a:solidFill>
                  <a:srgbClr val="586872"/>
                </a:solidFill>
                <a:latin typeface="IPAexGothic"/>
                <a:ea typeface="IPAexGothic"/>
                <a:cs typeface="IPAexGothic"/>
              </a:rPr>
              <a:t>13</a:t>
            </a:r>
          </a:p>
        </p:txBody>
      </p:sp>
      <p:graphicFrame>
        <p:nvGraphicFramePr>
          <p:cNvPr id="13" name="">
            <a:extLst xmlns:a="http://schemas.openxmlformats.org/drawingml/2006/main">
              <a:ext uri="{FF2B5EF4-FFF2-40B4-BE49-F238E27FC236}">
                <a16:creationId xmlns:a16="http://schemas.microsoft.com/office/drawing/2014/main" id="{1C24F4B5-7E76-4230-8DB3-A1E14AC6CBCC}"/>
              </a:ext>
            </a:extLst>
          </p:cNvPr>
          <p:cNvGraphicFramePr/>
          <p:nvPr/>
        </p:nvGraphicFramePr>
        <p:xfrm>
          <a:off xmlns:a="http://schemas.openxmlformats.org/drawingml/2006/main" x="609600" y="1762125"/>
          <a:ext xmlns:a="http://schemas.openxmlformats.org/drawingml/2006/main" cx="10972800" cy="3952875"/>
        </p:xfrm>
        <a:graphic xmlns:a="http://schemas.openxmlformats.org/drawingml/2006/main">
          <a:graphicData uri="http://schemas.openxmlformats.org/drawingml/2006/table">
            <a:tbl>
              <a:tblPr firstRow="1" bandRow="0"/>
              <a:tblGrid>
                <a:gridCol w="2286000"/>
                <a:gridCol w="8686800"/>
              </a:tblGrid>
              <a:tr h="790575">
                <a:tc>
                  <a:txBody>
                    <a:bodyPr wrap="square" lIns="114300" tIns="66675" rIns="114300" bIns="66675"/>
                    <a:lstStyle/>
                    <a:p>
                      <a:r>
                        <a:rPr sz="1800" b="1">
                          <a:solidFill>
                            <a:srgbClr val="172B3A"/>
                          </a:solidFill>
                          <a:latin typeface="IPAexGothic"/>
                          <a:ea typeface="IPAexGothic"/>
                          <a:cs typeface="IPAexGothic"/>
                        </a:rPr>
                        <a:t>段階</a:t>
                      </a:r>
                    </a:p>
                  </a:txBody>
                  <a:tcPr marL="91440" marR="91440" marT="45720" marB="45720" anchor="ctr">
                    <a:lnL w="9525">
                      <a:solidFill>
                        <a:srgbClr val="BCCAD2"/>
                      </a:solidFill>
                      <a:prstDash val="solid"/>
                    </a:lnL>
                    <a:lnR w="9525">
                      <a:solidFill>
                        <a:srgbClr val="BCCAD2"/>
                      </a:solidFill>
                      <a:prstDash val="solid"/>
                    </a:lnR>
                    <a:lnT w="9525">
                      <a:solidFill>
                        <a:srgbClr val="BCCAD2"/>
                      </a:solidFill>
                      <a:prstDash val="solid"/>
                    </a:lnT>
                    <a:lnB w="9525">
                      <a:solidFill>
                        <a:srgbClr val="BCCAD2"/>
                      </a:solidFill>
                      <a:prstDash val="solid"/>
                    </a:lnB>
                    <a:solidFill>
                      <a:srgbClr val="EAF1F5"/>
                    </a:solidFill>
                  </a:tcPr>
                </a:tc>
                <a:tc>
                  <a:txBody>
                    <a:bodyPr wrap="square" lIns="114300" tIns="66675" rIns="114300" bIns="66675"/>
                    <a:lstStyle/>
                    <a:p>
                      <a:r>
                        <a:rPr sz="1800" b="1">
                          <a:solidFill>
                            <a:srgbClr val="172B3A"/>
                          </a:solidFill>
                          <a:latin typeface="IPAexGothic"/>
                          <a:ea typeface="IPAexGothic"/>
                          <a:cs typeface="IPAexGothic"/>
                        </a:rPr>
                        <a:t>選んだ既存手法を使う具体的な処理</a:t>
                      </a:r>
                    </a:p>
                  </a:txBody>
                  <a:tcPr marL="91440" marR="91440" marT="45720" marB="45720" anchor="ctr">
                    <a:lnR w="9525">
                      <a:solidFill>
                        <a:srgbClr val="BCCAD2"/>
                      </a:solidFill>
                      <a:prstDash val="solid"/>
                    </a:lnR>
                    <a:lnT w="9525">
                      <a:solidFill>
                        <a:srgbClr val="BCCAD2"/>
                      </a:solidFill>
                      <a:prstDash val="solid"/>
                    </a:lnT>
                    <a:lnB w="9525">
                      <a:solidFill>
                        <a:srgbClr val="BCCAD2"/>
                      </a:solidFill>
                      <a:prstDash val="solid"/>
                    </a:lnB>
                    <a:solidFill>
                      <a:srgbClr val="EAF1F5"/>
                    </a:solidFill>
                  </a:tcPr>
                </a:tc>
              </a:tr>
              <a:tr h="790575">
                <a:tc>
                  <a:txBody>
                    <a:bodyPr wrap="square" lIns="114300" tIns="66675" rIns="114300" bIns="66675"/>
                    <a:lstStyle/>
                    <a:p>
                      <a:r>
                        <a:rPr sz="1800" b="0">
                          <a:solidFill>
                            <a:srgbClr val="172B3A"/>
                          </a:solidFill>
                          <a:latin typeface="IPAexGothic"/>
                          <a:ea typeface="IPAexGothic"/>
                          <a:cs typeface="IPAexGothic"/>
                        </a:rPr>
                        <a:t>1 元データを蓄積</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FFFFF"/>
                    </a:solidFill>
                  </a:tcPr>
                </a:tc>
                <a:tc>
                  <a:txBody>
                    <a:bodyPr wrap="square" lIns="114300" tIns="66675" rIns="114300" bIns="66675"/>
                    <a:lstStyle/>
                    <a:p>
                      <a:r>
                        <a:rPr sz="1800" b="0">
                          <a:solidFill>
                            <a:srgbClr val="172B3A"/>
                          </a:solidFill>
                          <a:latin typeface="IPAexGothic"/>
                          <a:ea typeface="IPAexGothic"/>
                          <a:cs typeface="IPAexGothic"/>
                        </a:rPr>
                        <a:t>削除せずに保存。学習・条件設定・最終比較の期間を先に分ける。</a:t>
                      </a:r>
                    </a:p>
                    <a:p>
                      <a:r>
                        <a:rPr sz="1800" b="0">
                          <a:solidFill>
                            <a:srgbClr val="172B3A"/>
                          </a:solidFill>
                          <a:latin typeface="IPAexGothic"/>
                          <a:ea typeface="IPAexGothic"/>
                          <a:cs typeface="IPAexGothic"/>
                        </a:rPr>
                        <a:t>抽出開始の仮目安は学習1,000有効窓・30運転日。足りなければ継続。</a:t>
                      </a:r>
                    </a:p>
                  </a:txBody>
                  <a:tcPr marL="91440" marR="91440" marT="45720" marB="45720" anchor="ctr">
                    <a:lnR w="9525">
                      <a:solidFill>
                        <a:srgbClr val="BCCAD2"/>
                      </a:solidFill>
                      <a:prstDash val="solid"/>
                    </a:lnR>
                    <a:lnB w="9525">
                      <a:solidFill>
                        <a:srgbClr val="BCCAD2"/>
                      </a:solidFill>
                      <a:prstDash val="solid"/>
                    </a:lnB>
                    <a:solidFill>
                      <a:srgbClr val="FFFFFF"/>
                    </a:solidFill>
                  </a:tcPr>
                </a:tc>
              </a:tr>
              <a:tr h="790575">
                <a:tc>
                  <a:txBody>
                    <a:bodyPr wrap="square" lIns="114300" tIns="66675" rIns="114300" bIns="66675"/>
                    <a:lstStyle/>
                    <a:p>
                      <a:r>
                        <a:rPr sz="1800" b="0">
                          <a:solidFill>
                            <a:srgbClr val="172B3A"/>
                          </a:solidFill>
                          <a:latin typeface="IPAexGothic"/>
                          <a:ea typeface="IPAexGothic"/>
                          <a:cs typeface="IPAexGothic"/>
                        </a:rPr>
                        <a:t>2 波形を数値化</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8FAFB"/>
                    </a:solidFill>
                  </a:tcPr>
                </a:tc>
                <a:tc>
                  <a:txBody>
                    <a:bodyPr wrap="square" lIns="114300" tIns="66675" rIns="114300" bIns="66675"/>
                    <a:lstStyle/>
                    <a:p>
                      <a:r>
                        <a:rPr sz="1800" b="0">
                          <a:solidFill>
                            <a:srgbClr val="172B3A"/>
                          </a:solidFill>
                          <a:latin typeface="IPAexGothic"/>
                          <a:ea typeface="IPAexGothic"/>
                          <a:cs typeface="IPAexGothic"/>
                        </a:rPr>
                        <a:t>振動30値・温度30値を並べ、z＝（値−平均）÷標準偏差で尺度をそろえる。</a:t>
                      </a:r>
                    </a:p>
                    <a:p>
                      <a:r>
                        <a:rPr sz="1800" b="0">
                          <a:solidFill>
                            <a:srgbClr val="172B3A"/>
                          </a:solidFill>
                          <a:latin typeface="IPAexGothic"/>
                          <a:ea typeface="IPAexGothic"/>
                          <a:cs typeface="IPAexGothic"/>
                        </a:rPr>
                        <a:t>センサ別の平均・標準偏差は学習期間だけから算出し、推論でも同じ値を使う。</a:t>
                      </a:r>
                    </a:p>
                  </a:txBody>
                  <a:tcPr marL="91440" marR="91440" marT="45720" marB="45720" anchor="ctr">
                    <a:lnR w="9525">
                      <a:solidFill>
                        <a:srgbClr val="BCCAD2"/>
                      </a:solidFill>
                      <a:prstDash val="solid"/>
                    </a:lnR>
                    <a:lnB w="9525">
                      <a:solidFill>
                        <a:srgbClr val="BCCAD2"/>
                      </a:solidFill>
                      <a:prstDash val="solid"/>
                    </a:lnB>
                    <a:solidFill>
                      <a:srgbClr val="F8FAFB"/>
                    </a:solidFill>
                  </a:tcPr>
                </a:tc>
              </a:tr>
              <a:tr h="790575">
                <a:tc>
                  <a:txBody>
                    <a:bodyPr wrap="square" lIns="114300" tIns="66675" rIns="114300" bIns="66675"/>
                    <a:lstStyle/>
                    <a:p>
                      <a:r>
                        <a:rPr sz="1800" b="0">
                          <a:solidFill>
                            <a:srgbClr val="172B3A"/>
                          </a:solidFill>
                          <a:latin typeface="IPAexGothic"/>
                          <a:ea typeface="IPAexGothic"/>
                          <a:cs typeface="IPAexGothic"/>
                        </a:rPr>
                        <a:t>3 似た窓を群分け</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FFFFF"/>
                    </a:solidFill>
                  </a:tcPr>
                </a:tc>
                <a:tc>
                  <a:txBody>
                    <a:bodyPr wrap="square" lIns="114300" tIns="66675" rIns="114300" bIns="66675"/>
                    <a:lstStyle/>
                    <a:p>
                      <a:r>
                        <a:rPr sz="1800" b="0">
                          <a:solidFill>
                            <a:srgbClr val="172B3A"/>
                          </a:solidFill>
                          <a:latin typeface="IPAexGothic"/>
                          <a:ea typeface="IPAexGothic"/>
                          <a:cs typeface="IPAexGothic"/>
                        </a:rPr>
                        <a:t>K平均法で群の中心を求める。候補の群数2〜8を学習側で比較し、</a:t>
                      </a:r>
                    </a:p>
                    <a:p>
                      <a:r>
                        <a:rPr sz="1800" b="0">
                          <a:solidFill>
                            <a:srgbClr val="172B3A"/>
                          </a:solidFill>
                          <a:latin typeface="IPAexGothic"/>
                          <a:ea typeface="IPAexGothic"/>
                          <a:cs typeface="IPAexGothic"/>
                        </a:rPr>
                        <a:t>シルエット指標が最大の候補を選ぶ。同値は小さい群数を選ぶ。</a:t>
                      </a:r>
                    </a:p>
                  </a:txBody>
                  <a:tcPr marL="91440" marR="91440" marT="45720" marB="45720" anchor="ctr">
                    <a:lnR w="9525">
                      <a:solidFill>
                        <a:srgbClr val="BCCAD2"/>
                      </a:solidFill>
                      <a:prstDash val="solid"/>
                    </a:lnR>
                    <a:lnB w="9525">
                      <a:solidFill>
                        <a:srgbClr val="BCCAD2"/>
                      </a:solidFill>
                      <a:prstDash val="solid"/>
                    </a:lnB>
                    <a:solidFill>
                      <a:srgbClr val="FFFFFF"/>
                    </a:solidFill>
                  </a:tcPr>
                </a:tc>
              </a:tr>
              <a:tr h="790575">
                <a:tc>
                  <a:txBody>
                    <a:bodyPr wrap="square" lIns="114300" tIns="66675" rIns="114300" bIns="66675"/>
                    <a:lstStyle/>
                    <a:p>
                      <a:r>
                        <a:rPr sz="1800" b="0">
                          <a:solidFill>
                            <a:srgbClr val="172B3A"/>
                          </a:solidFill>
                          <a:latin typeface="IPAexGothic"/>
                          <a:ea typeface="IPAexGothic"/>
                          <a:cs typeface="IPAexGothic"/>
                        </a:rPr>
                        <a:t>4 定義と実例を分離</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8FAFB"/>
                    </a:solidFill>
                  </a:tcPr>
                </a:tc>
                <a:tc>
                  <a:txBody>
                    <a:bodyPr wrap="square" lIns="114300" tIns="66675" rIns="114300" bIns="66675"/>
                    <a:lstStyle/>
                    <a:p>
                      <a:r>
                        <a:rPr sz="1800" b="0">
                          <a:solidFill>
                            <a:srgbClr val="172B3A"/>
                          </a:solidFill>
                          <a:latin typeface="IPAexGothic"/>
                          <a:ea typeface="IPAexGothic"/>
                          <a:cs typeface="IPAexGothic"/>
                        </a:rPr>
                        <a:t>中心波形60値をパターン定義とし、最も近い実測窓を代表例にする。</a:t>
                      </a:r>
                    </a:p>
                    <a:p>
                      <a:r>
                        <a:rPr sz="1800" b="0">
                          <a:solidFill>
                            <a:srgbClr val="172B3A"/>
                          </a:solidFill>
                          <a:latin typeface="IPAexGothic"/>
                          <a:ea typeface="IPAexGothic"/>
                          <a:cs typeface="IPAexGothic"/>
                        </a:rPr>
                        <a:t>小群・不安定な群は候補のまま保持。群が意味を持つかも確認する。</a:t>
                      </a:r>
                    </a:p>
                  </a:txBody>
                  <a:tcPr marL="91440" marR="91440" marT="45720" marB="45720" anchor="ctr">
                    <a:lnR w="9525">
                      <a:solidFill>
                        <a:srgbClr val="BCCAD2"/>
                      </a:solidFill>
                      <a:prstDash val="solid"/>
                    </a:lnR>
                    <a:lnB w="9525">
                      <a:solidFill>
                        <a:srgbClr val="BCCAD2"/>
                      </a:solidFill>
                      <a:prstDash val="solid"/>
                    </a:lnB>
                    <a:solidFill>
                      <a:srgbClr val="F8FAFB"/>
                    </a:solidFill>
                  </a:tcPr>
                </a:tc>
              </a:tr>
            </a:tbl>
          </a:graphicData>
        </a:graphic>
      </p:graphicFrame>
      <p:sp>
        <p:nvSpPr>
          <p:cNvPr id="14" name="text-3">
            <a:extLst xmlns:a="http://schemas.openxmlformats.org/drawingml/2006/main">
              <a:ext uri="{FF2B5EF4-FFF2-40B4-BE49-F238E27FC236}">
                <a16:creationId xmlns:a16="http://schemas.microsoft.com/office/drawing/2014/main" id="{E57BE268-3E06-49BE-BC5E-A48230FBDB8F}"/>
              </a:ext>
            </a:extLst>
          </p:cNvPr>
          <p:cNvSpPr>
            <a:spLocks xmlns:a="http://schemas.openxmlformats.org/drawingml/2006/main" noGrp="1"/>
          </p:cNvSpPr>
          <p:nvPr/>
        </p:nvSpPr>
        <p:spPr>
          <a:xfrm xmlns:a="http://schemas.openxmlformats.org/drawingml/2006/main">
            <a:off x="609600" y="5953125"/>
            <a:ext cx="10906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1575" b="0">
                <a:solidFill>
                  <a:srgbClr val="586872"/>
                </a:solidFill>
                <a:latin typeface="IPAexGothic"/>
                <a:ea typeface="IPAexGothic"/>
                <a:cs typeface="IPAexGothic"/>
              </a:defRPr>
            </a:defPPr>
            <a:lvl1pPr algn="l">
              <a:buNone/>
              <a:defRPr sz="1575" b="0">
                <a:solidFill>
                  <a:srgbClr val="586872"/>
                </a:solidFill>
                <a:latin typeface="IPAexGothic"/>
                <a:ea typeface="IPAexGothic"/>
                <a:cs typeface="IPAexGothic"/>
              </a:defRPr>
            </a:lvl1pPr>
            <a:lvl2pPr algn="l">
              <a:buNone/>
              <a:defRPr sz="1575" b="0">
                <a:solidFill>
                  <a:srgbClr val="586872"/>
                </a:solidFill>
                <a:latin typeface="IPAexGothic"/>
                <a:ea typeface="IPAexGothic"/>
                <a:cs typeface="IPAexGothic"/>
              </a:defRPr>
            </a:lvl2pPr>
            <a:lvl3pPr algn="l">
              <a:buNone/>
              <a:defRPr sz="1575" b="0">
                <a:solidFill>
                  <a:srgbClr val="586872"/>
                </a:solidFill>
                <a:latin typeface="IPAexGothic"/>
                <a:ea typeface="IPAexGothic"/>
                <a:cs typeface="IPAexGothic"/>
              </a:defRPr>
            </a:lvl3pPr>
            <a:lvl4pPr algn="l">
              <a:buNone/>
              <a:defRPr sz="1575" b="0">
                <a:solidFill>
                  <a:srgbClr val="586872"/>
                </a:solidFill>
                <a:latin typeface="IPAexGothic"/>
                <a:ea typeface="IPAexGothic"/>
                <a:cs typeface="IPAexGothic"/>
              </a:defRPr>
            </a:lvl4pPr>
            <a:lvl5pPr algn="l">
              <a:buNone/>
              <a:defRPr sz="1575" b="0">
                <a:solidFill>
                  <a:srgbClr val="586872"/>
                </a:solidFill>
                <a:latin typeface="IPAexGothic"/>
                <a:ea typeface="IPAexGothic"/>
                <a:cs typeface="IPAexGothic"/>
              </a:defRPr>
            </a:lvl5pPr>
            <a:lvl6pPr algn="l">
              <a:buNone/>
              <a:defRPr sz="1575" b="0">
                <a:solidFill>
                  <a:srgbClr val="586872"/>
                </a:solidFill>
                <a:latin typeface="IPAexGothic"/>
                <a:ea typeface="IPAexGothic"/>
                <a:cs typeface="IPAexGothic"/>
              </a:defRPr>
            </a:lvl6pPr>
            <a:lvl7pPr algn="l">
              <a:buNone/>
              <a:defRPr sz="1575" b="0">
                <a:solidFill>
                  <a:srgbClr val="586872"/>
                </a:solidFill>
                <a:latin typeface="IPAexGothic"/>
                <a:ea typeface="IPAexGothic"/>
                <a:cs typeface="IPAexGothic"/>
              </a:defRPr>
            </a:lvl7pPr>
            <a:lvl8pPr algn="l">
              <a:buNone/>
              <a:defRPr sz="1575" b="0">
                <a:solidFill>
                  <a:srgbClr val="586872"/>
                </a:solidFill>
                <a:latin typeface="IPAexGothic"/>
                <a:ea typeface="IPAexGothic"/>
                <a:cs typeface="IPAexGothic"/>
              </a:defRPr>
            </a:lvl8pPr>
            <a:lvl9pPr algn="l">
              <a:buNone/>
              <a:defRPr sz="1575" b="0">
                <a:solidFill>
                  <a:srgbClr val="586872"/>
                </a:solidFill>
                <a:latin typeface="IPAexGothic"/>
                <a:ea typeface="IPAexGothic"/>
                <a:cs typeface="IPAexGothic"/>
              </a:defRPr>
            </a:lvl9pPr>
          </a:lstStyle>
          <a:p xmlns:a="http://schemas.openxmlformats.org/drawingml/2006/main">
            <a:pPr algn="l">
              <a:buNone/>
              <a:defRPr sz="1575" b="0">
                <a:solidFill>
                  <a:srgbClr val="586872"/>
                </a:solidFill>
                <a:latin typeface="IPAexGothic"/>
                <a:ea typeface="IPAexGothic"/>
                <a:cs typeface="IPAexGothic"/>
              </a:defRPr>
            </a:pPr>
            <a:r>
              <a:rPr sz="1575" b="0">
                <a:solidFill>
                  <a:srgbClr val="586872"/>
                </a:solidFill>
                <a:latin typeface="IPAexGothic"/>
                <a:ea typeface="IPAexGothic"/>
                <a:cs typeface="IPAexGothic"/>
              </a:rPr>
              <a:t>K平均法は既存手法。波形の時間ずれに弱い等の制約があり、対象設備で選択・検証する</a:t>
            </a:r>
          </a:p>
        </p:txBody>
      </p:sp>
    </p:spTree>
    <p:extLst>
      <p:ext uri="{BB962C8B-B14F-4D97-AF65-F5344CB8AC3E}">
        <p14:creationId xmlns:p14="http://schemas.microsoft.com/office/powerpoint/2010/main" val="175175452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headline">
            <a:extLst xmlns:a="http://schemas.openxmlformats.org/drawingml/2006/main">
              <a:ext uri="{FF2B5EF4-FFF2-40B4-BE49-F238E27FC236}">
                <a16:creationId xmlns:a16="http://schemas.microsoft.com/office/drawing/2014/main" id="{A4CA0412-8DFE-47D3-87E3-74B4BAEB33DD}"/>
              </a:ext>
            </a:extLst>
          </p:cNvPr>
          <p:cNvSpPr>
            <a:spLocks xmlns:a="http://schemas.openxmlformats.org/drawingml/2006/main" noGrp="1"/>
          </p:cNvSpPr>
          <p:nvPr/>
        </p:nvSpPr>
        <p:spPr>
          <a:xfrm xmlns:a="http://schemas.openxmlformats.org/drawingml/2006/main">
            <a:off x="590550" y="333375"/>
            <a:ext cx="1095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3300" b="1">
                <a:solidFill>
                  <a:srgbClr val="172B3A"/>
                </a:solidFill>
                <a:latin typeface="IPAexGothic"/>
                <a:ea typeface="IPAexGothic"/>
                <a:cs typeface="IPAexGothic"/>
              </a:defRPr>
            </a:defPPr>
            <a:lvl1pPr algn="l">
              <a:buNone/>
              <a:defRPr sz="3300" b="1">
                <a:solidFill>
                  <a:srgbClr val="172B3A"/>
                </a:solidFill>
                <a:latin typeface="IPAexGothic"/>
                <a:ea typeface="IPAexGothic"/>
                <a:cs typeface="IPAexGothic"/>
              </a:defRPr>
            </a:lvl1pPr>
            <a:lvl2pPr algn="l">
              <a:buNone/>
              <a:defRPr sz="3300" b="1">
                <a:solidFill>
                  <a:srgbClr val="172B3A"/>
                </a:solidFill>
                <a:latin typeface="IPAexGothic"/>
                <a:ea typeface="IPAexGothic"/>
                <a:cs typeface="IPAexGothic"/>
              </a:defRPr>
            </a:lvl2pPr>
            <a:lvl3pPr algn="l">
              <a:buNone/>
              <a:defRPr sz="3300" b="1">
                <a:solidFill>
                  <a:srgbClr val="172B3A"/>
                </a:solidFill>
                <a:latin typeface="IPAexGothic"/>
                <a:ea typeface="IPAexGothic"/>
                <a:cs typeface="IPAexGothic"/>
              </a:defRPr>
            </a:lvl3pPr>
            <a:lvl4pPr algn="l">
              <a:buNone/>
              <a:defRPr sz="3300" b="1">
                <a:solidFill>
                  <a:srgbClr val="172B3A"/>
                </a:solidFill>
                <a:latin typeface="IPAexGothic"/>
                <a:ea typeface="IPAexGothic"/>
                <a:cs typeface="IPAexGothic"/>
              </a:defRPr>
            </a:lvl4pPr>
            <a:lvl5pPr algn="l">
              <a:buNone/>
              <a:defRPr sz="3300" b="1">
                <a:solidFill>
                  <a:srgbClr val="172B3A"/>
                </a:solidFill>
                <a:latin typeface="IPAexGothic"/>
                <a:ea typeface="IPAexGothic"/>
                <a:cs typeface="IPAexGothic"/>
              </a:defRPr>
            </a:lvl5pPr>
            <a:lvl6pPr algn="l">
              <a:buNone/>
              <a:defRPr sz="3300" b="1">
                <a:solidFill>
                  <a:srgbClr val="172B3A"/>
                </a:solidFill>
                <a:latin typeface="IPAexGothic"/>
                <a:ea typeface="IPAexGothic"/>
                <a:cs typeface="IPAexGothic"/>
              </a:defRPr>
            </a:lvl6pPr>
            <a:lvl7pPr algn="l">
              <a:buNone/>
              <a:defRPr sz="3300" b="1">
                <a:solidFill>
                  <a:srgbClr val="172B3A"/>
                </a:solidFill>
                <a:latin typeface="IPAexGothic"/>
                <a:ea typeface="IPAexGothic"/>
                <a:cs typeface="IPAexGothic"/>
              </a:defRPr>
            </a:lvl7pPr>
            <a:lvl8pPr algn="l">
              <a:buNone/>
              <a:defRPr sz="3300" b="1">
                <a:solidFill>
                  <a:srgbClr val="172B3A"/>
                </a:solidFill>
                <a:latin typeface="IPAexGothic"/>
                <a:ea typeface="IPAexGothic"/>
                <a:cs typeface="IPAexGothic"/>
              </a:defRPr>
            </a:lvl8pPr>
            <a:lvl9pPr algn="l">
              <a:buNone/>
              <a:defRPr sz="3300" b="1">
                <a:solidFill>
                  <a:srgbClr val="172B3A"/>
                </a:solidFill>
                <a:latin typeface="IPAexGothic"/>
                <a:ea typeface="IPAexGothic"/>
                <a:cs typeface="IPAexGothic"/>
              </a:defRPr>
            </a:lvl9pPr>
          </a:lstStyle>
          <a:p xmlns:a="http://schemas.openxmlformats.org/drawingml/2006/main">
            <a:pPr algn="l">
              <a:buNone/>
              <a:defRPr sz="3300" b="1">
                <a:solidFill>
                  <a:srgbClr val="172B3A"/>
                </a:solidFill>
                <a:latin typeface="IPAexGothic"/>
                <a:ea typeface="IPAexGothic"/>
                <a:cs typeface="IPAexGothic"/>
              </a:defRPr>
            </a:pPr>
            <a:r>
              <a:rPr sz="3300" b="1">
                <a:solidFill>
                  <a:srgbClr val="172B3A"/>
                </a:solidFill>
                <a:latin typeface="IPAexGothic"/>
                <a:ea typeface="IPAexGothic"/>
                <a:cs typeface="IPAexGothic"/>
              </a:rPr>
              <a:t>② 事前に決めることと、データから求めること</a:t>
            </a:r>
          </a:p>
        </p:txBody>
      </p:sp>
      <p:sp>
        <p:nvSpPr>
          <p:cNvPr id="2" name="summary">
            <a:extLst xmlns:a="http://schemas.openxmlformats.org/drawingml/2006/main">
              <a:ext uri="{FF2B5EF4-FFF2-40B4-BE49-F238E27FC236}">
                <a16:creationId xmlns:a16="http://schemas.microsoft.com/office/drawing/2014/main" id="{75BD4F61-50DE-41FF-B000-34A535F4D57D}"/>
              </a:ext>
            </a:extLst>
          </p:cNvPr>
          <p:cNvSpPr>
            <a:spLocks xmlns:a="http://schemas.openxmlformats.org/drawingml/2006/main" noGrp="1"/>
          </p:cNvSpPr>
          <p:nvPr/>
        </p:nvSpPr>
        <p:spPr>
          <a:xfrm xmlns:a="http://schemas.openxmlformats.org/drawingml/2006/main">
            <a:off x="609600" y="1028700"/>
            <a:ext cx="10896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1725" b="0">
                <a:solidFill>
                  <a:srgbClr val="586872"/>
                </a:solidFill>
                <a:latin typeface="IPAexGothic"/>
                <a:ea typeface="IPAexGothic"/>
                <a:cs typeface="IPAexGothic"/>
              </a:defRPr>
            </a:defPPr>
            <a:lvl1pPr algn="l">
              <a:buNone/>
              <a:defRPr sz="1725" b="0">
                <a:solidFill>
                  <a:srgbClr val="586872"/>
                </a:solidFill>
                <a:latin typeface="IPAexGothic"/>
                <a:ea typeface="IPAexGothic"/>
                <a:cs typeface="IPAexGothic"/>
              </a:defRPr>
            </a:lvl1pPr>
            <a:lvl2pPr algn="l">
              <a:buNone/>
              <a:defRPr sz="1725" b="0">
                <a:solidFill>
                  <a:srgbClr val="586872"/>
                </a:solidFill>
                <a:latin typeface="IPAexGothic"/>
                <a:ea typeface="IPAexGothic"/>
                <a:cs typeface="IPAexGothic"/>
              </a:defRPr>
            </a:lvl2pPr>
            <a:lvl3pPr algn="l">
              <a:buNone/>
              <a:defRPr sz="1725" b="0">
                <a:solidFill>
                  <a:srgbClr val="586872"/>
                </a:solidFill>
                <a:latin typeface="IPAexGothic"/>
                <a:ea typeface="IPAexGothic"/>
                <a:cs typeface="IPAexGothic"/>
              </a:defRPr>
            </a:lvl3pPr>
            <a:lvl4pPr algn="l">
              <a:buNone/>
              <a:defRPr sz="1725" b="0">
                <a:solidFill>
                  <a:srgbClr val="586872"/>
                </a:solidFill>
                <a:latin typeface="IPAexGothic"/>
                <a:ea typeface="IPAexGothic"/>
                <a:cs typeface="IPAexGothic"/>
              </a:defRPr>
            </a:lvl4pPr>
            <a:lvl5pPr algn="l">
              <a:buNone/>
              <a:defRPr sz="1725" b="0">
                <a:solidFill>
                  <a:srgbClr val="586872"/>
                </a:solidFill>
                <a:latin typeface="IPAexGothic"/>
                <a:ea typeface="IPAexGothic"/>
                <a:cs typeface="IPAexGothic"/>
              </a:defRPr>
            </a:lvl5pPr>
            <a:lvl6pPr algn="l">
              <a:buNone/>
              <a:defRPr sz="1725" b="0">
                <a:solidFill>
                  <a:srgbClr val="586872"/>
                </a:solidFill>
                <a:latin typeface="IPAexGothic"/>
                <a:ea typeface="IPAexGothic"/>
                <a:cs typeface="IPAexGothic"/>
              </a:defRPr>
            </a:lvl6pPr>
            <a:lvl7pPr algn="l">
              <a:buNone/>
              <a:defRPr sz="1725" b="0">
                <a:solidFill>
                  <a:srgbClr val="586872"/>
                </a:solidFill>
                <a:latin typeface="IPAexGothic"/>
                <a:ea typeface="IPAexGothic"/>
                <a:cs typeface="IPAexGothic"/>
              </a:defRPr>
            </a:lvl7pPr>
            <a:lvl8pPr algn="l">
              <a:buNone/>
              <a:defRPr sz="1725" b="0">
                <a:solidFill>
                  <a:srgbClr val="586872"/>
                </a:solidFill>
                <a:latin typeface="IPAexGothic"/>
                <a:ea typeface="IPAexGothic"/>
                <a:cs typeface="IPAexGothic"/>
              </a:defRPr>
            </a:lvl8pPr>
            <a:lvl9pPr algn="l">
              <a:buNone/>
              <a:defRPr sz="1725" b="0">
                <a:solidFill>
                  <a:srgbClr val="586872"/>
                </a:solidFill>
                <a:latin typeface="IPAexGothic"/>
                <a:ea typeface="IPAexGothic"/>
                <a:cs typeface="IPAexGothic"/>
              </a:defRPr>
            </a:lvl9pPr>
          </a:lstStyle>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事前設定が一切なくなるわけではありません。窓や手法を選んだ後、その条件で定義を学びます。</a:t>
            </a:r>
          </a:p>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「振動4以上が2点連続」といった意味付き事象の条件は、本文の抽出の前提にしません。</a:t>
            </a:r>
          </a:p>
        </p:txBody>
      </p:sp>
      <p:sp>
        <p:nvSpPr>
          <p:cNvPr id="3" name="page-number">
            <a:extLst xmlns:a="http://schemas.openxmlformats.org/drawingml/2006/main">
              <a:ext uri="{FF2B5EF4-FFF2-40B4-BE49-F238E27FC236}">
                <a16:creationId xmlns:a16="http://schemas.microsoft.com/office/drawing/2014/main" id="{07C82438-517C-4991-9069-701071E599B8}"/>
              </a:ext>
            </a:extLst>
          </p:cNvPr>
          <p:cNvSpPr>
            <a:spLocks xmlns:a="http://schemas.openxmlformats.org/drawingml/2006/main" noGrp="1"/>
          </p:cNvSpPr>
          <p:nvPr/>
        </p:nvSpPr>
        <p:spPr>
          <a:xfrm xmlns:a="http://schemas.openxmlformats.org/drawingml/2006/main">
            <a:off x="11239500" y="644842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1275" b="0">
                <a:solidFill>
                  <a:srgbClr val="586872"/>
                </a:solidFill>
                <a:latin typeface="IPAexGothic"/>
                <a:ea typeface="IPAexGothic"/>
                <a:cs typeface="IPAexGothic"/>
              </a:defRPr>
            </a:defPPr>
            <a:lvl1pPr algn="l">
              <a:buNone/>
              <a:defRPr sz="1275" b="0">
                <a:solidFill>
                  <a:srgbClr val="586872"/>
                </a:solidFill>
                <a:latin typeface="IPAexGothic"/>
                <a:ea typeface="IPAexGothic"/>
                <a:cs typeface="IPAexGothic"/>
              </a:defRPr>
            </a:lvl1pPr>
            <a:lvl2pPr algn="l">
              <a:buNone/>
              <a:defRPr sz="1275" b="0">
                <a:solidFill>
                  <a:srgbClr val="586872"/>
                </a:solidFill>
                <a:latin typeface="IPAexGothic"/>
                <a:ea typeface="IPAexGothic"/>
                <a:cs typeface="IPAexGothic"/>
              </a:defRPr>
            </a:lvl2pPr>
            <a:lvl3pPr algn="l">
              <a:buNone/>
              <a:defRPr sz="1275" b="0">
                <a:solidFill>
                  <a:srgbClr val="586872"/>
                </a:solidFill>
                <a:latin typeface="IPAexGothic"/>
                <a:ea typeface="IPAexGothic"/>
                <a:cs typeface="IPAexGothic"/>
              </a:defRPr>
            </a:lvl3pPr>
            <a:lvl4pPr algn="l">
              <a:buNone/>
              <a:defRPr sz="1275" b="0">
                <a:solidFill>
                  <a:srgbClr val="586872"/>
                </a:solidFill>
                <a:latin typeface="IPAexGothic"/>
                <a:ea typeface="IPAexGothic"/>
                <a:cs typeface="IPAexGothic"/>
              </a:defRPr>
            </a:lvl4pPr>
            <a:lvl5pPr algn="l">
              <a:buNone/>
              <a:defRPr sz="1275" b="0">
                <a:solidFill>
                  <a:srgbClr val="586872"/>
                </a:solidFill>
                <a:latin typeface="IPAexGothic"/>
                <a:ea typeface="IPAexGothic"/>
                <a:cs typeface="IPAexGothic"/>
              </a:defRPr>
            </a:lvl5pPr>
            <a:lvl6pPr algn="l">
              <a:buNone/>
              <a:defRPr sz="1275" b="0">
                <a:solidFill>
                  <a:srgbClr val="586872"/>
                </a:solidFill>
                <a:latin typeface="IPAexGothic"/>
                <a:ea typeface="IPAexGothic"/>
                <a:cs typeface="IPAexGothic"/>
              </a:defRPr>
            </a:lvl6pPr>
            <a:lvl7pPr algn="l">
              <a:buNone/>
              <a:defRPr sz="1275" b="0">
                <a:solidFill>
                  <a:srgbClr val="586872"/>
                </a:solidFill>
                <a:latin typeface="IPAexGothic"/>
                <a:ea typeface="IPAexGothic"/>
                <a:cs typeface="IPAexGothic"/>
              </a:defRPr>
            </a:lvl7pPr>
            <a:lvl8pPr algn="l">
              <a:buNone/>
              <a:defRPr sz="1275" b="0">
                <a:solidFill>
                  <a:srgbClr val="586872"/>
                </a:solidFill>
                <a:latin typeface="IPAexGothic"/>
                <a:ea typeface="IPAexGothic"/>
                <a:cs typeface="IPAexGothic"/>
              </a:defRPr>
            </a:lvl8pPr>
            <a:lvl9pPr algn="l">
              <a:buNone/>
              <a:defRPr sz="1275" b="0">
                <a:solidFill>
                  <a:srgbClr val="586872"/>
                </a:solidFill>
                <a:latin typeface="IPAexGothic"/>
                <a:ea typeface="IPAexGothic"/>
                <a:cs typeface="IPAexGothic"/>
              </a:defRPr>
            </a:lvl9pPr>
          </a:lstStyle>
          <a:p xmlns:a="http://schemas.openxmlformats.org/drawingml/2006/main">
            <a:pPr algn="l">
              <a:buNone/>
              <a:defRPr sz="1275" b="0">
                <a:solidFill>
                  <a:srgbClr val="586872"/>
                </a:solidFill>
                <a:latin typeface="IPAexGothic"/>
                <a:ea typeface="IPAexGothic"/>
                <a:cs typeface="IPAexGothic"/>
              </a:defRPr>
            </a:pPr>
            <a:r>
              <a:rPr sz="1275" b="0">
                <a:solidFill>
                  <a:srgbClr val="586872"/>
                </a:solidFill>
                <a:latin typeface="IPAexGothic"/>
                <a:ea typeface="IPAexGothic"/>
                <a:cs typeface="IPAexGothic"/>
              </a:rPr>
              <a:t>14</a:t>
            </a:r>
          </a:p>
        </p:txBody>
      </p:sp>
      <p:graphicFrame>
        <p:nvGraphicFramePr>
          <p:cNvPr id="7" name="">
            <a:extLst xmlns:a="http://schemas.openxmlformats.org/drawingml/2006/main">
              <a:ext uri="{FF2B5EF4-FFF2-40B4-BE49-F238E27FC236}">
                <a16:creationId xmlns:a16="http://schemas.microsoft.com/office/drawing/2014/main" id="{FF9762BB-2243-48A0-8AB7-D51EE27F7329}"/>
              </a:ext>
            </a:extLst>
          </p:cNvPr>
          <p:cNvGraphicFramePr/>
          <p:nvPr/>
        </p:nvGraphicFramePr>
        <p:xfrm>
          <a:off xmlns:a="http://schemas.openxmlformats.org/drawingml/2006/main" x="609600" y="1762125"/>
          <a:ext xmlns:a="http://schemas.openxmlformats.org/drawingml/2006/main" cx="10972800" cy="3952875"/>
        </p:xfrm>
        <a:graphic xmlns:a="http://schemas.openxmlformats.org/drawingml/2006/main">
          <a:graphicData uri="http://schemas.openxmlformats.org/drawingml/2006/table">
            <a:tbl>
              <a:tblPr firstRow="1" bandRow="0"/>
              <a:tblGrid>
                <a:gridCol w="2571750"/>
                <a:gridCol w="8401050"/>
              </a:tblGrid>
              <a:tr h="790575">
                <a:tc>
                  <a:txBody>
                    <a:bodyPr wrap="square" lIns="114300" tIns="66675" rIns="114300" bIns="66675"/>
                    <a:lstStyle/>
                    <a:p>
                      <a:r>
                        <a:rPr sz="1800" b="1">
                          <a:solidFill>
                            <a:srgbClr val="172B3A"/>
                          </a:solidFill>
                          <a:latin typeface="IPAexGothic"/>
                          <a:ea typeface="IPAexGothic"/>
                          <a:cs typeface="IPAexGothic"/>
                        </a:rPr>
                        <a:t>区分</a:t>
                      </a:r>
                    </a:p>
                  </a:txBody>
                  <a:tcPr marL="91440" marR="91440" marT="45720" marB="45720" anchor="ctr">
                    <a:lnL w="9525">
                      <a:solidFill>
                        <a:srgbClr val="BCCAD2"/>
                      </a:solidFill>
                      <a:prstDash val="solid"/>
                    </a:lnL>
                    <a:lnR w="9525">
                      <a:solidFill>
                        <a:srgbClr val="BCCAD2"/>
                      </a:solidFill>
                      <a:prstDash val="solid"/>
                    </a:lnR>
                    <a:lnT w="9525">
                      <a:solidFill>
                        <a:srgbClr val="BCCAD2"/>
                      </a:solidFill>
                      <a:prstDash val="solid"/>
                    </a:lnT>
                    <a:lnB w="9525">
                      <a:solidFill>
                        <a:srgbClr val="BCCAD2"/>
                      </a:solidFill>
                      <a:prstDash val="solid"/>
                    </a:lnB>
                    <a:solidFill>
                      <a:srgbClr val="EAF1F5"/>
                    </a:solidFill>
                  </a:tcPr>
                </a:tc>
                <a:tc>
                  <a:txBody>
                    <a:bodyPr wrap="square" lIns="114300" tIns="66675" rIns="114300" bIns="66675"/>
                    <a:lstStyle/>
                    <a:p>
                      <a:r>
                        <a:rPr sz="1800" b="1">
                          <a:solidFill>
                            <a:srgbClr val="172B3A"/>
                          </a:solidFill>
                          <a:latin typeface="IPAexGothic"/>
                          <a:ea typeface="IPAexGothic"/>
                          <a:cs typeface="IPAexGothic"/>
                        </a:rPr>
                        <a:t>今回の例での内容</a:t>
                      </a:r>
                    </a:p>
                  </a:txBody>
                  <a:tcPr marL="91440" marR="91440" marT="45720" marB="45720" anchor="ctr">
                    <a:lnR w="9525">
                      <a:solidFill>
                        <a:srgbClr val="BCCAD2"/>
                      </a:solidFill>
                      <a:prstDash val="solid"/>
                    </a:lnR>
                    <a:lnT w="9525">
                      <a:solidFill>
                        <a:srgbClr val="BCCAD2"/>
                      </a:solidFill>
                      <a:prstDash val="solid"/>
                    </a:lnT>
                    <a:lnB w="9525">
                      <a:solidFill>
                        <a:srgbClr val="BCCAD2"/>
                      </a:solidFill>
                      <a:prstDash val="solid"/>
                    </a:lnB>
                    <a:solidFill>
                      <a:srgbClr val="EAF1F5"/>
                    </a:solidFill>
                  </a:tcPr>
                </a:tc>
              </a:tr>
              <a:tr h="790575">
                <a:tc>
                  <a:txBody>
                    <a:bodyPr wrap="square" lIns="114300" tIns="66675" rIns="114300" bIns="66675"/>
                    <a:lstStyle/>
                    <a:p>
                      <a:r>
                        <a:rPr sz="1800" b="0">
                          <a:solidFill>
                            <a:srgbClr val="172B3A"/>
                          </a:solidFill>
                          <a:latin typeface="IPAexGothic"/>
                          <a:ea typeface="IPAexGothic"/>
                          <a:cs typeface="IPAexGothic"/>
                        </a:rPr>
                        <a:t>人が先に選ぶ処理条件</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FFFFF"/>
                    </a:solidFill>
                  </a:tcPr>
                </a:tc>
                <a:tc>
                  <a:txBody>
                    <a:bodyPr wrap="square" lIns="114300" tIns="66675" rIns="114300" bIns="66675"/>
                    <a:lstStyle/>
                    <a:p>
                      <a:r>
                        <a:rPr sz="1800" b="0">
                          <a:solidFill>
                            <a:srgbClr val="172B3A"/>
                          </a:solidFill>
                          <a:latin typeface="IPAexGothic"/>
                          <a:ea typeface="IPAexGothic"/>
                          <a:cs typeface="IPAexGothic"/>
                        </a:rPr>
                        <a:t>対象センサ、窓幅30秒・移動幅2秒、学習期間の分割、</a:t>
                      </a:r>
                    </a:p>
                    <a:p>
                      <a:r>
                        <a:rPr sz="1800" b="0">
                          <a:solidFill>
                            <a:srgbClr val="172B3A"/>
                          </a:solidFill>
                          <a:latin typeface="IPAexGothic"/>
                          <a:ea typeface="IPAexGothic"/>
                          <a:cs typeface="IPAexGothic"/>
                        </a:rPr>
                        <a:t>K平均法、群数の探索範囲2〜8、照合範囲を求める百分位95・99。</a:t>
                      </a:r>
                    </a:p>
                  </a:txBody>
                  <a:tcPr marL="91440" marR="91440" marT="45720" marB="45720" anchor="ctr">
                    <a:lnR w="9525">
                      <a:solidFill>
                        <a:srgbClr val="BCCAD2"/>
                      </a:solidFill>
                      <a:prstDash val="solid"/>
                    </a:lnR>
                    <a:lnB w="9525">
                      <a:solidFill>
                        <a:srgbClr val="BCCAD2"/>
                      </a:solidFill>
                      <a:prstDash val="solid"/>
                    </a:lnB>
                    <a:solidFill>
                      <a:srgbClr val="FFFFFF"/>
                    </a:solidFill>
                  </a:tcPr>
                </a:tc>
              </a:tr>
              <a:tr h="790575">
                <a:tc>
                  <a:txBody>
                    <a:bodyPr wrap="square" lIns="114300" tIns="66675" rIns="114300" bIns="66675"/>
                    <a:lstStyle/>
                    <a:p>
                      <a:r>
                        <a:rPr sz="1800" b="0">
                          <a:solidFill>
                            <a:srgbClr val="172B3A"/>
                          </a:solidFill>
                          <a:latin typeface="IPAexGothic"/>
                          <a:ea typeface="IPAexGothic"/>
                          <a:cs typeface="IPAexGothic"/>
                        </a:rPr>
                        <a:t>学習期間から求める</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8FAFB"/>
                    </a:solidFill>
                  </a:tcPr>
                </a:tc>
                <a:tc>
                  <a:txBody>
                    <a:bodyPr wrap="square" lIns="114300" tIns="66675" rIns="114300" bIns="66675"/>
                    <a:lstStyle/>
                    <a:p>
                      <a:r>
                        <a:rPr sz="1800" b="0">
                          <a:solidFill>
                            <a:srgbClr val="172B3A"/>
                          </a:solidFill>
                          <a:latin typeface="IPAexGothic"/>
                          <a:ea typeface="IPAexGothic"/>
                          <a:cs typeface="IPAexGothic"/>
                        </a:rPr>
                        <a:t>センサ別の平均・標準偏差、選んだ群数、中心波形60値。</a:t>
                      </a:r>
                    </a:p>
                    <a:p>
                      <a:r>
                        <a:rPr sz="1800" b="0">
                          <a:solidFill>
                            <a:srgbClr val="172B3A"/>
                          </a:solidFill>
                          <a:latin typeface="IPAexGothic"/>
                          <a:ea typeface="IPAexGothic"/>
                          <a:cs typeface="IPAexGothic"/>
                        </a:rPr>
                        <a:t>得られた群へP001などのIDと版を付ける。</a:t>
                      </a:r>
                    </a:p>
                  </a:txBody>
                  <a:tcPr marL="91440" marR="91440" marT="45720" marB="45720" anchor="ctr">
                    <a:lnR w="9525">
                      <a:solidFill>
                        <a:srgbClr val="BCCAD2"/>
                      </a:solidFill>
                      <a:prstDash val="solid"/>
                    </a:lnR>
                    <a:lnB w="9525">
                      <a:solidFill>
                        <a:srgbClr val="BCCAD2"/>
                      </a:solidFill>
                      <a:prstDash val="solid"/>
                    </a:lnB>
                    <a:solidFill>
                      <a:srgbClr val="F8FAFB"/>
                    </a:solidFill>
                  </a:tcPr>
                </a:tc>
              </a:tr>
              <a:tr h="790575">
                <a:tc>
                  <a:txBody>
                    <a:bodyPr wrap="square" lIns="114300" tIns="66675" rIns="114300" bIns="66675"/>
                    <a:lstStyle/>
                    <a:p>
                      <a:r>
                        <a:rPr sz="1800" b="0">
                          <a:solidFill>
                            <a:srgbClr val="172B3A"/>
                          </a:solidFill>
                          <a:latin typeface="IPAexGothic"/>
                          <a:ea typeface="IPAexGothic"/>
                          <a:cs typeface="IPAexGothic"/>
                        </a:rPr>
                        <a:t>条件設定期間で求める</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FFFFF"/>
                    </a:solidFill>
                  </a:tcPr>
                </a:tc>
                <a:tc>
                  <a:txBody>
                    <a:bodyPr wrap="square" lIns="114300" tIns="66675" rIns="114300" bIns="66675"/>
                    <a:lstStyle/>
                    <a:p>
                      <a:r>
                        <a:rPr sz="1800" b="0">
                          <a:solidFill>
                            <a:srgbClr val="172B3A"/>
                          </a:solidFill>
                          <a:latin typeface="IPAexGothic"/>
                          <a:ea typeface="IPAexGothic"/>
                          <a:cs typeface="IPAexGothic"/>
                        </a:rPr>
                        <a:t>固定した中心までの距離を測り、群別に95・99百分位の半径を算出。</a:t>
                      </a:r>
                    </a:p>
                    <a:p>
                      <a:r>
                        <a:rPr sz="1800" b="0">
                          <a:solidFill>
                            <a:srgbClr val="172B3A"/>
                          </a:solidFill>
                          <a:latin typeface="IPAexGothic"/>
                          <a:ea typeface="IPAexGothic"/>
                          <a:cs typeface="IPAexGothic"/>
                        </a:rPr>
                        <a:t>百分位の水準は設定、実際の半径はデータから求める。</a:t>
                      </a:r>
                    </a:p>
                  </a:txBody>
                  <a:tcPr marL="91440" marR="91440" marT="45720" marB="45720" anchor="ctr">
                    <a:lnR w="9525">
                      <a:solidFill>
                        <a:srgbClr val="BCCAD2"/>
                      </a:solidFill>
                      <a:prstDash val="solid"/>
                    </a:lnR>
                    <a:lnB w="9525">
                      <a:solidFill>
                        <a:srgbClr val="BCCAD2"/>
                      </a:solidFill>
                      <a:prstDash val="solid"/>
                    </a:lnB>
                    <a:solidFill>
                      <a:srgbClr val="FFFFFF"/>
                    </a:solidFill>
                  </a:tcPr>
                </a:tc>
              </a:tr>
              <a:tr h="790575">
                <a:tc>
                  <a:txBody>
                    <a:bodyPr wrap="square" lIns="114300" tIns="66675" rIns="114300" bIns="66675"/>
                    <a:lstStyle/>
                    <a:p>
                      <a:r>
                        <a:rPr sz="1800" b="0">
                          <a:solidFill>
                            <a:srgbClr val="172B3A"/>
                          </a:solidFill>
                          <a:latin typeface="IPAexGothic"/>
                          <a:ea typeface="IPAexGothic"/>
                          <a:cs typeface="IPAexGothic"/>
                        </a:rPr>
                        <a:t>後から確認する</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8FAFB"/>
                    </a:solidFill>
                  </a:tcPr>
                </a:tc>
                <a:tc>
                  <a:txBody>
                    <a:bodyPr wrap="square" lIns="114300" tIns="66675" rIns="114300" bIns="66675"/>
                    <a:lstStyle/>
                    <a:p>
                      <a:r>
                        <a:rPr sz="1800" b="0">
                          <a:solidFill>
                            <a:srgbClr val="172B3A"/>
                          </a:solidFill>
                          <a:latin typeface="IPAexGothic"/>
                          <a:ea typeface="IPAexGothic"/>
                          <a:cs typeface="IPAexGothic"/>
                        </a:rPr>
                        <a:t>群の特徴の解釈、正常・異常との関連、採用する入力項目。</a:t>
                      </a:r>
                    </a:p>
                    <a:p>
                      <a:r>
                        <a:rPr sz="1800" b="0">
                          <a:solidFill>
                            <a:srgbClr val="172B3A"/>
                          </a:solidFill>
                          <a:latin typeface="IPAexGothic"/>
                          <a:ea typeface="IPAexGothic"/>
                          <a:cs typeface="IPAexGothic"/>
                        </a:rPr>
                        <a:t>確立度・性能・保持条件を評価し、削除できる範囲を決定する。</a:t>
                      </a:r>
                    </a:p>
                  </a:txBody>
                  <a:tcPr marL="91440" marR="91440" marT="45720" marB="45720" anchor="ctr">
                    <a:lnR w="9525">
                      <a:solidFill>
                        <a:srgbClr val="BCCAD2"/>
                      </a:solidFill>
                      <a:prstDash val="solid"/>
                    </a:lnR>
                    <a:lnB w="9525">
                      <a:solidFill>
                        <a:srgbClr val="BCCAD2"/>
                      </a:solidFill>
                      <a:prstDash val="solid"/>
                    </a:lnB>
                    <a:solidFill>
                      <a:srgbClr val="F8FAFB"/>
                    </a:solidFill>
                  </a:tcPr>
                </a:tc>
              </a:tr>
            </a:tbl>
          </a:graphicData>
        </a:graphic>
      </p:graphicFrame>
      <p:sp>
        <p:nvSpPr>
          <p:cNvPr id="8" name="text-3">
            <a:extLst xmlns:a="http://schemas.openxmlformats.org/drawingml/2006/main">
              <a:ext uri="{FF2B5EF4-FFF2-40B4-BE49-F238E27FC236}">
                <a16:creationId xmlns:a16="http://schemas.microsoft.com/office/drawing/2014/main" id="{AB318D7D-1374-4141-BC34-90309B30AB32}"/>
              </a:ext>
            </a:extLst>
          </p:cNvPr>
          <p:cNvSpPr>
            <a:spLocks xmlns:a="http://schemas.openxmlformats.org/drawingml/2006/main" noGrp="1"/>
          </p:cNvSpPr>
          <p:nvPr/>
        </p:nvSpPr>
        <p:spPr>
          <a:xfrm xmlns:a="http://schemas.openxmlformats.org/drawingml/2006/main">
            <a:off x="609600" y="5953125"/>
            <a:ext cx="10906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1575" b="0">
                <a:solidFill>
                  <a:srgbClr val="586872"/>
                </a:solidFill>
                <a:latin typeface="IPAexGothic"/>
                <a:ea typeface="IPAexGothic"/>
                <a:cs typeface="IPAexGothic"/>
              </a:defRPr>
            </a:defPPr>
            <a:lvl1pPr algn="l">
              <a:buNone/>
              <a:defRPr sz="1575" b="0">
                <a:solidFill>
                  <a:srgbClr val="586872"/>
                </a:solidFill>
                <a:latin typeface="IPAexGothic"/>
                <a:ea typeface="IPAexGothic"/>
                <a:cs typeface="IPAexGothic"/>
              </a:defRPr>
            </a:lvl1pPr>
            <a:lvl2pPr algn="l">
              <a:buNone/>
              <a:defRPr sz="1575" b="0">
                <a:solidFill>
                  <a:srgbClr val="586872"/>
                </a:solidFill>
                <a:latin typeface="IPAexGothic"/>
                <a:ea typeface="IPAexGothic"/>
                <a:cs typeface="IPAexGothic"/>
              </a:defRPr>
            </a:lvl2pPr>
            <a:lvl3pPr algn="l">
              <a:buNone/>
              <a:defRPr sz="1575" b="0">
                <a:solidFill>
                  <a:srgbClr val="586872"/>
                </a:solidFill>
                <a:latin typeface="IPAexGothic"/>
                <a:ea typeface="IPAexGothic"/>
                <a:cs typeface="IPAexGothic"/>
              </a:defRPr>
            </a:lvl3pPr>
            <a:lvl4pPr algn="l">
              <a:buNone/>
              <a:defRPr sz="1575" b="0">
                <a:solidFill>
                  <a:srgbClr val="586872"/>
                </a:solidFill>
                <a:latin typeface="IPAexGothic"/>
                <a:ea typeface="IPAexGothic"/>
                <a:cs typeface="IPAexGothic"/>
              </a:defRPr>
            </a:lvl4pPr>
            <a:lvl5pPr algn="l">
              <a:buNone/>
              <a:defRPr sz="1575" b="0">
                <a:solidFill>
                  <a:srgbClr val="586872"/>
                </a:solidFill>
                <a:latin typeface="IPAexGothic"/>
                <a:ea typeface="IPAexGothic"/>
                <a:cs typeface="IPAexGothic"/>
              </a:defRPr>
            </a:lvl5pPr>
            <a:lvl6pPr algn="l">
              <a:buNone/>
              <a:defRPr sz="1575" b="0">
                <a:solidFill>
                  <a:srgbClr val="586872"/>
                </a:solidFill>
                <a:latin typeface="IPAexGothic"/>
                <a:ea typeface="IPAexGothic"/>
                <a:cs typeface="IPAexGothic"/>
              </a:defRPr>
            </a:lvl6pPr>
            <a:lvl7pPr algn="l">
              <a:buNone/>
              <a:defRPr sz="1575" b="0">
                <a:solidFill>
                  <a:srgbClr val="586872"/>
                </a:solidFill>
                <a:latin typeface="IPAexGothic"/>
                <a:ea typeface="IPAexGothic"/>
                <a:cs typeface="IPAexGothic"/>
              </a:defRPr>
            </a:lvl7pPr>
            <a:lvl8pPr algn="l">
              <a:buNone/>
              <a:defRPr sz="1575" b="0">
                <a:solidFill>
                  <a:srgbClr val="586872"/>
                </a:solidFill>
                <a:latin typeface="IPAexGothic"/>
                <a:ea typeface="IPAexGothic"/>
                <a:cs typeface="IPAexGothic"/>
              </a:defRPr>
            </a:lvl8pPr>
            <a:lvl9pPr algn="l">
              <a:buNone/>
              <a:defRPr sz="1575" b="0">
                <a:solidFill>
                  <a:srgbClr val="586872"/>
                </a:solidFill>
                <a:latin typeface="IPAexGothic"/>
                <a:ea typeface="IPAexGothic"/>
                <a:cs typeface="IPAexGothic"/>
              </a:defRPr>
            </a:lvl9pPr>
          </a:lstStyle>
          <a:p xmlns:a="http://schemas.openxmlformats.org/drawingml/2006/main">
            <a:pPr algn="l">
              <a:buNone/>
              <a:defRPr sz="1575" b="0">
                <a:solidFill>
                  <a:srgbClr val="586872"/>
                </a:solidFill>
                <a:latin typeface="IPAexGothic"/>
                <a:ea typeface="IPAexGothic"/>
                <a:cs typeface="IPAexGothic"/>
              </a:defRPr>
            </a:pPr>
            <a:r>
              <a:rPr sz="1575" b="0">
                <a:solidFill>
                  <a:srgbClr val="586872"/>
                </a:solidFill>
                <a:latin typeface="IPAexGothic"/>
                <a:ea typeface="IPAexGothic"/>
                <a:cs typeface="IPAexGothic"/>
              </a:rPr>
              <a:t>選んだ方法・探索条件・求めた値を版で保存する。数値例は実装設計用で実測結果ではない</a:t>
            </a:r>
          </a:p>
        </p:txBody>
      </p:sp>
    </p:spTree>
    <p:extLst>
      <p:ext uri="{BB962C8B-B14F-4D97-AF65-F5344CB8AC3E}">
        <p14:creationId xmlns:p14="http://schemas.microsoft.com/office/powerpoint/2010/main" val="86700284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headline">
            <a:extLst xmlns:a="http://schemas.openxmlformats.org/drawingml/2006/main">
              <a:ext uri="{FF2B5EF4-FFF2-40B4-BE49-F238E27FC236}">
                <a16:creationId xmlns:a16="http://schemas.microsoft.com/office/drawing/2014/main" id="{E24885E4-0B78-4E5F-B385-6CB4B294DAF7}"/>
              </a:ext>
            </a:extLst>
          </p:cNvPr>
          <p:cNvSpPr>
            <a:spLocks xmlns:a="http://schemas.openxmlformats.org/drawingml/2006/main" noGrp="1"/>
          </p:cNvSpPr>
          <p:nvPr/>
        </p:nvSpPr>
        <p:spPr>
          <a:xfrm xmlns:a="http://schemas.openxmlformats.org/drawingml/2006/main">
            <a:off x="590550" y="333375"/>
            <a:ext cx="1095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72B3A"/>
                </a:solidFill>
                <a:latin typeface="IPAexGothic"/>
                <a:ea typeface="IPAexGothic"/>
                <a:cs typeface="IPAexGothic"/>
              </a:defRPr>
            </a:defPPr>
            <a:lvl1pPr algn="l">
              <a:buNone/>
              <a:defRPr sz="3300" b="1">
                <a:solidFill>
                  <a:srgbClr val="172B3A"/>
                </a:solidFill>
                <a:latin typeface="IPAexGothic"/>
                <a:ea typeface="IPAexGothic"/>
                <a:cs typeface="IPAexGothic"/>
              </a:defRPr>
            </a:lvl1pPr>
            <a:lvl2pPr algn="l">
              <a:buNone/>
              <a:defRPr sz="3300" b="1">
                <a:solidFill>
                  <a:srgbClr val="172B3A"/>
                </a:solidFill>
                <a:latin typeface="IPAexGothic"/>
                <a:ea typeface="IPAexGothic"/>
                <a:cs typeface="IPAexGothic"/>
              </a:defRPr>
            </a:lvl2pPr>
            <a:lvl3pPr algn="l">
              <a:buNone/>
              <a:defRPr sz="3300" b="1">
                <a:solidFill>
                  <a:srgbClr val="172B3A"/>
                </a:solidFill>
                <a:latin typeface="IPAexGothic"/>
                <a:ea typeface="IPAexGothic"/>
                <a:cs typeface="IPAexGothic"/>
              </a:defRPr>
            </a:lvl3pPr>
            <a:lvl4pPr algn="l">
              <a:buNone/>
              <a:defRPr sz="3300" b="1">
                <a:solidFill>
                  <a:srgbClr val="172B3A"/>
                </a:solidFill>
                <a:latin typeface="IPAexGothic"/>
                <a:ea typeface="IPAexGothic"/>
                <a:cs typeface="IPAexGothic"/>
              </a:defRPr>
            </a:lvl4pPr>
            <a:lvl5pPr algn="l">
              <a:buNone/>
              <a:defRPr sz="3300" b="1">
                <a:solidFill>
                  <a:srgbClr val="172B3A"/>
                </a:solidFill>
                <a:latin typeface="IPAexGothic"/>
                <a:ea typeface="IPAexGothic"/>
                <a:cs typeface="IPAexGothic"/>
              </a:defRPr>
            </a:lvl5pPr>
            <a:lvl6pPr algn="l">
              <a:buNone/>
              <a:defRPr sz="3300" b="1">
                <a:solidFill>
                  <a:srgbClr val="172B3A"/>
                </a:solidFill>
                <a:latin typeface="IPAexGothic"/>
                <a:ea typeface="IPAexGothic"/>
                <a:cs typeface="IPAexGothic"/>
              </a:defRPr>
            </a:lvl6pPr>
            <a:lvl7pPr algn="l">
              <a:buNone/>
              <a:defRPr sz="3300" b="1">
                <a:solidFill>
                  <a:srgbClr val="172B3A"/>
                </a:solidFill>
                <a:latin typeface="IPAexGothic"/>
                <a:ea typeface="IPAexGothic"/>
                <a:cs typeface="IPAexGothic"/>
              </a:defRPr>
            </a:lvl7pPr>
            <a:lvl8pPr algn="l">
              <a:buNone/>
              <a:defRPr sz="3300" b="1">
                <a:solidFill>
                  <a:srgbClr val="172B3A"/>
                </a:solidFill>
                <a:latin typeface="IPAexGothic"/>
                <a:ea typeface="IPAexGothic"/>
                <a:cs typeface="IPAexGothic"/>
              </a:defRPr>
            </a:lvl8pPr>
            <a:lvl9pPr algn="l">
              <a:buNone/>
              <a:defRPr sz="3300" b="1">
                <a:solidFill>
                  <a:srgbClr val="172B3A"/>
                </a:solidFill>
                <a:latin typeface="IPAexGothic"/>
                <a:ea typeface="IPAexGothic"/>
                <a:cs typeface="IPAexGothic"/>
              </a:defRPr>
            </a:lvl9pPr>
          </a:lstStyle>
          <a:p xmlns:a="http://schemas.openxmlformats.org/drawingml/2006/main">
            <a:pPr algn="l">
              <a:buNone/>
              <a:defRPr sz="3300" b="1">
                <a:solidFill>
                  <a:srgbClr val="172B3A"/>
                </a:solidFill>
                <a:latin typeface="IPAexGothic"/>
                <a:ea typeface="IPAexGothic"/>
                <a:cs typeface="IPAexGothic"/>
              </a:defRPr>
            </a:pPr>
            <a:r>
              <a:rPr sz="3300" b="1">
                <a:solidFill>
                  <a:srgbClr val="172B3A"/>
                </a:solidFill>
                <a:latin typeface="IPAexGothic"/>
                <a:ea typeface="IPAexGothic"/>
                <a:cs typeface="IPAexGothic"/>
              </a:rPr>
              <a:t>② 本文の抽出方法とほかの選択肢</a:t>
            </a:r>
          </a:p>
        </p:txBody>
      </p:sp>
      <p:sp>
        <p:nvSpPr>
          <p:cNvPr id="2" name="summary">
            <a:extLst xmlns:a="http://schemas.openxmlformats.org/drawingml/2006/main">
              <a:ext uri="{FF2B5EF4-FFF2-40B4-BE49-F238E27FC236}">
                <a16:creationId xmlns:a16="http://schemas.microsoft.com/office/drawing/2014/main" id="{8A719D83-7030-40F3-94C1-259C55E6E8A5}"/>
              </a:ext>
            </a:extLst>
          </p:cNvPr>
          <p:cNvSpPr>
            <a:spLocks xmlns:a="http://schemas.openxmlformats.org/drawingml/2006/main" noGrp="1"/>
          </p:cNvSpPr>
          <p:nvPr/>
        </p:nvSpPr>
        <p:spPr>
          <a:xfrm xmlns:a="http://schemas.openxmlformats.org/drawingml/2006/main">
            <a:off x="609600" y="1028700"/>
            <a:ext cx="10896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86872"/>
                </a:solidFill>
                <a:latin typeface="IPAexGothic"/>
                <a:ea typeface="IPAexGothic"/>
                <a:cs typeface="IPAexGothic"/>
              </a:defRPr>
            </a:defPPr>
            <a:lvl1pPr algn="l">
              <a:buNone/>
              <a:defRPr sz="1800" b="0">
                <a:solidFill>
                  <a:srgbClr val="586872"/>
                </a:solidFill>
                <a:latin typeface="IPAexGothic"/>
                <a:ea typeface="IPAexGothic"/>
                <a:cs typeface="IPAexGothic"/>
              </a:defRPr>
            </a:lvl1pPr>
            <a:lvl2pPr algn="l">
              <a:buNone/>
              <a:defRPr sz="1800" b="0">
                <a:solidFill>
                  <a:srgbClr val="586872"/>
                </a:solidFill>
                <a:latin typeface="IPAexGothic"/>
                <a:ea typeface="IPAexGothic"/>
                <a:cs typeface="IPAexGothic"/>
              </a:defRPr>
            </a:lvl2pPr>
            <a:lvl3pPr algn="l">
              <a:buNone/>
              <a:defRPr sz="1800" b="0">
                <a:solidFill>
                  <a:srgbClr val="586872"/>
                </a:solidFill>
                <a:latin typeface="IPAexGothic"/>
                <a:ea typeface="IPAexGothic"/>
                <a:cs typeface="IPAexGothic"/>
              </a:defRPr>
            </a:lvl3pPr>
            <a:lvl4pPr algn="l">
              <a:buNone/>
              <a:defRPr sz="1800" b="0">
                <a:solidFill>
                  <a:srgbClr val="586872"/>
                </a:solidFill>
                <a:latin typeface="IPAexGothic"/>
                <a:ea typeface="IPAexGothic"/>
                <a:cs typeface="IPAexGothic"/>
              </a:defRPr>
            </a:lvl4pPr>
            <a:lvl5pPr algn="l">
              <a:buNone/>
              <a:defRPr sz="1800" b="0">
                <a:solidFill>
                  <a:srgbClr val="586872"/>
                </a:solidFill>
                <a:latin typeface="IPAexGothic"/>
                <a:ea typeface="IPAexGothic"/>
                <a:cs typeface="IPAexGothic"/>
              </a:defRPr>
            </a:lvl5pPr>
            <a:lvl6pPr algn="l">
              <a:buNone/>
              <a:defRPr sz="1800" b="0">
                <a:solidFill>
                  <a:srgbClr val="586872"/>
                </a:solidFill>
                <a:latin typeface="IPAexGothic"/>
                <a:ea typeface="IPAexGothic"/>
                <a:cs typeface="IPAexGothic"/>
              </a:defRPr>
            </a:lvl6pPr>
            <a:lvl7pPr algn="l">
              <a:buNone/>
              <a:defRPr sz="1800" b="0">
                <a:solidFill>
                  <a:srgbClr val="586872"/>
                </a:solidFill>
                <a:latin typeface="IPAexGothic"/>
                <a:ea typeface="IPAexGothic"/>
                <a:cs typeface="IPAexGothic"/>
              </a:defRPr>
            </a:lvl7pPr>
            <a:lvl8pPr algn="l">
              <a:buNone/>
              <a:defRPr sz="1800" b="0">
                <a:solidFill>
                  <a:srgbClr val="586872"/>
                </a:solidFill>
                <a:latin typeface="IPAexGothic"/>
                <a:ea typeface="IPAexGothic"/>
                <a:cs typeface="IPAexGothic"/>
              </a:defRPr>
            </a:lvl8pPr>
            <a:lvl9pPr algn="l">
              <a:buNone/>
              <a:defRPr sz="1800" b="0">
                <a:solidFill>
                  <a:srgbClr val="586872"/>
                </a:solidFill>
                <a:latin typeface="IPAexGothic"/>
                <a:ea typeface="IPAexGothic"/>
                <a:cs typeface="IPAexGothic"/>
              </a:defRPr>
            </a:lvl9pPr>
          </a:lstStyle>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本文は波形を直接群分けする方法で統一します。事象検出を必要とする方法は別の実装例です。</a:t>
            </a:r>
          </a:p>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どの方法でも、前処理・照合・重複除外・版管理を定めてから出現情報へつなげる必要があります。</a:t>
            </a:r>
          </a:p>
        </p:txBody>
      </p:sp>
      <p:sp>
        <p:nvSpPr>
          <p:cNvPr id="3" name="text-2">
            <a:extLst xmlns:a="http://schemas.openxmlformats.org/drawingml/2006/main">
              <a:ext uri="{FF2B5EF4-FFF2-40B4-BE49-F238E27FC236}">
                <a16:creationId xmlns:a16="http://schemas.microsoft.com/office/drawing/2014/main" id="{470E8D53-122D-488B-9F70-763F2EA00A1A}"/>
              </a:ext>
            </a:extLst>
          </p:cNvPr>
          <p:cNvSpPr>
            <a:spLocks xmlns:a="http://schemas.openxmlformats.org/drawingml/2006/main" noGrp="1"/>
          </p:cNvSpPr>
          <p:nvPr/>
        </p:nvSpPr>
        <p:spPr>
          <a:xfrm xmlns:a="http://schemas.openxmlformats.org/drawingml/2006/main">
            <a:off x="11239500" y="644842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872"/>
                </a:solidFill>
                <a:latin typeface="IPAexGothic"/>
                <a:ea typeface="IPAexGothic"/>
                <a:cs typeface="IPAexGothic"/>
              </a:defRPr>
            </a:defPPr>
            <a:lvl1pPr algn="r">
              <a:buNone/>
              <a:defRPr sz="1275" b="0">
                <a:solidFill>
                  <a:srgbClr val="586872"/>
                </a:solidFill>
                <a:latin typeface="IPAexGothic"/>
                <a:ea typeface="IPAexGothic"/>
                <a:cs typeface="IPAexGothic"/>
              </a:defRPr>
            </a:lvl1pPr>
            <a:lvl2pPr algn="r">
              <a:buNone/>
              <a:defRPr sz="1275" b="0">
                <a:solidFill>
                  <a:srgbClr val="586872"/>
                </a:solidFill>
                <a:latin typeface="IPAexGothic"/>
                <a:ea typeface="IPAexGothic"/>
                <a:cs typeface="IPAexGothic"/>
              </a:defRPr>
            </a:lvl2pPr>
            <a:lvl3pPr algn="r">
              <a:buNone/>
              <a:defRPr sz="1275" b="0">
                <a:solidFill>
                  <a:srgbClr val="586872"/>
                </a:solidFill>
                <a:latin typeface="IPAexGothic"/>
                <a:ea typeface="IPAexGothic"/>
                <a:cs typeface="IPAexGothic"/>
              </a:defRPr>
            </a:lvl3pPr>
            <a:lvl4pPr algn="r">
              <a:buNone/>
              <a:defRPr sz="1275" b="0">
                <a:solidFill>
                  <a:srgbClr val="586872"/>
                </a:solidFill>
                <a:latin typeface="IPAexGothic"/>
                <a:ea typeface="IPAexGothic"/>
                <a:cs typeface="IPAexGothic"/>
              </a:defRPr>
            </a:lvl4pPr>
            <a:lvl5pPr algn="r">
              <a:buNone/>
              <a:defRPr sz="1275" b="0">
                <a:solidFill>
                  <a:srgbClr val="586872"/>
                </a:solidFill>
                <a:latin typeface="IPAexGothic"/>
                <a:ea typeface="IPAexGothic"/>
                <a:cs typeface="IPAexGothic"/>
              </a:defRPr>
            </a:lvl5pPr>
            <a:lvl6pPr algn="r">
              <a:buNone/>
              <a:defRPr sz="1275" b="0">
                <a:solidFill>
                  <a:srgbClr val="586872"/>
                </a:solidFill>
                <a:latin typeface="IPAexGothic"/>
                <a:ea typeface="IPAexGothic"/>
                <a:cs typeface="IPAexGothic"/>
              </a:defRPr>
            </a:lvl6pPr>
            <a:lvl7pPr algn="r">
              <a:buNone/>
              <a:defRPr sz="1275" b="0">
                <a:solidFill>
                  <a:srgbClr val="586872"/>
                </a:solidFill>
                <a:latin typeface="IPAexGothic"/>
                <a:ea typeface="IPAexGothic"/>
                <a:cs typeface="IPAexGothic"/>
              </a:defRPr>
            </a:lvl7pPr>
            <a:lvl8pPr algn="r">
              <a:buNone/>
              <a:defRPr sz="1275" b="0">
                <a:solidFill>
                  <a:srgbClr val="586872"/>
                </a:solidFill>
                <a:latin typeface="IPAexGothic"/>
                <a:ea typeface="IPAexGothic"/>
                <a:cs typeface="IPAexGothic"/>
              </a:defRPr>
            </a:lvl8pPr>
            <a:lvl9pPr algn="r">
              <a:buNone/>
              <a:defRPr sz="1275" b="0">
                <a:solidFill>
                  <a:srgbClr val="586872"/>
                </a:solidFill>
                <a:latin typeface="IPAexGothic"/>
                <a:ea typeface="IPAexGothic"/>
                <a:cs typeface="IPAexGothic"/>
              </a:defRPr>
            </a:lvl9pPr>
          </a:lstStyle>
          <a:p xmlns:a="http://schemas.openxmlformats.org/drawingml/2006/main">
            <a:pPr algn="r">
              <a:buNone/>
              <a:defRPr sz="1275" b="0">
                <a:solidFill>
                  <a:srgbClr val="586872"/>
                </a:solidFill>
                <a:latin typeface="IPAexGothic"/>
                <a:ea typeface="IPAexGothic"/>
                <a:cs typeface="IPAexGothic"/>
              </a:defRPr>
            </a:pPr>
            <a:r>
              <a:rPr sz="1275" b="0">
                <a:solidFill>
                  <a:srgbClr val="586872"/>
                </a:solidFill>
                <a:latin typeface="IPAexGothic"/>
                <a:ea typeface="IPAexGothic"/>
                <a:cs typeface="IPAexGothic"/>
              </a:rPr>
              <a:t>15</a:t>
            </a:r>
          </a:p>
        </p:txBody>
      </p:sp>
      <p:graphicFrame>
        <p:nvGraphicFramePr>
          <p:cNvPr id="8" name="">
            <a:extLst xmlns:a="http://schemas.openxmlformats.org/drawingml/2006/main">
              <a:ext uri="{FF2B5EF4-FFF2-40B4-BE49-F238E27FC236}">
                <a16:creationId xmlns:a16="http://schemas.microsoft.com/office/drawing/2014/main" id="{307AB72A-FC4E-410B-A26D-A0F62D2341C9}"/>
              </a:ext>
            </a:extLst>
          </p:cNvPr>
          <p:cNvGraphicFramePr/>
          <p:nvPr/>
        </p:nvGraphicFramePr>
        <p:xfrm>
          <a:off xmlns:a="http://schemas.openxmlformats.org/drawingml/2006/main" x="609600" y="1762125"/>
          <a:ext xmlns:a="http://schemas.openxmlformats.org/drawingml/2006/main" cx="10972800" cy="3952875"/>
        </p:xfrm>
        <a:graphic xmlns:a="http://schemas.openxmlformats.org/drawingml/2006/main">
          <a:graphicData uri="http://schemas.openxmlformats.org/drawingml/2006/table">
            <a:tbl>
              <a:tblPr firstRow="1" bandRow="0"/>
              <a:tblGrid>
                <a:gridCol w="2000250"/>
                <a:gridCol w="4381500"/>
                <a:gridCol w="4591050"/>
              </a:tblGrid>
              <a:tr h="790575">
                <a:tc>
                  <a:txBody>
                    <a:bodyPr wrap="square" lIns="114300" tIns="66675" rIns="114300" bIns="66675"/>
                    <a:lstStyle/>
                    <a:p>
                      <a:r>
                        <a:rPr sz="1725" b="1">
                          <a:solidFill>
                            <a:srgbClr val="172B3A"/>
                          </a:solidFill>
                          <a:latin typeface="IPAexGothic"/>
                          <a:ea typeface="IPAexGothic"/>
                          <a:cs typeface="IPAexGothic"/>
                        </a:rPr>
                        <a:t>位置づけ</a:t>
                      </a:r>
                    </a:p>
                  </a:txBody>
                  <a:tcPr marL="91440" marR="91440" marT="45720" marB="45720" anchor="ctr">
                    <a:lnL w="9525">
                      <a:solidFill>
                        <a:srgbClr val="BCCAD2"/>
                      </a:solidFill>
                      <a:prstDash val="solid"/>
                    </a:lnL>
                    <a:lnR w="9525">
                      <a:solidFill>
                        <a:srgbClr val="BCCAD2"/>
                      </a:solidFill>
                      <a:prstDash val="solid"/>
                    </a:lnR>
                    <a:lnT w="9525">
                      <a:solidFill>
                        <a:srgbClr val="BCCAD2"/>
                      </a:solidFill>
                      <a:prstDash val="solid"/>
                    </a:lnT>
                    <a:lnB w="9525">
                      <a:solidFill>
                        <a:srgbClr val="BCCAD2"/>
                      </a:solidFill>
                      <a:prstDash val="solid"/>
                    </a:lnB>
                    <a:solidFill>
                      <a:srgbClr val="EAF1F5"/>
                    </a:solidFill>
                  </a:tcPr>
                </a:tc>
                <a:tc>
                  <a:txBody>
                    <a:bodyPr wrap="square" lIns="114300" tIns="66675" rIns="114300" bIns="66675"/>
                    <a:lstStyle/>
                    <a:p>
                      <a:r>
                        <a:rPr sz="1725" b="1">
                          <a:solidFill>
                            <a:srgbClr val="172B3A"/>
                          </a:solidFill>
                          <a:latin typeface="IPAexGothic"/>
                          <a:ea typeface="IPAexGothic"/>
                          <a:cs typeface="IPAexGothic"/>
                        </a:rPr>
                        <a:t>方法</a:t>
                      </a:r>
                    </a:p>
                  </a:txBody>
                  <a:tcPr marL="91440" marR="91440" marT="45720" marB="45720" anchor="ctr">
                    <a:lnR w="9525">
                      <a:solidFill>
                        <a:srgbClr val="BCCAD2"/>
                      </a:solidFill>
                      <a:prstDash val="solid"/>
                    </a:lnR>
                    <a:lnT w="9525">
                      <a:solidFill>
                        <a:srgbClr val="BCCAD2"/>
                      </a:solidFill>
                      <a:prstDash val="solid"/>
                    </a:lnT>
                    <a:lnB w="9525">
                      <a:solidFill>
                        <a:srgbClr val="BCCAD2"/>
                      </a:solidFill>
                      <a:prstDash val="solid"/>
                    </a:lnB>
                    <a:solidFill>
                      <a:srgbClr val="EAF1F5"/>
                    </a:solidFill>
                  </a:tcPr>
                </a:tc>
                <a:tc>
                  <a:txBody>
                    <a:bodyPr wrap="square" lIns="114300" tIns="66675" rIns="114300" bIns="66675"/>
                    <a:lstStyle/>
                    <a:p>
                      <a:r>
                        <a:rPr sz="1725" b="1">
                          <a:solidFill>
                            <a:srgbClr val="172B3A"/>
                          </a:solidFill>
                          <a:latin typeface="IPAexGothic"/>
                          <a:ea typeface="IPAexGothic"/>
                          <a:cs typeface="IPAexGothic"/>
                        </a:rPr>
                        <a:t>設定・データから得るもの</a:t>
                      </a:r>
                    </a:p>
                  </a:txBody>
                  <a:tcPr marL="91440" marR="91440" marT="45720" marB="45720" anchor="ctr">
                    <a:lnR w="9525">
                      <a:solidFill>
                        <a:srgbClr val="BCCAD2"/>
                      </a:solidFill>
                      <a:prstDash val="solid"/>
                    </a:lnR>
                    <a:lnT w="9525">
                      <a:solidFill>
                        <a:srgbClr val="BCCAD2"/>
                      </a:solidFill>
                      <a:prstDash val="solid"/>
                    </a:lnT>
                    <a:lnB w="9525">
                      <a:solidFill>
                        <a:srgbClr val="BCCAD2"/>
                      </a:solidFill>
                      <a:prstDash val="solid"/>
                    </a:lnB>
                    <a:solidFill>
                      <a:srgbClr val="EAF1F5"/>
                    </a:solidFill>
                  </a:tcPr>
                </a:tc>
              </a:tr>
              <a:tr h="790575">
                <a:tc>
                  <a:txBody>
                    <a:bodyPr wrap="square" lIns="114300" tIns="66675" rIns="114300" bIns="66675"/>
                    <a:lstStyle/>
                    <a:p>
                      <a:r>
                        <a:rPr sz="1725" b="0">
                          <a:solidFill>
                            <a:srgbClr val="172B3A"/>
                          </a:solidFill>
                          <a:latin typeface="IPAexGothic"/>
                          <a:ea typeface="IPAexGothic"/>
                          <a:cs typeface="IPAexGothic"/>
                        </a:rPr>
                        <a:t>本文の一例</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FFFFF"/>
                    </a:solidFill>
                  </a:tcPr>
                </a:tc>
                <a:tc>
                  <a:txBody>
                    <a:bodyPr wrap="square" lIns="114300" tIns="66675" rIns="114300" bIns="66675"/>
                    <a:lstStyle/>
                    <a:p>
                      <a:r>
                        <a:rPr sz="1725" b="0">
                          <a:solidFill>
                            <a:srgbClr val="172B3A"/>
                          </a:solidFill>
                          <a:latin typeface="IPAexGothic"/>
                          <a:ea typeface="IPAexGothic"/>
                          <a:cs typeface="IPAexGothic"/>
                        </a:rPr>
                        <a:t>K平均法で30秒波形を群分け。</a:t>
                      </a:r>
                    </a:p>
                  </a:txBody>
                  <a:tcPr marL="91440" marR="91440" marT="45720" marB="45720" anchor="ctr">
                    <a:lnR w="9525">
                      <a:solidFill>
                        <a:srgbClr val="BCCAD2"/>
                      </a:solidFill>
                      <a:prstDash val="solid"/>
                    </a:lnR>
                    <a:lnB w="9525">
                      <a:solidFill>
                        <a:srgbClr val="BCCAD2"/>
                      </a:solidFill>
                      <a:prstDash val="solid"/>
                    </a:lnB>
                    <a:solidFill>
                      <a:srgbClr val="FFFFFF"/>
                    </a:solidFill>
                  </a:tcPr>
                </a:tc>
                <a:tc>
                  <a:txBody>
                    <a:bodyPr wrap="square" lIns="114300" tIns="66675" rIns="114300" bIns="66675"/>
                    <a:lstStyle/>
                    <a:p>
                      <a:r>
                        <a:rPr sz="1725" b="0">
                          <a:solidFill>
                            <a:srgbClr val="172B3A"/>
                          </a:solidFill>
                          <a:latin typeface="IPAexGothic"/>
                          <a:ea typeface="IPAexGothic"/>
                          <a:cs typeface="IPAexGothic"/>
                        </a:rPr>
                        <a:t>群数の探索範囲等を設定。</a:t>
                      </a:r>
                    </a:p>
                    <a:p>
                      <a:r>
                        <a:rPr sz="1725" b="0">
                          <a:solidFill>
                            <a:srgbClr val="172B3A"/>
                          </a:solidFill>
                          <a:latin typeface="IPAexGothic"/>
                          <a:ea typeface="IPAexGothic"/>
                          <a:cs typeface="IPAexGothic"/>
                        </a:rPr>
                        <a:t>群の中心と照合範囲をデータから求める。</a:t>
                      </a:r>
                    </a:p>
                  </a:txBody>
                  <a:tcPr marL="91440" marR="91440" marT="45720" marB="45720" anchor="ctr">
                    <a:lnR w="9525">
                      <a:solidFill>
                        <a:srgbClr val="BCCAD2"/>
                      </a:solidFill>
                      <a:prstDash val="solid"/>
                    </a:lnR>
                    <a:lnB w="9525">
                      <a:solidFill>
                        <a:srgbClr val="BCCAD2"/>
                      </a:solidFill>
                      <a:prstDash val="solid"/>
                    </a:lnB>
                    <a:solidFill>
                      <a:srgbClr val="FFFFFF"/>
                    </a:solidFill>
                  </a:tcPr>
                </a:tc>
              </a:tr>
              <a:tr h="790575">
                <a:tc>
                  <a:txBody>
                    <a:bodyPr wrap="square" lIns="114300" tIns="66675" rIns="114300" bIns="66675"/>
                    <a:lstStyle/>
                    <a:p>
                      <a:r>
                        <a:rPr sz="1725" b="0">
                          <a:solidFill>
                            <a:srgbClr val="172B3A"/>
                          </a:solidFill>
                          <a:latin typeface="IPAexGothic"/>
                          <a:ea typeface="IPAexGothic"/>
                          <a:cs typeface="IPAexGothic"/>
                        </a:rPr>
                        <a:t>別の例</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8FAFB"/>
                    </a:solidFill>
                  </a:tcPr>
                </a:tc>
                <a:tc>
                  <a:txBody>
                    <a:bodyPr wrap="square" lIns="114300" tIns="66675" rIns="114300" bIns="66675"/>
                    <a:lstStyle/>
                    <a:p>
                      <a:r>
                        <a:rPr sz="1725" b="0">
                          <a:solidFill>
                            <a:srgbClr val="172B3A"/>
                          </a:solidFill>
                          <a:latin typeface="IPAexGothic"/>
                          <a:ea typeface="IPAexGothic"/>
                          <a:cs typeface="IPAexGothic"/>
                        </a:rPr>
                        <a:t>似た部分波形を探す方法</a:t>
                      </a:r>
                    </a:p>
                    <a:p>
                      <a:r>
                        <a:rPr sz="1725" b="0">
                          <a:solidFill>
                            <a:srgbClr val="172B3A"/>
                          </a:solidFill>
                          <a:latin typeface="IPAexGothic"/>
                          <a:ea typeface="IPAexGothic"/>
                          <a:cs typeface="IPAexGothic"/>
                        </a:rPr>
                        <a:t>（Matrix Profile）など。</a:t>
                      </a:r>
                    </a:p>
                  </a:txBody>
                  <a:tcPr marL="91440" marR="91440" marT="45720" marB="45720" anchor="ctr">
                    <a:lnR w="9525">
                      <a:solidFill>
                        <a:srgbClr val="BCCAD2"/>
                      </a:solidFill>
                      <a:prstDash val="solid"/>
                    </a:lnR>
                    <a:lnB w="9525">
                      <a:solidFill>
                        <a:srgbClr val="BCCAD2"/>
                      </a:solidFill>
                      <a:prstDash val="solid"/>
                    </a:lnB>
                    <a:solidFill>
                      <a:srgbClr val="F8FAFB"/>
                    </a:solidFill>
                  </a:tcPr>
                </a:tc>
                <a:tc>
                  <a:txBody>
                    <a:bodyPr wrap="square" lIns="114300" tIns="66675" rIns="114300" bIns="66675"/>
                    <a:lstStyle/>
                    <a:p>
                      <a:r>
                        <a:rPr sz="1725" b="0">
                          <a:solidFill>
                            <a:srgbClr val="172B3A"/>
                          </a:solidFill>
                          <a:latin typeface="IPAexGothic"/>
                          <a:ea typeface="IPAexGothic"/>
                          <a:cs typeface="IPAexGothic"/>
                        </a:rPr>
                        <a:t>探索長や類似度等の条件を決め、</a:t>
                      </a:r>
                    </a:p>
                    <a:p>
                      <a:r>
                        <a:rPr sz="1725" b="0">
                          <a:solidFill>
                            <a:srgbClr val="172B3A"/>
                          </a:solidFill>
                          <a:latin typeface="IPAexGothic"/>
                          <a:ea typeface="IPAexGothic"/>
                          <a:cs typeface="IPAexGothic"/>
                        </a:rPr>
                        <a:t>繰返し波形の候補を得る。</a:t>
                      </a:r>
                    </a:p>
                  </a:txBody>
                  <a:tcPr marL="91440" marR="91440" marT="45720" marB="45720" anchor="ctr">
                    <a:lnR w="9525">
                      <a:solidFill>
                        <a:srgbClr val="BCCAD2"/>
                      </a:solidFill>
                      <a:prstDash val="solid"/>
                    </a:lnR>
                    <a:lnB w="9525">
                      <a:solidFill>
                        <a:srgbClr val="BCCAD2"/>
                      </a:solidFill>
                      <a:prstDash val="solid"/>
                    </a:lnB>
                    <a:solidFill>
                      <a:srgbClr val="F8FAFB"/>
                    </a:solidFill>
                  </a:tcPr>
                </a:tc>
              </a:tr>
              <a:tr h="790575">
                <a:tc>
                  <a:txBody>
                    <a:bodyPr wrap="square" lIns="114300" tIns="66675" rIns="114300" bIns="66675"/>
                    <a:lstStyle/>
                    <a:p>
                      <a:r>
                        <a:rPr sz="1725" b="0">
                          <a:solidFill>
                            <a:srgbClr val="172B3A"/>
                          </a:solidFill>
                          <a:latin typeface="IPAexGothic"/>
                          <a:ea typeface="IPAexGothic"/>
                          <a:cs typeface="IPAexGothic"/>
                        </a:rPr>
                        <a:t>別の例</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FFFFF"/>
                    </a:solidFill>
                  </a:tcPr>
                </a:tc>
                <a:tc>
                  <a:txBody>
                    <a:bodyPr wrap="square" lIns="114300" tIns="66675" rIns="114300" bIns="66675"/>
                    <a:lstStyle/>
                    <a:p>
                      <a:r>
                        <a:rPr sz="1725" b="0">
                          <a:solidFill>
                            <a:srgbClr val="172B3A"/>
                          </a:solidFill>
                          <a:latin typeface="IPAexGothic"/>
                          <a:ea typeface="IPAexGothic"/>
                          <a:cs typeface="IPAexGothic"/>
                        </a:rPr>
                        <a:t>密度による群分けや、</a:t>
                      </a:r>
                    </a:p>
                    <a:p>
                      <a:r>
                        <a:rPr sz="1725" b="0">
                          <a:solidFill>
                            <a:srgbClr val="172B3A"/>
                          </a:solidFill>
                          <a:latin typeface="IPAexGothic"/>
                          <a:ea typeface="IPAexGothic"/>
                          <a:cs typeface="IPAexGothic"/>
                        </a:rPr>
                        <a:t>時間ずれを考慮した波形照合。</a:t>
                      </a:r>
                    </a:p>
                  </a:txBody>
                  <a:tcPr marL="91440" marR="91440" marT="45720" marB="45720" anchor="ctr">
                    <a:lnR w="9525">
                      <a:solidFill>
                        <a:srgbClr val="BCCAD2"/>
                      </a:solidFill>
                      <a:prstDash val="solid"/>
                    </a:lnR>
                    <a:lnB w="9525">
                      <a:solidFill>
                        <a:srgbClr val="BCCAD2"/>
                      </a:solidFill>
                      <a:prstDash val="solid"/>
                    </a:lnB>
                    <a:solidFill>
                      <a:srgbClr val="FFFFFF"/>
                    </a:solidFill>
                  </a:tcPr>
                </a:tc>
                <a:tc>
                  <a:txBody>
                    <a:bodyPr wrap="square" lIns="114300" tIns="66675" rIns="114300" bIns="66675"/>
                    <a:lstStyle/>
                    <a:p>
                      <a:r>
                        <a:rPr sz="1725" b="0">
                          <a:solidFill>
                            <a:srgbClr val="172B3A"/>
                          </a:solidFill>
                          <a:latin typeface="IPAexGothic"/>
                          <a:ea typeface="IPAexGothic"/>
                          <a:cs typeface="IPAexGothic"/>
                        </a:rPr>
                        <a:t>距離や密度の条件を設定・調整し、</a:t>
                      </a:r>
                    </a:p>
                    <a:p>
                      <a:r>
                        <a:rPr sz="1725" b="0">
                          <a:solidFill>
                            <a:srgbClr val="172B3A"/>
                          </a:solidFill>
                          <a:latin typeface="IPAexGothic"/>
                          <a:ea typeface="IPAexGothic"/>
                          <a:cs typeface="IPAexGothic"/>
                        </a:rPr>
                        <a:t>群と外れ方を求める。</a:t>
                      </a:r>
                    </a:p>
                  </a:txBody>
                  <a:tcPr marL="91440" marR="91440" marT="45720" marB="45720" anchor="ctr">
                    <a:lnR w="9525">
                      <a:solidFill>
                        <a:srgbClr val="BCCAD2"/>
                      </a:solidFill>
                      <a:prstDash val="solid"/>
                    </a:lnR>
                    <a:lnB w="9525">
                      <a:solidFill>
                        <a:srgbClr val="BCCAD2"/>
                      </a:solidFill>
                      <a:prstDash val="solid"/>
                    </a:lnB>
                    <a:solidFill>
                      <a:srgbClr val="FFFFFF"/>
                    </a:solidFill>
                  </a:tcPr>
                </a:tc>
              </a:tr>
              <a:tr h="790575">
                <a:tc>
                  <a:txBody>
                    <a:bodyPr wrap="square" lIns="114300" tIns="66675" rIns="114300" bIns="66675"/>
                    <a:lstStyle/>
                    <a:p>
                      <a:r>
                        <a:rPr sz="1725" b="0">
                          <a:solidFill>
                            <a:srgbClr val="172B3A"/>
                          </a:solidFill>
                          <a:latin typeface="IPAexGothic"/>
                          <a:ea typeface="IPAexGothic"/>
                          <a:cs typeface="IPAexGothic"/>
                        </a:rPr>
                        <a:t>固定事象ルールの別例</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8FAFB"/>
                    </a:solidFill>
                  </a:tcPr>
                </a:tc>
                <a:tc>
                  <a:txBody>
                    <a:bodyPr wrap="square" lIns="114300" tIns="66675" rIns="114300" bIns="66675"/>
                    <a:lstStyle/>
                    <a:p>
                      <a:r>
                        <a:rPr sz="1725" b="0">
                          <a:solidFill>
                            <a:srgbClr val="172B3A"/>
                          </a:solidFill>
                          <a:latin typeface="IPAexGothic"/>
                          <a:ea typeface="IPAexGothic"/>
                          <a:cs typeface="IPAexGothic"/>
                        </a:rPr>
                        <a:t>閾値以上が2点連続したら事象とし、</a:t>
                      </a:r>
                    </a:p>
                    <a:p>
                      <a:r>
                        <a:rPr sz="1725" b="0">
                          <a:solidFill>
                            <a:srgbClr val="172B3A"/>
                          </a:solidFill>
                          <a:latin typeface="IPAexGothic"/>
                          <a:ea typeface="IPAexGothic"/>
                          <a:cs typeface="IPAexGothic"/>
                        </a:rPr>
                        <a:t>順序と時間差を探索する。</a:t>
                      </a:r>
                    </a:p>
                  </a:txBody>
                  <a:tcPr marL="91440" marR="91440" marT="45720" marB="45720" anchor="ctr">
                    <a:lnR w="9525">
                      <a:solidFill>
                        <a:srgbClr val="BCCAD2"/>
                      </a:solidFill>
                      <a:prstDash val="solid"/>
                    </a:lnR>
                    <a:lnB w="9525">
                      <a:solidFill>
                        <a:srgbClr val="BCCAD2"/>
                      </a:solidFill>
                      <a:prstDash val="solid"/>
                    </a:lnB>
                    <a:solidFill>
                      <a:srgbClr val="F8FAFB"/>
                    </a:solidFill>
                  </a:tcPr>
                </a:tc>
                <a:tc>
                  <a:txBody>
                    <a:bodyPr wrap="square" lIns="114300" tIns="66675" rIns="114300" bIns="66675"/>
                    <a:lstStyle/>
                    <a:p>
                      <a:r>
                        <a:rPr sz="1725" b="0">
                          <a:solidFill>
                            <a:srgbClr val="172B3A"/>
                          </a:solidFill>
                          <a:latin typeface="IPAexGothic"/>
                          <a:ea typeface="IPAexGothic"/>
                          <a:cs typeface="IPAexGothic"/>
                        </a:rPr>
                        <a:t>閾値と連続点数の事前設定が必要。</a:t>
                      </a:r>
                    </a:p>
                    <a:p>
                      <a:r>
                        <a:rPr sz="1725" b="0">
                          <a:solidFill>
                            <a:srgbClr val="172B3A"/>
                          </a:solidFill>
                          <a:latin typeface="IPAexGothic"/>
                          <a:ea typeface="IPAexGothic"/>
                          <a:cs typeface="IPAexGothic"/>
                        </a:rPr>
                        <a:t>本文の波形方式とは混在させない。</a:t>
                      </a:r>
                    </a:p>
                  </a:txBody>
                  <a:tcPr marL="91440" marR="91440" marT="45720" marB="45720" anchor="ctr">
                    <a:lnR w="9525">
                      <a:solidFill>
                        <a:srgbClr val="BCCAD2"/>
                      </a:solidFill>
                      <a:prstDash val="solid"/>
                    </a:lnR>
                    <a:lnB w="9525">
                      <a:solidFill>
                        <a:srgbClr val="BCCAD2"/>
                      </a:solidFill>
                      <a:prstDash val="solid"/>
                    </a:lnB>
                    <a:solidFill>
                      <a:srgbClr val="F8FAFB"/>
                    </a:solidFill>
                  </a:tcPr>
                </a:tc>
              </a:tr>
            </a:tbl>
          </a:graphicData>
        </a:graphic>
      </p:graphicFrame>
      <p:sp>
        <p:nvSpPr>
          <p:cNvPr id="9" name="text-3">
            <a:extLst xmlns:a="http://schemas.openxmlformats.org/drawingml/2006/main">
              <a:ext uri="{FF2B5EF4-FFF2-40B4-BE49-F238E27FC236}">
                <a16:creationId xmlns:a16="http://schemas.microsoft.com/office/drawing/2014/main" id="{81839616-6BC3-4E7F-BF72-498BD71A005C}"/>
              </a:ext>
            </a:extLst>
          </p:cNvPr>
          <p:cNvSpPr>
            <a:spLocks xmlns:a="http://schemas.openxmlformats.org/drawingml/2006/main" noGrp="1"/>
          </p:cNvSpPr>
          <p:nvPr/>
        </p:nvSpPr>
        <p:spPr>
          <a:xfrm xmlns:a="http://schemas.openxmlformats.org/drawingml/2006/main">
            <a:off x="609600" y="5953125"/>
            <a:ext cx="10906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1575" b="0">
                <a:solidFill>
                  <a:srgbClr val="586872"/>
                </a:solidFill>
                <a:latin typeface="IPAexGothic"/>
                <a:ea typeface="IPAexGothic"/>
                <a:cs typeface="IPAexGothic"/>
              </a:defRPr>
            </a:defPPr>
            <a:lvl1pPr algn="l">
              <a:buNone/>
              <a:defRPr sz="1575" b="0">
                <a:solidFill>
                  <a:srgbClr val="586872"/>
                </a:solidFill>
                <a:latin typeface="IPAexGothic"/>
                <a:ea typeface="IPAexGothic"/>
                <a:cs typeface="IPAexGothic"/>
              </a:defRPr>
            </a:lvl1pPr>
            <a:lvl2pPr algn="l">
              <a:buNone/>
              <a:defRPr sz="1575" b="0">
                <a:solidFill>
                  <a:srgbClr val="586872"/>
                </a:solidFill>
                <a:latin typeface="IPAexGothic"/>
                <a:ea typeface="IPAexGothic"/>
                <a:cs typeface="IPAexGothic"/>
              </a:defRPr>
            </a:lvl2pPr>
            <a:lvl3pPr algn="l">
              <a:buNone/>
              <a:defRPr sz="1575" b="0">
                <a:solidFill>
                  <a:srgbClr val="586872"/>
                </a:solidFill>
                <a:latin typeface="IPAexGothic"/>
                <a:ea typeface="IPAexGothic"/>
                <a:cs typeface="IPAexGothic"/>
              </a:defRPr>
            </a:lvl3pPr>
            <a:lvl4pPr algn="l">
              <a:buNone/>
              <a:defRPr sz="1575" b="0">
                <a:solidFill>
                  <a:srgbClr val="586872"/>
                </a:solidFill>
                <a:latin typeface="IPAexGothic"/>
                <a:ea typeface="IPAexGothic"/>
                <a:cs typeface="IPAexGothic"/>
              </a:defRPr>
            </a:lvl4pPr>
            <a:lvl5pPr algn="l">
              <a:buNone/>
              <a:defRPr sz="1575" b="0">
                <a:solidFill>
                  <a:srgbClr val="586872"/>
                </a:solidFill>
                <a:latin typeface="IPAexGothic"/>
                <a:ea typeface="IPAexGothic"/>
                <a:cs typeface="IPAexGothic"/>
              </a:defRPr>
            </a:lvl5pPr>
            <a:lvl6pPr algn="l">
              <a:buNone/>
              <a:defRPr sz="1575" b="0">
                <a:solidFill>
                  <a:srgbClr val="586872"/>
                </a:solidFill>
                <a:latin typeface="IPAexGothic"/>
                <a:ea typeface="IPAexGothic"/>
                <a:cs typeface="IPAexGothic"/>
              </a:defRPr>
            </a:lvl6pPr>
            <a:lvl7pPr algn="l">
              <a:buNone/>
              <a:defRPr sz="1575" b="0">
                <a:solidFill>
                  <a:srgbClr val="586872"/>
                </a:solidFill>
                <a:latin typeface="IPAexGothic"/>
                <a:ea typeface="IPAexGothic"/>
                <a:cs typeface="IPAexGothic"/>
              </a:defRPr>
            </a:lvl7pPr>
            <a:lvl8pPr algn="l">
              <a:buNone/>
              <a:defRPr sz="1575" b="0">
                <a:solidFill>
                  <a:srgbClr val="586872"/>
                </a:solidFill>
                <a:latin typeface="IPAexGothic"/>
                <a:ea typeface="IPAexGothic"/>
                <a:cs typeface="IPAexGothic"/>
              </a:defRPr>
            </a:lvl8pPr>
            <a:lvl9pPr algn="l">
              <a:buNone/>
              <a:defRPr sz="1575" b="0">
                <a:solidFill>
                  <a:srgbClr val="586872"/>
                </a:solidFill>
                <a:latin typeface="IPAexGothic"/>
                <a:ea typeface="IPAexGothic"/>
                <a:cs typeface="IPAexGothic"/>
              </a:defRPr>
            </a:lvl9pPr>
          </a:lstStyle>
          <a:p xmlns:a="http://schemas.openxmlformats.org/drawingml/2006/main">
            <a:pPr algn="l">
              <a:buNone/>
              <a:defRPr sz="1575" b="0">
                <a:solidFill>
                  <a:srgbClr val="586872"/>
                </a:solidFill>
                <a:latin typeface="IPAexGothic"/>
                <a:ea typeface="IPAexGothic"/>
                <a:cs typeface="IPAexGothic"/>
              </a:defRPr>
            </a:pPr>
            <a:r>
              <a:rPr sz="1575" b="0">
                <a:solidFill>
                  <a:srgbClr val="586872"/>
                </a:solidFill>
                <a:latin typeface="IPAexGothic"/>
                <a:ea typeface="IPAexGothic"/>
                <a:cs typeface="IPAexGothic"/>
              </a:rPr>
              <a:t>これらの抽出手法は既存の選択肢。抽出自体が新規であるとは主張しない</a:t>
            </a:r>
          </a:p>
        </p:txBody>
      </p:sp>
    </p:spTree>
    <p:extLst>
      <p:ext uri="{BB962C8B-B14F-4D97-AF65-F5344CB8AC3E}">
        <p14:creationId xmlns:p14="http://schemas.microsoft.com/office/powerpoint/2010/main" val="23587860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headline">
            <a:extLst xmlns:a="http://schemas.openxmlformats.org/drawingml/2006/main">
              <a:ext uri="{FF2B5EF4-FFF2-40B4-BE49-F238E27FC236}">
                <a16:creationId xmlns:a16="http://schemas.microsoft.com/office/drawing/2014/main" id="{4C1DB040-BA39-4B3C-9A60-85C9CAC4834B}"/>
              </a:ext>
            </a:extLst>
          </p:cNvPr>
          <p:cNvSpPr>
            <a:spLocks xmlns:a="http://schemas.openxmlformats.org/drawingml/2006/main" noGrp="1"/>
          </p:cNvSpPr>
          <p:nvPr/>
        </p:nvSpPr>
        <p:spPr>
          <a:xfrm xmlns:a="http://schemas.openxmlformats.org/drawingml/2006/main">
            <a:off x="590550" y="333375"/>
            <a:ext cx="1095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3300" b="1">
                <a:solidFill>
                  <a:srgbClr val="172B3A"/>
                </a:solidFill>
                <a:latin typeface="IPAexGothic"/>
                <a:ea typeface="IPAexGothic"/>
                <a:cs typeface="IPAexGothic"/>
              </a:defRPr>
            </a:defPPr>
            <a:lvl1pPr algn="l">
              <a:buNone/>
              <a:defRPr sz="3300" b="1">
                <a:solidFill>
                  <a:srgbClr val="172B3A"/>
                </a:solidFill>
                <a:latin typeface="IPAexGothic"/>
                <a:ea typeface="IPAexGothic"/>
                <a:cs typeface="IPAexGothic"/>
              </a:defRPr>
            </a:lvl1pPr>
            <a:lvl2pPr algn="l">
              <a:buNone/>
              <a:defRPr sz="3300" b="1">
                <a:solidFill>
                  <a:srgbClr val="172B3A"/>
                </a:solidFill>
                <a:latin typeface="IPAexGothic"/>
                <a:ea typeface="IPAexGothic"/>
                <a:cs typeface="IPAexGothic"/>
              </a:defRPr>
            </a:lvl2pPr>
            <a:lvl3pPr algn="l">
              <a:buNone/>
              <a:defRPr sz="3300" b="1">
                <a:solidFill>
                  <a:srgbClr val="172B3A"/>
                </a:solidFill>
                <a:latin typeface="IPAexGothic"/>
                <a:ea typeface="IPAexGothic"/>
                <a:cs typeface="IPAexGothic"/>
              </a:defRPr>
            </a:lvl3pPr>
            <a:lvl4pPr algn="l">
              <a:buNone/>
              <a:defRPr sz="3300" b="1">
                <a:solidFill>
                  <a:srgbClr val="172B3A"/>
                </a:solidFill>
                <a:latin typeface="IPAexGothic"/>
                <a:ea typeface="IPAexGothic"/>
                <a:cs typeface="IPAexGothic"/>
              </a:defRPr>
            </a:lvl4pPr>
            <a:lvl5pPr algn="l">
              <a:buNone/>
              <a:defRPr sz="3300" b="1">
                <a:solidFill>
                  <a:srgbClr val="172B3A"/>
                </a:solidFill>
                <a:latin typeface="IPAexGothic"/>
                <a:ea typeface="IPAexGothic"/>
                <a:cs typeface="IPAexGothic"/>
              </a:defRPr>
            </a:lvl5pPr>
            <a:lvl6pPr algn="l">
              <a:buNone/>
              <a:defRPr sz="3300" b="1">
                <a:solidFill>
                  <a:srgbClr val="172B3A"/>
                </a:solidFill>
                <a:latin typeface="IPAexGothic"/>
                <a:ea typeface="IPAexGothic"/>
                <a:cs typeface="IPAexGothic"/>
              </a:defRPr>
            </a:lvl6pPr>
            <a:lvl7pPr algn="l">
              <a:buNone/>
              <a:defRPr sz="3300" b="1">
                <a:solidFill>
                  <a:srgbClr val="172B3A"/>
                </a:solidFill>
                <a:latin typeface="IPAexGothic"/>
                <a:ea typeface="IPAexGothic"/>
                <a:cs typeface="IPAexGothic"/>
              </a:defRPr>
            </a:lvl7pPr>
            <a:lvl8pPr algn="l">
              <a:buNone/>
              <a:defRPr sz="3300" b="1">
                <a:solidFill>
                  <a:srgbClr val="172B3A"/>
                </a:solidFill>
                <a:latin typeface="IPAexGothic"/>
                <a:ea typeface="IPAexGothic"/>
                <a:cs typeface="IPAexGothic"/>
              </a:defRPr>
            </a:lvl8pPr>
            <a:lvl9pPr algn="l">
              <a:buNone/>
              <a:defRPr sz="3300" b="1">
                <a:solidFill>
                  <a:srgbClr val="172B3A"/>
                </a:solidFill>
                <a:latin typeface="IPAexGothic"/>
                <a:ea typeface="IPAexGothic"/>
                <a:cs typeface="IPAexGothic"/>
              </a:defRPr>
            </a:lvl9pPr>
          </a:lstStyle>
          <a:p xmlns:a="http://schemas.openxmlformats.org/drawingml/2006/main">
            <a:pPr algn="l">
              <a:buNone/>
              <a:defRPr sz="3300" b="1">
                <a:solidFill>
                  <a:srgbClr val="172B3A"/>
                </a:solidFill>
                <a:latin typeface="IPAexGothic"/>
                <a:ea typeface="IPAexGothic"/>
                <a:cs typeface="IPAexGothic"/>
              </a:defRPr>
            </a:pPr>
            <a:r>
              <a:rPr sz="3300" b="1">
                <a:solidFill>
                  <a:srgbClr val="172B3A"/>
                </a:solidFill>
                <a:latin typeface="IPAexGothic"/>
                <a:ea typeface="IPAexGothic"/>
                <a:cs typeface="IPAexGothic"/>
              </a:rPr>
              <a:t>② パターン定義と照合範囲を保存する</a:t>
            </a:r>
          </a:p>
        </p:txBody>
      </p:sp>
      <p:sp>
        <p:nvSpPr>
          <p:cNvPr id="2" name="summary">
            <a:extLst xmlns:a="http://schemas.openxmlformats.org/drawingml/2006/main">
              <a:ext uri="{FF2B5EF4-FFF2-40B4-BE49-F238E27FC236}">
                <a16:creationId xmlns:a16="http://schemas.microsoft.com/office/drawing/2014/main" id="{CA91A97D-3925-4C0E-97E4-D2AFB7270346}"/>
              </a:ext>
            </a:extLst>
          </p:cNvPr>
          <p:cNvSpPr>
            <a:spLocks xmlns:a="http://schemas.openxmlformats.org/drawingml/2006/main" noGrp="1"/>
          </p:cNvSpPr>
          <p:nvPr/>
        </p:nvSpPr>
        <p:spPr>
          <a:xfrm xmlns:a="http://schemas.openxmlformats.org/drawingml/2006/main">
            <a:off x="609600" y="1028700"/>
            <a:ext cx="10896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1725" b="0">
                <a:solidFill>
                  <a:srgbClr val="586872"/>
                </a:solidFill>
                <a:latin typeface="IPAexGothic"/>
                <a:ea typeface="IPAexGothic"/>
                <a:cs typeface="IPAexGothic"/>
              </a:defRPr>
            </a:defPPr>
            <a:lvl1pPr algn="l">
              <a:buNone/>
              <a:defRPr sz="1725" b="0">
                <a:solidFill>
                  <a:srgbClr val="586872"/>
                </a:solidFill>
                <a:latin typeface="IPAexGothic"/>
                <a:ea typeface="IPAexGothic"/>
                <a:cs typeface="IPAexGothic"/>
              </a:defRPr>
            </a:lvl1pPr>
            <a:lvl2pPr algn="l">
              <a:buNone/>
              <a:defRPr sz="1725" b="0">
                <a:solidFill>
                  <a:srgbClr val="586872"/>
                </a:solidFill>
                <a:latin typeface="IPAexGothic"/>
                <a:ea typeface="IPAexGothic"/>
                <a:cs typeface="IPAexGothic"/>
              </a:defRPr>
            </a:lvl2pPr>
            <a:lvl3pPr algn="l">
              <a:buNone/>
              <a:defRPr sz="1725" b="0">
                <a:solidFill>
                  <a:srgbClr val="586872"/>
                </a:solidFill>
                <a:latin typeface="IPAexGothic"/>
                <a:ea typeface="IPAexGothic"/>
                <a:cs typeface="IPAexGothic"/>
              </a:defRPr>
            </a:lvl3pPr>
            <a:lvl4pPr algn="l">
              <a:buNone/>
              <a:defRPr sz="1725" b="0">
                <a:solidFill>
                  <a:srgbClr val="586872"/>
                </a:solidFill>
                <a:latin typeface="IPAexGothic"/>
                <a:ea typeface="IPAexGothic"/>
                <a:cs typeface="IPAexGothic"/>
              </a:defRPr>
            </a:lvl4pPr>
            <a:lvl5pPr algn="l">
              <a:buNone/>
              <a:defRPr sz="1725" b="0">
                <a:solidFill>
                  <a:srgbClr val="586872"/>
                </a:solidFill>
                <a:latin typeface="IPAexGothic"/>
                <a:ea typeface="IPAexGothic"/>
                <a:cs typeface="IPAexGothic"/>
              </a:defRPr>
            </a:lvl5pPr>
            <a:lvl6pPr algn="l">
              <a:buNone/>
              <a:defRPr sz="1725" b="0">
                <a:solidFill>
                  <a:srgbClr val="586872"/>
                </a:solidFill>
                <a:latin typeface="IPAexGothic"/>
                <a:ea typeface="IPAexGothic"/>
                <a:cs typeface="IPAexGothic"/>
              </a:defRPr>
            </a:lvl6pPr>
            <a:lvl7pPr algn="l">
              <a:buNone/>
              <a:defRPr sz="1725" b="0">
                <a:solidFill>
                  <a:srgbClr val="586872"/>
                </a:solidFill>
                <a:latin typeface="IPAexGothic"/>
                <a:ea typeface="IPAexGothic"/>
                <a:cs typeface="IPAexGothic"/>
              </a:defRPr>
            </a:lvl7pPr>
            <a:lvl8pPr algn="l">
              <a:buNone/>
              <a:defRPr sz="1725" b="0">
                <a:solidFill>
                  <a:srgbClr val="586872"/>
                </a:solidFill>
                <a:latin typeface="IPAexGothic"/>
                <a:ea typeface="IPAexGothic"/>
                <a:cs typeface="IPAexGothic"/>
              </a:defRPr>
            </a:lvl8pPr>
            <a:lvl9pPr algn="l">
              <a:buNone/>
              <a:defRPr sz="1725" b="0">
                <a:solidFill>
                  <a:srgbClr val="586872"/>
                </a:solidFill>
                <a:latin typeface="IPAexGothic"/>
                <a:ea typeface="IPAexGothic"/>
                <a:cs typeface="IPAexGothic"/>
              </a:defRPr>
            </a:lvl9pPr>
          </a:lstStyle>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群の中心と尺度変換を固定し、条件設定期間の窓から中心までの距離を求めます。</a:t>
            </a:r>
          </a:p>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別期間で半径を定めた後、最終比較データを使って三評価を確認します。検証不足なら削除しません。</a:t>
            </a:r>
          </a:p>
        </p:txBody>
      </p:sp>
      <p:sp>
        <p:nvSpPr>
          <p:cNvPr id="3" name="page-number">
            <a:extLst xmlns:a="http://schemas.openxmlformats.org/drawingml/2006/main">
              <a:ext uri="{FF2B5EF4-FFF2-40B4-BE49-F238E27FC236}">
                <a16:creationId xmlns:a16="http://schemas.microsoft.com/office/drawing/2014/main" id="{95130A01-28EE-4B90-B302-D12D03FF1F3F}"/>
              </a:ext>
            </a:extLst>
          </p:cNvPr>
          <p:cNvSpPr>
            <a:spLocks xmlns:a="http://schemas.openxmlformats.org/drawingml/2006/main" noGrp="1"/>
          </p:cNvSpPr>
          <p:nvPr/>
        </p:nvSpPr>
        <p:spPr>
          <a:xfrm xmlns:a="http://schemas.openxmlformats.org/drawingml/2006/main">
            <a:off x="11239500" y="644842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1275" b="0">
                <a:solidFill>
                  <a:srgbClr val="586872"/>
                </a:solidFill>
                <a:latin typeface="IPAexGothic"/>
                <a:ea typeface="IPAexGothic"/>
                <a:cs typeface="IPAexGothic"/>
              </a:defRPr>
            </a:defPPr>
            <a:lvl1pPr algn="l">
              <a:buNone/>
              <a:defRPr sz="1275" b="0">
                <a:solidFill>
                  <a:srgbClr val="586872"/>
                </a:solidFill>
                <a:latin typeface="IPAexGothic"/>
                <a:ea typeface="IPAexGothic"/>
                <a:cs typeface="IPAexGothic"/>
              </a:defRPr>
            </a:lvl1pPr>
            <a:lvl2pPr algn="l">
              <a:buNone/>
              <a:defRPr sz="1275" b="0">
                <a:solidFill>
                  <a:srgbClr val="586872"/>
                </a:solidFill>
                <a:latin typeface="IPAexGothic"/>
                <a:ea typeface="IPAexGothic"/>
                <a:cs typeface="IPAexGothic"/>
              </a:defRPr>
            </a:lvl2pPr>
            <a:lvl3pPr algn="l">
              <a:buNone/>
              <a:defRPr sz="1275" b="0">
                <a:solidFill>
                  <a:srgbClr val="586872"/>
                </a:solidFill>
                <a:latin typeface="IPAexGothic"/>
                <a:ea typeface="IPAexGothic"/>
                <a:cs typeface="IPAexGothic"/>
              </a:defRPr>
            </a:lvl3pPr>
            <a:lvl4pPr algn="l">
              <a:buNone/>
              <a:defRPr sz="1275" b="0">
                <a:solidFill>
                  <a:srgbClr val="586872"/>
                </a:solidFill>
                <a:latin typeface="IPAexGothic"/>
                <a:ea typeface="IPAexGothic"/>
                <a:cs typeface="IPAexGothic"/>
              </a:defRPr>
            </a:lvl4pPr>
            <a:lvl5pPr algn="l">
              <a:buNone/>
              <a:defRPr sz="1275" b="0">
                <a:solidFill>
                  <a:srgbClr val="586872"/>
                </a:solidFill>
                <a:latin typeface="IPAexGothic"/>
                <a:ea typeface="IPAexGothic"/>
                <a:cs typeface="IPAexGothic"/>
              </a:defRPr>
            </a:lvl5pPr>
            <a:lvl6pPr algn="l">
              <a:buNone/>
              <a:defRPr sz="1275" b="0">
                <a:solidFill>
                  <a:srgbClr val="586872"/>
                </a:solidFill>
                <a:latin typeface="IPAexGothic"/>
                <a:ea typeface="IPAexGothic"/>
                <a:cs typeface="IPAexGothic"/>
              </a:defRPr>
            </a:lvl6pPr>
            <a:lvl7pPr algn="l">
              <a:buNone/>
              <a:defRPr sz="1275" b="0">
                <a:solidFill>
                  <a:srgbClr val="586872"/>
                </a:solidFill>
                <a:latin typeface="IPAexGothic"/>
                <a:ea typeface="IPAexGothic"/>
                <a:cs typeface="IPAexGothic"/>
              </a:defRPr>
            </a:lvl7pPr>
            <a:lvl8pPr algn="l">
              <a:buNone/>
              <a:defRPr sz="1275" b="0">
                <a:solidFill>
                  <a:srgbClr val="586872"/>
                </a:solidFill>
                <a:latin typeface="IPAexGothic"/>
                <a:ea typeface="IPAexGothic"/>
                <a:cs typeface="IPAexGothic"/>
              </a:defRPr>
            </a:lvl8pPr>
            <a:lvl9pPr algn="l">
              <a:buNone/>
              <a:defRPr sz="1275" b="0">
                <a:solidFill>
                  <a:srgbClr val="586872"/>
                </a:solidFill>
                <a:latin typeface="IPAexGothic"/>
                <a:ea typeface="IPAexGothic"/>
                <a:cs typeface="IPAexGothic"/>
              </a:defRPr>
            </a:lvl9pPr>
          </a:lstStyle>
          <a:p xmlns:a="http://schemas.openxmlformats.org/drawingml/2006/main">
            <a:pPr algn="l">
              <a:buNone/>
              <a:defRPr sz="1275" b="0">
                <a:solidFill>
                  <a:srgbClr val="586872"/>
                </a:solidFill>
                <a:latin typeface="IPAexGothic"/>
                <a:ea typeface="IPAexGothic"/>
                <a:cs typeface="IPAexGothic"/>
              </a:defRPr>
            </a:pPr>
            <a:r>
              <a:rPr sz="1275" b="0">
                <a:solidFill>
                  <a:srgbClr val="586872"/>
                </a:solidFill>
                <a:latin typeface="IPAexGothic"/>
                <a:ea typeface="IPAexGothic"/>
                <a:cs typeface="IPAexGothic"/>
              </a:rPr>
              <a:t>16</a:t>
            </a:r>
          </a:p>
        </p:txBody>
      </p:sp>
      <p:graphicFrame>
        <p:nvGraphicFramePr>
          <p:cNvPr id="7" name="">
            <a:extLst xmlns:a="http://schemas.openxmlformats.org/drawingml/2006/main">
              <a:ext uri="{FF2B5EF4-FFF2-40B4-BE49-F238E27FC236}">
                <a16:creationId xmlns:a16="http://schemas.microsoft.com/office/drawing/2014/main" id="{B89200EE-4002-4B70-AE3F-F5D32398FF9E}"/>
              </a:ext>
            </a:extLst>
          </p:cNvPr>
          <p:cNvGraphicFramePr/>
          <p:nvPr/>
        </p:nvGraphicFramePr>
        <p:xfrm>
          <a:off xmlns:a="http://schemas.openxmlformats.org/drawingml/2006/main" x="609600" y="1762125"/>
          <a:ext xmlns:a="http://schemas.openxmlformats.org/drawingml/2006/main" cx="10972800" cy="3952875"/>
        </p:xfrm>
        <a:graphic xmlns:a="http://schemas.openxmlformats.org/drawingml/2006/main">
          <a:graphicData uri="http://schemas.openxmlformats.org/drawingml/2006/table">
            <a:tbl>
              <a:tblPr firstRow="1" bandRow="0"/>
              <a:tblGrid>
                <a:gridCol w="2286000"/>
                <a:gridCol w="8686800"/>
              </a:tblGrid>
              <a:tr h="790575">
                <a:tc>
                  <a:txBody>
                    <a:bodyPr wrap="square" lIns="114300" tIns="66675" rIns="114300" bIns="66675"/>
                    <a:lstStyle/>
                    <a:p>
                      <a:r>
                        <a:rPr sz="1800" b="1">
                          <a:solidFill>
                            <a:srgbClr val="172B3A"/>
                          </a:solidFill>
                          <a:latin typeface="IPAexGothic"/>
                          <a:ea typeface="IPAexGothic"/>
                          <a:cs typeface="IPAexGothic"/>
                        </a:rPr>
                        <a:t>定義する項目</a:t>
                      </a:r>
                    </a:p>
                  </a:txBody>
                  <a:tcPr marL="91440" marR="91440" marT="45720" marB="45720" anchor="ctr">
                    <a:lnL w="9525">
                      <a:solidFill>
                        <a:srgbClr val="BCCAD2"/>
                      </a:solidFill>
                      <a:prstDash val="solid"/>
                    </a:lnL>
                    <a:lnR w="9525">
                      <a:solidFill>
                        <a:srgbClr val="BCCAD2"/>
                      </a:solidFill>
                      <a:prstDash val="solid"/>
                    </a:lnR>
                    <a:lnT w="9525">
                      <a:solidFill>
                        <a:srgbClr val="BCCAD2"/>
                      </a:solidFill>
                      <a:prstDash val="solid"/>
                    </a:lnT>
                    <a:lnB w="9525">
                      <a:solidFill>
                        <a:srgbClr val="BCCAD2"/>
                      </a:solidFill>
                      <a:prstDash val="solid"/>
                    </a:lnB>
                    <a:solidFill>
                      <a:srgbClr val="EAF1F5"/>
                    </a:solidFill>
                  </a:tcPr>
                </a:tc>
                <a:tc>
                  <a:txBody>
                    <a:bodyPr wrap="square" lIns="114300" tIns="66675" rIns="114300" bIns="66675"/>
                    <a:lstStyle/>
                    <a:p>
                      <a:r>
                        <a:rPr sz="1800" b="1">
                          <a:solidFill>
                            <a:srgbClr val="172B3A"/>
                          </a:solidFill>
                          <a:latin typeface="IPAexGothic"/>
                          <a:ea typeface="IPAexGothic"/>
                          <a:cs typeface="IPAexGothic"/>
                        </a:rPr>
                        <a:t>本文の方法と説明用の値</a:t>
                      </a:r>
                    </a:p>
                  </a:txBody>
                  <a:tcPr marL="91440" marR="91440" marT="45720" marB="45720" anchor="ctr">
                    <a:lnR w="9525">
                      <a:solidFill>
                        <a:srgbClr val="BCCAD2"/>
                      </a:solidFill>
                      <a:prstDash val="solid"/>
                    </a:lnR>
                    <a:lnT w="9525">
                      <a:solidFill>
                        <a:srgbClr val="BCCAD2"/>
                      </a:solidFill>
                      <a:prstDash val="solid"/>
                    </a:lnT>
                    <a:lnB w="9525">
                      <a:solidFill>
                        <a:srgbClr val="BCCAD2"/>
                      </a:solidFill>
                      <a:prstDash val="solid"/>
                    </a:lnB>
                    <a:solidFill>
                      <a:srgbClr val="EAF1F5"/>
                    </a:solidFill>
                  </a:tcPr>
                </a:tc>
              </a:tr>
              <a:tr h="790575">
                <a:tc>
                  <a:txBody>
                    <a:bodyPr wrap="square" lIns="114300" tIns="66675" rIns="114300" bIns="66675"/>
                    <a:lstStyle/>
                    <a:p>
                      <a:r>
                        <a:rPr sz="1800" b="0">
                          <a:solidFill>
                            <a:srgbClr val="172B3A"/>
                          </a:solidFill>
                          <a:latin typeface="IPAexGothic"/>
                          <a:ea typeface="IPAexGothic"/>
                          <a:cs typeface="IPAexGothic"/>
                        </a:rPr>
                        <a:t>中心と尺度変換</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FFFFF"/>
                    </a:solidFill>
                  </a:tcPr>
                </a:tc>
                <a:tc>
                  <a:txBody>
                    <a:bodyPr wrap="square" lIns="114300" tIns="66675" rIns="114300" bIns="66675"/>
                    <a:lstStyle/>
                    <a:p>
                      <a:r>
                        <a:rPr sz="1800" b="0">
                          <a:solidFill>
                            <a:srgbClr val="172B3A"/>
                          </a:solidFill>
                          <a:latin typeface="IPAexGothic"/>
                          <a:ea typeface="IPAexGothic"/>
                          <a:cs typeface="IPAexGothic"/>
                        </a:rPr>
                        <a:t>P001第1版に中心波形60値と、センサ別の平均・標準偏差を保存。</a:t>
                      </a:r>
                    </a:p>
                    <a:p>
                      <a:r>
                        <a:rPr sz="1800" b="0">
                          <a:solidFill>
                            <a:srgbClr val="172B3A"/>
                          </a:solidFill>
                          <a:latin typeface="IPAexGothic"/>
                          <a:ea typeface="IPAexGothic"/>
                          <a:cs typeface="IPAexGothic"/>
                        </a:rPr>
                        <a:t>標準偏差0のチャネルは尺度1とする等の処理も固定する。</a:t>
                      </a:r>
                    </a:p>
                  </a:txBody>
                  <a:tcPr marL="91440" marR="91440" marT="45720" marB="45720" anchor="ctr">
                    <a:lnR w="9525">
                      <a:solidFill>
                        <a:srgbClr val="BCCAD2"/>
                      </a:solidFill>
                      <a:prstDash val="solid"/>
                    </a:lnR>
                    <a:lnB w="9525">
                      <a:solidFill>
                        <a:srgbClr val="BCCAD2"/>
                      </a:solidFill>
                      <a:prstDash val="solid"/>
                    </a:lnB>
                    <a:solidFill>
                      <a:srgbClr val="FFFFFF"/>
                    </a:solidFill>
                  </a:tcPr>
                </a:tc>
              </a:tr>
              <a:tr h="790575">
                <a:tc>
                  <a:txBody>
                    <a:bodyPr wrap="square" lIns="114300" tIns="66675" rIns="114300" bIns="66675"/>
                    <a:lstStyle/>
                    <a:p>
                      <a:r>
                        <a:rPr sz="1800" b="0">
                          <a:solidFill>
                            <a:srgbClr val="172B3A"/>
                          </a:solidFill>
                          <a:latin typeface="IPAexGothic"/>
                          <a:ea typeface="IPAexGothic"/>
                          <a:cs typeface="IPAexGothic"/>
                        </a:rPr>
                        <a:t>波形の距離d</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8FAFB"/>
                    </a:solidFill>
                  </a:tcPr>
                </a:tc>
                <a:tc>
                  <a:txBody>
                    <a:bodyPr wrap="square" lIns="114300" tIns="66675" rIns="114300" bIns="66675"/>
                    <a:lstStyle/>
                    <a:p>
                      <a:r>
                        <a:rPr sz="1800" b="0">
                          <a:solidFill>
                            <a:srgbClr val="172B3A"/>
                          </a:solidFill>
                          <a:latin typeface="IPAexGothic"/>
                          <a:ea typeface="IPAexGothic"/>
                          <a:cs typeface="IPAexGothic"/>
                        </a:rPr>
                        <a:t>尺度をそろえた窓と中心の60差分の二乗を平均し、平方根を取る。</a:t>
                      </a:r>
                    </a:p>
                    <a:p>
                      <a:r>
                        <a:rPr sz="1800" b="0">
                          <a:solidFill>
                            <a:srgbClr val="172B3A"/>
                          </a:solidFill>
                          <a:latin typeface="IPAexGothic"/>
                          <a:ea typeface="IPAexGothic"/>
                          <a:cs typeface="IPAexGothic"/>
                        </a:rPr>
                        <a:t>dは無次元。最も近い群を照合先とし、同距離ならID順で選ぶ。</a:t>
                      </a:r>
                    </a:p>
                  </a:txBody>
                  <a:tcPr marL="91440" marR="91440" marT="45720" marB="45720" anchor="ctr">
                    <a:lnR w="9525">
                      <a:solidFill>
                        <a:srgbClr val="BCCAD2"/>
                      </a:solidFill>
                      <a:prstDash val="solid"/>
                    </a:lnR>
                    <a:lnB w="9525">
                      <a:solidFill>
                        <a:srgbClr val="BCCAD2"/>
                      </a:solidFill>
                      <a:prstDash val="solid"/>
                    </a:lnB>
                    <a:solidFill>
                      <a:srgbClr val="F8FAFB"/>
                    </a:solidFill>
                  </a:tcPr>
                </a:tc>
              </a:tr>
              <a:tr h="790575">
                <a:tc>
                  <a:txBody>
                    <a:bodyPr wrap="square" lIns="114300" tIns="66675" rIns="114300" bIns="66675"/>
                    <a:lstStyle/>
                    <a:p>
                      <a:r>
                        <a:rPr sz="1800" b="0">
                          <a:solidFill>
                            <a:srgbClr val="172B3A"/>
                          </a:solidFill>
                          <a:latin typeface="IPAexGothic"/>
                          <a:ea typeface="IPAexGothic"/>
                          <a:cs typeface="IPAexGothic"/>
                        </a:rPr>
                        <a:t>二つの照合範囲</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FFFFF"/>
                    </a:solidFill>
                  </a:tcPr>
                </a:tc>
                <a:tc>
                  <a:txBody>
                    <a:bodyPr wrap="square" lIns="114300" tIns="66675" rIns="114300" bIns="66675"/>
                    <a:lstStyle/>
                    <a:p>
                      <a:r>
                        <a:rPr sz="1800" b="0">
                          <a:solidFill>
                            <a:srgbClr val="172B3A"/>
                          </a:solidFill>
                          <a:latin typeface="IPAexGothic"/>
                          <a:ea typeface="IPAexGothic"/>
                          <a:cs typeface="IPAexGothic"/>
                        </a:rPr>
                        <a:t>条件設定期間で最寄りとなった各群の距離の95・99百分位を半径に。</a:t>
                      </a:r>
                    </a:p>
                    <a:p>
                      <a:r>
                        <a:rPr sz="1800" b="0">
                          <a:solidFill>
                            <a:srgbClr val="172B3A"/>
                          </a:solidFill>
                          <a:latin typeface="IPAexGothic"/>
                          <a:ea typeface="IPAexGothic"/>
                          <a:cs typeface="IPAexGothic"/>
                        </a:rPr>
                        <a:t>例示出力：P001は典型半径0.12、対応半径0.20。実測値ではない。</a:t>
                      </a:r>
                    </a:p>
                  </a:txBody>
                  <a:tcPr marL="91440" marR="91440" marT="45720" marB="45720" anchor="ctr">
                    <a:lnR w="9525">
                      <a:solidFill>
                        <a:srgbClr val="BCCAD2"/>
                      </a:solidFill>
                      <a:prstDash val="solid"/>
                    </a:lnR>
                    <a:lnB w="9525">
                      <a:solidFill>
                        <a:srgbClr val="BCCAD2"/>
                      </a:solidFill>
                      <a:prstDash val="solid"/>
                    </a:lnB>
                    <a:solidFill>
                      <a:srgbClr val="FFFFFF"/>
                    </a:solidFill>
                  </a:tcPr>
                </a:tc>
              </a:tr>
              <a:tr h="790575">
                <a:tc>
                  <a:txBody>
                    <a:bodyPr wrap="square" lIns="114300" tIns="66675" rIns="114300" bIns="66675"/>
                    <a:lstStyle/>
                    <a:p>
                      <a:r>
                        <a:rPr sz="1800" b="0">
                          <a:solidFill>
                            <a:srgbClr val="172B3A"/>
                          </a:solidFill>
                          <a:latin typeface="IPAexGothic"/>
                          <a:ea typeface="IPAexGothic"/>
                          <a:cs typeface="IPAexGothic"/>
                        </a:rPr>
                        <a:t>照合の一例</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8FAFB"/>
                    </a:solidFill>
                  </a:tcPr>
                </a:tc>
                <a:tc>
                  <a:txBody>
                    <a:bodyPr wrap="square" lIns="114300" tIns="66675" rIns="114300" bIns="66675"/>
                    <a:lstStyle/>
                    <a:p>
                      <a:r>
                        <a:rPr sz="1800" b="0">
                          <a:solidFill>
                            <a:srgbClr val="172B3A"/>
                          </a:solidFill>
                          <a:latin typeface="IPAexGothic"/>
                          <a:ea typeface="IPAexGothic"/>
                          <a:cs typeface="IPAexGothic"/>
                        </a:rPr>
                        <a:t>W000の距離を0.08と仮定すると、0.12以下なのでP001の典型。</a:t>
                      </a:r>
                    </a:p>
                    <a:p>
                      <a:r>
                        <a:rPr sz="1800" b="0">
                          <a:solidFill>
                            <a:srgbClr val="172B3A"/>
                          </a:solidFill>
                          <a:latin typeface="IPAexGothic"/>
                          <a:ea typeface="IPAexGothic"/>
                          <a:cs typeface="IPAexGothic"/>
                        </a:rPr>
                        <a:t>中心・尺度・半径・窓条件の組を版で固定し、実測の代表窓も別に参照。</a:t>
                      </a:r>
                    </a:p>
                  </a:txBody>
                  <a:tcPr marL="91440" marR="91440" marT="45720" marB="45720" anchor="ctr">
                    <a:lnR w="9525">
                      <a:solidFill>
                        <a:srgbClr val="BCCAD2"/>
                      </a:solidFill>
                      <a:prstDash val="solid"/>
                    </a:lnR>
                    <a:lnB w="9525">
                      <a:solidFill>
                        <a:srgbClr val="BCCAD2"/>
                      </a:solidFill>
                      <a:prstDash val="solid"/>
                    </a:lnB>
                    <a:solidFill>
                      <a:srgbClr val="F8FAFB"/>
                    </a:solidFill>
                  </a:tcPr>
                </a:tc>
              </a:tr>
            </a:tbl>
          </a:graphicData>
        </a:graphic>
      </p:graphicFrame>
      <p:sp>
        <p:nvSpPr>
          <p:cNvPr id="8" name="text-3">
            <a:extLst xmlns:a="http://schemas.openxmlformats.org/drawingml/2006/main">
              <a:ext uri="{FF2B5EF4-FFF2-40B4-BE49-F238E27FC236}">
                <a16:creationId xmlns:a16="http://schemas.microsoft.com/office/drawing/2014/main" id="{57AED383-3A7A-4223-A30F-CED33C0C27C0}"/>
              </a:ext>
            </a:extLst>
          </p:cNvPr>
          <p:cNvSpPr>
            <a:spLocks xmlns:a="http://schemas.openxmlformats.org/drawingml/2006/main" noGrp="1"/>
          </p:cNvSpPr>
          <p:nvPr/>
        </p:nvSpPr>
        <p:spPr>
          <a:xfrm xmlns:a="http://schemas.openxmlformats.org/drawingml/2006/main">
            <a:off x="609600" y="5953125"/>
            <a:ext cx="10906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1575" b="0">
                <a:solidFill>
                  <a:srgbClr val="586872"/>
                </a:solidFill>
                <a:latin typeface="IPAexGothic"/>
                <a:ea typeface="IPAexGothic"/>
                <a:cs typeface="IPAexGothic"/>
              </a:defRPr>
            </a:defPPr>
            <a:lvl1pPr algn="l">
              <a:buNone/>
              <a:defRPr sz="1575" b="0">
                <a:solidFill>
                  <a:srgbClr val="586872"/>
                </a:solidFill>
                <a:latin typeface="IPAexGothic"/>
                <a:ea typeface="IPAexGothic"/>
                <a:cs typeface="IPAexGothic"/>
              </a:defRPr>
            </a:lvl1pPr>
            <a:lvl2pPr algn="l">
              <a:buNone/>
              <a:defRPr sz="1575" b="0">
                <a:solidFill>
                  <a:srgbClr val="586872"/>
                </a:solidFill>
                <a:latin typeface="IPAexGothic"/>
                <a:ea typeface="IPAexGothic"/>
                <a:cs typeface="IPAexGothic"/>
              </a:defRPr>
            </a:lvl2pPr>
            <a:lvl3pPr algn="l">
              <a:buNone/>
              <a:defRPr sz="1575" b="0">
                <a:solidFill>
                  <a:srgbClr val="586872"/>
                </a:solidFill>
                <a:latin typeface="IPAexGothic"/>
                <a:ea typeface="IPAexGothic"/>
                <a:cs typeface="IPAexGothic"/>
              </a:defRPr>
            </a:lvl3pPr>
            <a:lvl4pPr algn="l">
              <a:buNone/>
              <a:defRPr sz="1575" b="0">
                <a:solidFill>
                  <a:srgbClr val="586872"/>
                </a:solidFill>
                <a:latin typeface="IPAexGothic"/>
                <a:ea typeface="IPAexGothic"/>
                <a:cs typeface="IPAexGothic"/>
              </a:defRPr>
            </a:lvl4pPr>
            <a:lvl5pPr algn="l">
              <a:buNone/>
              <a:defRPr sz="1575" b="0">
                <a:solidFill>
                  <a:srgbClr val="586872"/>
                </a:solidFill>
                <a:latin typeface="IPAexGothic"/>
                <a:ea typeface="IPAexGothic"/>
                <a:cs typeface="IPAexGothic"/>
              </a:defRPr>
            </a:lvl5pPr>
            <a:lvl6pPr algn="l">
              <a:buNone/>
              <a:defRPr sz="1575" b="0">
                <a:solidFill>
                  <a:srgbClr val="586872"/>
                </a:solidFill>
                <a:latin typeface="IPAexGothic"/>
                <a:ea typeface="IPAexGothic"/>
                <a:cs typeface="IPAexGothic"/>
              </a:defRPr>
            </a:lvl6pPr>
            <a:lvl7pPr algn="l">
              <a:buNone/>
              <a:defRPr sz="1575" b="0">
                <a:solidFill>
                  <a:srgbClr val="586872"/>
                </a:solidFill>
                <a:latin typeface="IPAexGothic"/>
                <a:ea typeface="IPAexGothic"/>
                <a:cs typeface="IPAexGothic"/>
              </a:defRPr>
            </a:lvl7pPr>
            <a:lvl8pPr algn="l">
              <a:buNone/>
              <a:defRPr sz="1575" b="0">
                <a:solidFill>
                  <a:srgbClr val="586872"/>
                </a:solidFill>
                <a:latin typeface="IPAexGothic"/>
                <a:ea typeface="IPAexGothic"/>
                <a:cs typeface="IPAexGothic"/>
              </a:defRPr>
            </a:lvl8pPr>
            <a:lvl9pPr algn="l">
              <a:buNone/>
              <a:defRPr sz="1575" b="0">
                <a:solidFill>
                  <a:srgbClr val="586872"/>
                </a:solidFill>
                <a:latin typeface="IPAexGothic"/>
                <a:ea typeface="IPAexGothic"/>
                <a:cs typeface="IPAexGothic"/>
              </a:defRPr>
            </a:lvl9pPr>
          </a:lstStyle>
          <a:p xmlns:a="http://schemas.openxmlformats.org/drawingml/2006/main">
            <a:pPr algn="l">
              <a:buNone/>
              <a:defRPr sz="1575" b="0">
                <a:solidFill>
                  <a:srgbClr val="586872"/>
                </a:solidFill>
                <a:latin typeface="IPAexGothic"/>
                <a:ea typeface="IPAexGothic"/>
                <a:cs typeface="IPAexGothic"/>
              </a:defRPr>
            </a:pPr>
            <a:r>
              <a:rPr sz="1575" b="0">
                <a:solidFill>
                  <a:srgbClr val="586872"/>
                </a:solidFill>
                <a:latin typeface="IPAexGothic"/>
                <a:ea typeface="IPAexGothic"/>
                <a:cs typeface="IPAexGothic"/>
              </a:rPr>
              <a:t>95・99の水準は選択した設定。求めた半径は確立度や削除許可を意味せず、別々に評価する</a:t>
            </a:r>
          </a:p>
        </p:txBody>
      </p:sp>
    </p:spTree>
    <p:extLst>
      <p:ext uri="{BB962C8B-B14F-4D97-AF65-F5344CB8AC3E}">
        <p14:creationId xmlns:p14="http://schemas.microsoft.com/office/powerpoint/2010/main" val="40705339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headline">
            <a:extLst xmlns:a="http://schemas.openxmlformats.org/drawingml/2006/main">
              <a:ext uri="{FF2B5EF4-FFF2-40B4-BE49-F238E27FC236}">
                <a16:creationId xmlns:a16="http://schemas.microsoft.com/office/drawing/2014/main" id="{E6162E8E-A607-4730-A5F3-7CA4D4CCCC0F}"/>
              </a:ext>
            </a:extLst>
          </p:cNvPr>
          <p:cNvSpPr>
            <a:spLocks xmlns:a="http://schemas.openxmlformats.org/drawingml/2006/main" noGrp="1"/>
          </p:cNvSpPr>
          <p:nvPr/>
        </p:nvSpPr>
        <p:spPr>
          <a:xfrm xmlns:a="http://schemas.openxmlformats.org/drawingml/2006/main">
            <a:off x="590550" y="333375"/>
            <a:ext cx="1095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72B3A"/>
                </a:solidFill>
                <a:latin typeface="IPAexGothic"/>
                <a:ea typeface="IPAexGothic"/>
                <a:cs typeface="IPAexGothic"/>
              </a:defRPr>
            </a:defPPr>
            <a:lvl1pPr algn="l">
              <a:buNone/>
              <a:defRPr sz="3300" b="1">
                <a:solidFill>
                  <a:srgbClr val="172B3A"/>
                </a:solidFill>
                <a:latin typeface="IPAexGothic"/>
                <a:ea typeface="IPAexGothic"/>
                <a:cs typeface="IPAexGothic"/>
              </a:defRPr>
            </a:lvl1pPr>
            <a:lvl2pPr algn="l">
              <a:buNone/>
              <a:defRPr sz="3300" b="1">
                <a:solidFill>
                  <a:srgbClr val="172B3A"/>
                </a:solidFill>
                <a:latin typeface="IPAexGothic"/>
                <a:ea typeface="IPAexGothic"/>
                <a:cs typeface="IPAexGothic"/>
              </a:defRPr>
            </a:lvl2pPr>
            <a:lvl3pPr algn="l">
              <a:buNone/>
              <a:defRPr sz="3300" b="1">
                <a:solidFill>
                  <a:srgbClr val="172B3A"/>
                </a:solidFill>
                <a:latin typeface="IPAexGothic"/>
                <a:ea typeface="IPAexGothic"/>
                <a:cs typeface="IPAexGothic"/>
              </a:defRPr>
            </a:lvl3pPr>
            <a:lvl4pPr algn="l">
              <a:buNone/>
              <a:defRPr sz="3300" b="1">
                <a:solidFill>
                  <a:srgbClr val="172B3A"/>
                </a:solidFill>
                <a:latin typeface="IPAexGothic"/>
                <a:ea typeface="IPAexGothic"/>
                <a:cs typeface="IPAexGothic"/>
              </a:defRPr>
            </a:lvl4pPr>
            <a:lvl5pPr algn="l">
              <a:buNone/>
              <a:defRPr sz="3300" b="1">
                <a:solidFill>
                  <a:srgbClr val="172B3A"/>
                </a:solidFill>
                <a:latin typeface="IPAexGothic"/>
                <a:ea typeface="IPAexGothic"/>
                <a:cs typeface="IPAexGothic"/>
              </a:defRPr>
            </a:lvl5pPr>
            <a:lvl6pPr algn="l">
              <a:buNone/>
              <a:defRPr sz="3300" b="1">
                <a:solidFill>
                  <a:srgbClr val="172B3A"/>
                </a:solidFill>
                <a:latin typeface="IPAexGothic"/>
                <a:ea typeface="IPAexGothic"/>
                <a:cs typeface="IPAexGothic"/>
              </a:defRPr>
            </a:lvl6pPr>
            <a:lvl7pPr algn="l">
              <a:buNone/>
              <a:defRPr sz="3300" b="1">
                <a:solidFill>
                  <a:srgbClr val="172B3A"/>
                </a:solidFill>
                <a:latin typeface="IPAexGothic"/>
                <a:ea typeface="IPAexGothic"/>
                <a:cs typeface="IPAexGothic"/>
              </a:defRPr>
            </a:lvl7pPr>
            <a:lvl8pPr algn="l">
              <a:buNone/>
              <a:defRPr sz="3300" b="1">
                <a:solidFill>
                  <a:srgbClr val="172B3A"/>
                </a:solidFill>
                <a:latin typeface="IPAexGothic"/>
                <a:ea typeface="IPAexGothic"/>
                <a:cs typeface="IPAexGothic"/>
              </a:defRPr>
            </a:lvl8pPr>
            <a:lvl9pPr algn="l">
              <a:buNone/>
              <a:defRPr sz="3300" b="1">
                <a:solidFill>
                  <a:srgbClr val="172B3A"/>
                </a:solidFill>
                <a:latin typeface="IPAexGothic"/>
                <a:ea typeface="IPAexGothic"/>
                <a:cs typeface="IPAexGothic"/>
              </a:defRPr>
            </a:lvl9pPr>
          </a:lstStyle>
          <a:p xmlns:a="http://schemas.openxmlformats.org/drawingml/2006/main">
            <a:pPr algn="l">
              <a:buNone/>
              <a:defRPr sz="3300" b="1">
                <a:solidFill>
                  <a:srgbClr val="172B3A"/>
                </a:solidFill>
                <a:latin typeface="IPAexGothic"/>
                <a:ea typeface="IPAexGothic"/>
                <a:cs typeface="IPAexGothic"/>
              </a:defRPr>
            </a:pPr>
            <a:r>
              <a:rPr sz="3300" b="1">
                <a:solidFill>
                  <a:srgbClr val="172B3A"/>
                </a:solidFill>
                <a:latin typeface="IPAexGothic"/>
                <a:ea typeface="IPAexGothic"/>
                <a:cs typeface="IPAexGothic"/>
              </a:rPr>
              <a:t>② 典型・境界・未知の分類</a:t>
            </a:r>
          </a:p>
        </p:txBody>
      </p:sp>
      <p:sp>
        <p:nvSpPr>
          <p:cNvPr id="2" name="summary">
            <a:extLst xmlns:a="http://schemas.openxmlformats.org/drawingml/2006/main">
              <a:ext uri="{FF2B5EF4-FFF2-40B4-BE49-F238E27FC236}">
                <a16:creationId xmlns:a16="http://schemas.microsoft.com/office/drawing/2014/main" id="{1A7D5778-1A44-4437-BE27-CA37659BDCFF}"/>
              </a:ext>
            </a:extLst>
          </p:cNvPr>
          <p:cNvSpPr>
            <a:spLocks xmlns:a="http://schemas.openxmlformats.org/drawingml/2006/main" noGrp="1"/>
          </p:cNvSpPr>
          <p:nvPr/>
        </p:nvSpPr>
        <p:spPr>
          <a:xfrm xmlns:a="http://schemas.openxmlformats.org/drawingml/2006/main">
            <a:off x="609600" y="1028700"/>
            <a:ext cx="10896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86872"/>
                </a:solidFill>
                <a:latin typeface="IPAexGothic"/>
                <a:ea typeface="IPAexGothic"/>
                <a:cs typeface="IPAexGothic"/>
              </a:defRPr>
            </a:defPPr>
            <a:lvl1pPr algn="l">
              <a:buNone/>
              <a:defRPr sz="1800" b="0">
                <a:solidFill>
                  <a:srgbClr val="586872"/>
                </a:solidFill>
                <a:latin typeface="IPAexGothic"/>
                <a:ea typeface="IPAexGothic"/>
                <a:cs typeface="IPAexGothic"/>
              </a:defRPr>
            </a:lvl1pPr>
            <a:lvl2pPr algn="l">
              <a:buNone/>
              <a:defRPr sz="1800" b="0">
                <a:solidFill>
                  <a:srgbClr val="586872"/>
                </a:solidFill>
                <a:latin typeface="IPAexGothic"/>
                <a:ea typeface="IPAexGothic"/>
                <a:cs typeface="IPAexGothic"/>
              </a:defRPr>
            </a:lvl2pPr>
            <a:lvl3pPr algn="l">
              <a:buNone/>
              <a:defRPr sz="1800" b="0">
                <a:solidFill>
                  <a:srgbClr val="586872"/>
                </a:solidFill>
                <a:latin typeface="IPAexGothic"/>
                <a:ea typeface="IPAexGothic"/>
                <a:cs typeface="IPAexGothic"/>
              </a:defRPr>
            </a:lvl3pPr>
            <a:lvl4pPr algn="l">
              <a:buNone/>
              <a:defRPr sz="1800" b="0">
                <a:solidFill>
                  <a:srgbClr val="586872"/>
                </a:solidFill>
                <a:latin typeface="IPAexGothic"/>
                <a:ea typeface="IPAexGothic"/>
                <a:cs typeface="IPAexGothic"/>
              </a:defRPr>
            </a:lvl4pPr>
            <a:lvl5pPr algn="l">
              <a:buNone/>
              <a:defRPr sz="1800" b="0">
                <a:solidFill>
                  <a:srgbClr val="586872"/>
                </a:solidFill>
                <a:latin typeface="IPAexGothic"/>
                <a:ea typeface="IPAexGothic"/>
                <a:cs typeface="IPAexGothic"/>
              </a:defRPr>
            </a:lvl5pPr>
            <a:lvl6pPr algn="l">
              <a:buNone/>
              <a:defRPr sz="1800" b="0">
                <a:solidFill>
                  <a:srgbClr val="586872"/>
                </a:solidFill>
                <a:latin typeface="IPAexGothic"/>
                <a:ea typeface="IPAexGothic"/>
                <a:cs typeface="IPAexGothic"/>
              </a:defRPr>
            </a:lvl6pPr>
            <a:lvl7pPr algn="l">
              <a:buNone/>
              <a:defRPr sz="1800" b="0">
                <a:solidFill>
                  <a:srgbClr val="586872"/>
                </a:solidFill>
                <a:latin typeface="IPAexGothic"/>
                <a:ea typeface="IPAexGothic"/>
                <a:cs typeface="IPAexGothic"/>
              </a:defRPr>
            </a:lvl7pPr>
            <a:lvl8pPr algn="l">
              <a:buNone/>
              <a:defRPr sz="1800" b="0">
                <a:solidFill>
                  <a:srgbClr val="586872"/>
                </a:solidFill>
                <a:latin typeface="IPAexGothic"/>
                <a:ea typeface="IPAexGothic"/>
                <a:cs typeface="IPAexGothic"/>
              </a:defRPr>
            </a:lvl8pPr>
            <a:lvl9pPr algn="l">
              <a:buNone/>
              <a:defRPr sz="1800" b="0">
                <a:solidFill>
                  <a:srgbClr val="586872"/>
                </a:solidFill>
                <a:latin typeface="IPAexGothic"/>
                <a:ea typeface="IPAexGothic"/>
                <a:cs typeface="IPAexGothic"/>
              </a:defRPr>
            </a:lvl9pPr>
          </a:lstStyle>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本文は最寄りの中心までの波形距離dと、データから求めた二つの半径で分類します。</a:t>
            </a:r>
          </a:p>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例示半径0.12・0.20、W000の例示距離0.08なら典型です。数値は未実測の説明用です。</a:t>
            </a:r>
          </a:p>
        </p:txBody>
      </p:sp>
      <p:sp>
        <p:nvSpPr>
          <p:cNvPr id="3" name="text-2">
            <a:extLst xmlns:a="http://schemas.openxmlformats.org/drawingml/2006/main">
              <a:ext uri="{FF2B5EF4-FFF2-40B4-BE49-F238E27FC236}">
                <a16:creationId xmlns:a16="http://schemas.microsoft.com/office/drawing/2014/main" id="{FFA18ABF-A100-4796-AA87-52F2452E8C22}"/>
              </a:ext>
            </a:extLst>
          </p:cNvPr>
          <p:cNvSpPr>
            <a:spLocks xmlns:a="http://schemas.openxmlformats.org/drawingml/2006/main" noGrp="1"/>
          </p:cNvSpPr>
          <p:nvPr/>
        </p:nvSpPr>
        <p:spPr>
          <a:xfrm xmlns:a="http://schemas.openxmlformats.org/drawingml/2006/main">
            <a:off x="11239500" y="644842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872"/>
                </a:solidFill>
                <a:latin typeface="IPAexGothic"/>
                <a:ea typeface="IPAexGothic"/>
                <a:cs typeface="IPAexGothic"/>
              </a:defRPr>
            </a:defPPr>
            <a:lvl1pPr algn="r">
              <a:buNone/>
              <a:defRPr sz="1275" b="0">
                <a:solidFill>
                  <a:srgbClr val="586872"/>
                </a:solidFill>
                <a:latin typeface="IPAexGothic"/>
                <a:ea typeface="IPAexGothic"/>
                <a:cs typeface="IPAexGothic"/>
              </a:defRPr>
            </a:lvl1pPr>
            <a:lvl2pPr algn="r">
              <a:buNone/>
              <a:defRPr sz="1275" b="0">
                <a:solidFill>
                  <a:srgbClr val="586872"/>
                </a:solidFill>
                <a:latin typeface="IPAexGothic"/>
                <a:ea typeface="IPAexGothic"/>
                <a:cs typeface="IPAexGothic"/>
              </a:defRPr>
            </a:lvl2pPr>
            <a:lvl3pPr algn="r">
              <a:buNone/>
              <a:defRPr sz="1275" b="0">
                <a:solidFill>
                  <a:srgbClr val="586872"/>
                </a:solidFill>
                <a:latin typeface="IPAexGothic"/>
                <a:ea typeface="IPAexGothic"/>
                <a:cs typeface="IPAexGothic"/>
              </a:defRPr>
            </a:lvl3pPr>
            <a:lvl4pPr algn="r">
              <a:buNone/>
              <a:defRPr sz="1275" b="0">
                <a:solidFill>
                  <a:srgbClr val="586872"/>
                </a:solidFill>
                <a:latin typeface="IPAexGothic"/>
                <a:ea typeface="IPAexGothic"/>
                <a:cs typeface="IPAexGothic"/>
              </a:defRPr>
            </a:lvl4pPr>
            <a:lvl5pPr algn="r">
              <a:buNone/>
              <a:defRPr sz="1275" b="0">
                <a:solidFill>
                  <a:srgbClr val="586872"/>
                </a:solidFill>
                <a:latin typeface="IPAexGothic"/>
                <a:ea typeface="IPAexGothic"/>
                <a:cs typeface="IPAexGothic"/>
              </a:defRPr>
            </a:lvl5pPr>
            <a:lvl6pPr algn="r">
              <a:buNone/>
              <a:defRPr sz="1275" b="0">
                <a:solidFill>
                  <a:srgbClr val="586872"/>
                </a:solidFill>
                <a:latin typeface="IPAexGothic"/>
                <a:ea typeface="IPAexGothic"/>
                <a:cs typeface="IPAexGothic"/>
              </a:defRPr>
            </a:lvl6pPr>
            <a:lvl7pPr algn="r">
              <a:buNone/>
              <a:defRPr sz="1275" b="0">
                <a:solidFill>
                  <a:srgbClr val="586872"/>
                </a:solidFill>
                <a:latin typeface="IPAexGothic"/>
                <a:ea typeface="IPAexGothic"/>
                <a:cs typeface="IPAexGothic"/>
              </a:defRPr>
            </a:lvl7pPr>
            <a:lvl8pPr algn="r">
              <a:buNone/>
              <a:defRPr sz="1275" b="0">
                <a:solidFill>
                  <a:srgbClr val="586872"/>
                </a:solidFill>
                <a:latin typeface="IPAexGothic"/>
                <a:ea typeface="IPAexGothic"/>
                <a:cs typeface="IPAexGothic"/>
              </a:defRPr>
            </a:lvl8pPr>
            <a:lvl9pPr algn="r">
              <a:buNone/>
              <a:defRPr sz="1275" b="0">
                <a:solidFill>
                  <a:srgbClr val="586872"/>
                </a:solidFill>
                <a:latin typeface="IPAexGothic"/>
                <a:ea typeface="IPAexGothic"/>
                <a:cs typeface="IPAexGothic"/>
              </a:defRPr>
            </a:lvl9pPr>
          </a:lstStyle>
          <a:p xmlns:a="http://schemas.openxmlformats.org/drawingml/2006/main">
            <a:pPr algn="r">
              <a:buNone/>
              <a:defRPr sz="1275" b="0">
                <a:solidFill>
                  <a:srgbClr val="586872"/>
                </a:solidFill>
                <a:latin typeface="IPAexGothic"/>
                <a:ea typeface="IPAexGothic"/>
                <a:cs typeface="IPAexGothic"/>
              </a:defRPr>
            </a:pPr>
            <a:r>
              <a:rPr sz="1275" b="0">
                <a:solidFill>
                  <a:srgbClr val="586872"/>
                </a:solidFill>
                <a:latin typeface="IPAexGothic"/>
                <a:ea typeface="IPAexGothic"/>
                <a:cs typeface="IPAexGothic"/>
              </a:rPr>
              <a:t>17</a:t>
            </a:r>
          </a:p>
        </p:txBody>
      </p:sp>
      <p:sp>
        <p:nvSpPr>
          <p:cNvPr id="4" name="diagram-3">
            <a:extLst xmlns:a="http://schemas.openxmlformats.org/drawingml/2006/main">
              <a:ext uri="{FF2B5EF4-FFF2-40B4-BE49-F238E27FC236}">
                <a16:creationId xmlns:a16="http://schemas.microsoft.com/office/drawing/2014/main" id="{A5F98714-FB14-48EF-9640-D01EB2FE9490}"/>
              </a:ext>
            </a:extLst>
          </p:cNvPr>
          <p:cNvSpPr>
            <a:spLocks xmlns:a="http://schemas.openxmlformats.org/drawingml/2006/main" noGrp="1"/>
          </p:cNvSpPr>
          <p:nvPr/>
        </p:nvSpPr>
        <p:spPr>
          <a:xfrm xmlns:a="http://schemas.openxmlformats.org/drawingml/2006/main">
            <a:off x="666750" y="2000250"/>
            <a:ext cx="3143250" cy="1524000"/>
          </a:xfrm>
          <a:prstGeom xmlns:a="http://schemas.openxmlformats.org/drawingml/2006/main" prst="rect">
            <a:avLst/>
          </a:prstGeom>
          <a:solidFill xmlns:a="http://schemas.openxmlformats.org/drawingml/2006/main">
            <a:srgbClr val="F0F2F3"/>
          </a:solidFill>
          <a:ln xmlns:a="http://schemas.openxmlformats.org/drawingml/2006/main" w="14288">
            <a:solidFill>
              <a:srgbClr val="586872"/>
            </a:solidFill>
            <a:prstDash val="solid"/>
          </a:ln>
        </p:spPr>
        <p:txBody>
          <a:bodyPr xmlns:a="http://schemas.openxmlformats.org/drawingml/2006/main" wrap="square" lIns="114300" tIns="114300" rIns="114300" bIns="114300" anchor="ctr">
            <a:noAutofit/>
          </a:bodyPr>
          <a:lstStyle xmlns:a="http://schemas.openxmlformats.org/drawingml/2006/main">
            <a:defPPr algn="ctr">
              <a:defRPr sz="1950" b="0">
                <a:solidFill>
                  <a:srgbClr val="172B3A"/>
                </a:solidFill>
                <a:latin typeface="IPAexGothic"/>
                <a:ea typeface="IPAexGothic"/>
                <a:cs typeface="IPAexGothic"/>
              </a:defRPr>
            </a:defPPr>
            <a:lvl1pPr algn="ctr">
              <a:buNone/>
              <a:defRPr sz="1950" b="0">
                <a:solidFill>
                  <a:srgbClr val="172B3A"/>
                </a:solidFill>
                <a:latin typeface="IPAexGothic"/>
                <a:ea typeface="IPAexGothic"/>
                <a:cs typeface="IPAexGothic"/>
              </a:defRPr>
            </a:lvl1pPr>
            <a:lvl2pPr algn="ctr">
              <a:buNone/>
              <a:defRPr sz="1950" b="0">
                <a:solidFill>
                  <a:srgbClr val="172B3A"/>
                </a:solidFill>
                <a:latin typeface="IPAexGothic"/>
                <a:ea typeface="IPAexGothic"/>
                <a:cs typeface="IPAexGothic"/>
              </a:defRPr>
            </a:lvl2pPr>
            <a:lvl3pPr algn="ctr">
              <a:buNone/>
              <a:defRPr sz="1950" b="0">
                <a:solidFill>
                  <a:srgbClr val="172B3A"/>
                </a:solidFill>
                <a:latin typeface="IPAexGothic"/>
                <a:ea typeface="IPAexGothic"/>
                <a:cs typeface="IPAexGothic"/>
              </a:defRPr>
            </a:lvl3pPr>
            <a:lvl4pPr algn="ctr">
              <a:buNone/>
              <a:defRPr sz="1950" b="0">
                <a:solidFill>
                  <a:srgbClr val="172B3A"/>
                </a:solidFill>
                <a:latin typeface="IPAexGothic"/>
                <a:ea typeface="IPAexGothic"/>
                <a:cs typeface="IPAexGothic"/>
              </a:defRPr>
            </a:lvl4pPr>
            <a:lvl5pPr algn="ctr">
              <a:buNone/>
              <a:defRPr sz="1950" b="0">
                <a:solidFill>
                  <a:srgbClr val="172B3A"/>
                </a:solidFill>
                <a:latin typeface="IPAexGothic"/>
                <a:ea typeface="IPAexGothic"/>
                <a:cs typeface="IPAexGothic"/>
              </a:defRPr>
            </a:lvl5pPr>
            <a:lvl6pPr algn="ctr">
              <a:buNone/>
              <a:defRPr sz="1950" b="0">
                <a:solidFill>
                  <a:srgbClr val="172B3A"/>
                </a:solidFill>
                <a:latin typeface="IPAexGothic"/>
                <a:ea typeface="IPAexGothic"/>
                <a:cs typeface="IPAexGothic"/>
              </a:defRPr>
            </a:lvl6pPr>
            <a:lvl7pPr algn="ctr">
              <a:buNone/>
              <a:defRPr sz="1950" b="0">
                <a:solidFill>
                  <a:srgbClr val="172B3A"/>
                </a:solidFill>
                <a:latin typeface="IPAexGothic"/>
                <a:ea typeface="IPAexGothic"/>
                <a:cs typeface="IPAexGothic"/>
              </a:defRPr>
            </a:lvl7pPr>
            <a:lvl8pPr algn="ctr">
              <a:buNone/>
              <a:defRPr sz="1950" b="0">
                <a:solidFill>
                  <a:srgbClr val="172B3A"/>
                </a:solidFill>
                <a:latin typeface="IPAexGothic"/>
                <a:ea typeface="IPAexGothic"/>
                <a:cs typeface="IPAexGothic"/>
              </a:defRPr>
            </a:lvl8pPr>
            <a:lvl9pPr algn="ctr">
              <a:buNone/>
              <a:defRPr sz="1950" b="0">
                <a:solidFill>
                  <a:srgbClr val="172B3A"/>
                </a:solidFill>
                <a:latin typeface="IPAexGothic"/>
                <a:ea typeface="IPAexGothic"/>
                <a:cs typeface="IPAexGothic"/>
              </a:defRPr>
            </a:lvl9pPr>
          </a:lstStyle>
          <a:p xmlns:a="http://schemas.openxmlformats.org/drawingml/2006/main">
            <a:pPr algn="ctr">
              <a:buNone/>
              <a:defRPr sz="1950" b="0">
                <a:solidFill>
                  <a:srgbClr val="172B3A"/>
                </a:solidFill>
                <a:latin typeface="IPAexGothic"/>
                <a:ea typeface="IPAexGothic"/>
                <a:cs typeface="IPAexGothic"/>
              </a:defRPr>
            </a:pPr>
            <a:r>
              <a:rPr sz="1950" b="0">
                <a:solidFill>
                  <a:srgbClr val="172B3A"/>
                </a:solidFill>
                <a:latin typeface="IPAexGothic"/>
                <a:ea typeface="IPAexGothic"/>
                <a:cs typeface="IPAexGothic"/>
              </a:rPr>
              <a:t>未知</a:t>
            </a:r>
          </a:p>
          <a:p xmlns:a="http://schemas.openxmlformats.org/drawingml/2006/main">
            <a:pPr algn="ctr">
              <a:buNone/>
              <a:defRPr sz="1950" b="0">
                <a:solidFill>
                  <a:srgbClr val="172B3A"/>
                </a:solidFill>
                <a:latin typeface="IPAexGothic"/>
                <a:ea typeface="IPAexGothic"/>
                <a:cs typeface="IPAexGothic"/>
              </a:defRPr>
            </a:pPr>
            <a:r>
              <a:rPr sz="1950" b="0">
                <a:solidFill>
                  <a:srgbClr val="172B3A"/>
                </a:solidFill>
                <a:latin typeface="IPAexGothic"/>
                <a:ea typeface="IPAexGothic"/>
                <a:cs typeface="IPAexGothic"/>
              </a:rPr>
              <a:t>d＞対応半径</a:t>
            </a:r>
          </a:p>
          <a:p xmlns:a="http://schemas.openxmlformats.org/drawingml/2006/main">
            <a:pPr algn="ctr">
              <a:buNone/>
              <a:defRPr sz="1950" b="0">
                <a:solidFill>
                  <a:srgbClr val="172B3A"/>
                </a:solidFill>
                <a:latin typeface="IPAexGothic"/>
                <a:ea typeface="IPAexGothic"/>
                <a:cs typeface="IPAexGothic"/>
              </a:defRPr>
            </a:pPr>
            <a:r>
              <a:rPr sz="1950" b="0">
                <a:solidFill>
                  <a:srgbClr val="172B3A"/>
                </a:solidFill>
                <a:latin typeface="IPAexGothic"/>
                <a:ea typeface="IPAexGothic"/>
                <a:cs typeface="IPAexGothic"/>
              </a:rPr>
              <a:t>例：0.20超</a:t>
            </a:r>
          </a:p>
        </p:txBody>
      </p:sp>
      <p:sp>
        <p:nvSpPr>
          <p:cNvPr id="5" name="diagram-4">
            <a:extLst xmlns:a="http://schemas.openxmlformats.org/drawingml/2006/main">
              <a:ext uri="{FF2B5EF4-FFF2-40B4-BE49-F238E27FC236}">
                <a16:creationId xmlns:a16="http://schemas.microsoft.com/office/drawing/2014/main" id="{273A61C3-3681-406B-B490-EBDA3DCEBDB3}"/>
              </a:ext>
            </a:extLst>
          </p:cNvPr>
          <p:cNvSpPr>
            <a:spLocks xmlns:a="http://schemas.openxmlformats.org/drawingml/2006/main" noGrp="1"/>
          </p:cNvSpPr>
          <p:nvPr/>
        </p:nvSpPr>
        <p:spPr>
          <a:xfrm xmlns:a="http://schemas.openxmlformats.org/drawingml/2006/main">
            <a:off x="4524375" y="2000250"/>
            <a:ext cx="3143250" cy="1524000"/>
          </a:xfrm>
          <a:prstGeom xmlns:a="http://schemas.openxmlformats.org/drawingml/2006/main" prst="rect">
            <a:avLst/>
          </a:prstGeom>
          <a:solidFill xmlns:a="http://schemas.openxmlformats.org/drawingml/2006/main">
            <a:srgbClr val="FBF3E4"/>
          </a:solidFill>
          <a:ln xmlns:a="http://schemas.openxmlformats.org/drawingml/2006/main" w="14288">
            <a:solidFill>
              <a:srgbClr val="B17A26"/>
            </a:solidFill>
            <a:prstDash val="solid"/>
          </a:ln>
        </p:spPr>
        <p:txBody>
          <a:bodyPr xmlns:a="http://schemas.openxmlformats.org/drawingml/2006/main" wrap="square" lIns="114300" tIns="114300" rIns="114300" bIns="114300" anchor="ctr">
            <a:noAutofit/>
          </a:bodyPr>
          <a:lstStyle xmlns:a="http://schemas.openxmlformats.org/drawingml/2006/main">
            <a:defPPr algn="ctr">
              <a:defRPr sz="1950" b="0">
                <a:solidFill>
                  <a:srgbClr val="172B3A"/>
                </a:solidFill>
                <a:latin typeface="IPAexGothic"/>
                <a:ea typeface="IPAexGothic"/>
                <a:cs typeface="IPAexGothic"/>
              </a:defRPr>
            </a:defPPr>
            <a:lvl1pPr algn="ctr">
              <a:buNone/>
              <a:defRPr sz="1950" b="0">
                <a:solidFill>
                  <a:srgbClr val="172B3A"/>
                </a:solidFill>
                <a:latin typeface="IPAexGothic"/>
                <a:ea typeface="IPAexGothic"/>
                <a:cs typeface="IPAexGothic"/>
              </a:defRPr>
            </a:lvl1pPr>
            <a:lvl2pPr algn="ctr">
              <a:buNone/>
              <a:defRPr sz="1950" b="0">
                <a:solidFill>
                  <a:srgbClr val="172B3A"/>
                </a:solidFill>
                <a:latin typeface="IPAexGothic"/>
                <a:ea typeface="IPAexGothic"/>
                <a:cs typeface="IPAexGothic"/>
              </a:defRPr>
            </a:lvl2pPr>
            <a:lvl3pPr algn="ctr">
              <a:buNone/>
              <a:defRPr sz="1950" b="0">
                <a:solidFill>
                  <a:srgbClr val="172B3A"/>
                </a:solidFill>
                <a:latin typeface="IPAexGothic"/>
                <a:ea typeface="IPAexGothic"/>
                <a:cs typeface="IPAexGothic"/>
              </a:defRPr>
            </a:lvl3pPr>
            <a:lvl4pPr algn="ctr">
              <a:buNone/>
              <a:defRPr sz="1950" b="0">
                <a:solidFill>
                  <a:srgbClr val="172B3A"/>
                </a:solidFill>
                <a:latin typeface="IPAexGothic"/>
                <a:ea typeface="IPAexGothic"/>
                <a:cs typeface="IPAexGothic"/>
              </a:defRPr>
            </a:lvl4pPr>
            <a:lvl5pPr algn="ctr">
              <a:buNone/>
              <a:defRPr sz="1950" b="0">
                <a:solidFill>
                  <a:srgbClr val="172B3A"/>
                </a:solidFill>
                <a:latin typeface="IPAexGothic"/>
                <a:ea typeface="IPAexGothic"/>
                <a:cs typeface="IPAexGothic"/>
              </a:defRPr>
            </a:lvl5pPr>
            <a:lvl6pPr algn="ctr">
              <a:buNone/>
              <a:defRPr sz="1950" b="0">
                <a:solidFill>
                  <a:srgbClr val="172B3A"/>
                </a:solidFill>
                <a:latin typeface="IPAexGothic"/>
                <a:ea typeface="IPAexGothic"/>
                <a:cs typeface="IPAexGothic"/>
              </a:defRPr>
            </a:lvl6pPr>
            <a:lvl7pPr algn="ctr">
              <a:buNone/>
              <a:defRPr sz="1950" b="0">
                <a:solidFill>
                  <a:srgbClr val="172B3A"/>
                </a:solidFill>
                <a:latin typeface="IPAexGothic"/>
                <a:ea typeface="IPAexGothic"/>
                <a:cs typeface="IPAexGothic"/>
              </a:defRPr>
            </a:lvl7pPr>
            <a:lvl8pPr algn="ctr">
              <a:buNone/>
              <a:defRPr sz="1950" b="0">
                <a:solidFill>
                  <a:srgbClr val="172B3A"/>
                </a:solidFill>
                <a:latin typeface="IPAexGothic"/>
                <a:ea typeface="IPAexGothic"/>
                <a:cs typeface="IPAexGothic"/>
              </a:defRPr>
            </a:lvl8pPr>
            <a:lvl9pPr algn="ctr">
              <a:buNone/>
              <a:defRPr sz="1950" b="0">
                <a:solidFill>
                  <a:srgbClr val="172B3A"/>
                </a:solidFill>
                <a:latin typeface="IPAexGothic"/>
                <a:ea typeface="IPAexGothic"/>
                <a:cs typeface="IPAexGothic"/>
              </a:defRPr>
            </a:lvl9pPr>
          </a:lstStyle>
          <a:p xmlns:a="http://schemas.openxmlformats.org/drawingml/2006/main">
            <a:pPr algn="ctr">
              <a:buNone/>
              <a:defRPr sz="1950" b="0">
                <a:solidFill>
                  <a:srgbClr val="172B3A"/>
                </a:solidFill>
                <a:latin typeface="IPAexGothic"/>
                <a:ea typeface="IPAexGothic"/>
                <a:cs typeface="IPAexGothic"/>
              </a:defRPr>
            </a:pPr>
            <a:r>
              <a:rPr sz="1950" b="0">
                <a:solidFill>
                  <a:srgbClr val="172B3A"/>
                </a:solidFill>
                <a:latin typeface="IPAexGothic"/>
                <a:ea typeface="IPAexGothic"/>
                <a:cs typeface="IPAexGothic"/>
              </a:rPr>
              <a:t>境界</a:t>
            </a:r>
          </a:p>
          <a:p xmlns:a="http://schemas.openxmlformats.org/drawingml/2006/main">
            <a:pPr algn="ctr">
              <a:buNone/>
              <a:defRPr sz="1950" b="0">
                <a:solidFill>
                  <a:srgbClr val="172B3A"/>
                </a:solidFill>
                <a:latin typeface="IPAexGothic"/>
                <a:ea typeface="IPAexGothic"/>
                <a:cs typeface="IPAexGothic"/>
              </a:defRPr>
            </a:pPr>
            <a:r>
              <a:rPr sz="1950" b="0">
                <a:solidFill>
                  <a:srgbClr val="172B3A"/>
                </a:solidFill>
                <a:latin typeface="IPAexGothic"/>
                <a:ea typeface="IPAexGothic"/>
                <a:cs typeface="IPAexGothic"/>
              </a:rPr>
              <a:t>典型半径＜d≦対応半径</a:t>
            </a:r>
          </a:p>
        </p:txBody>
      </p:sp>
      <p:sp>
        <p:nvSpPr>
          <p:cNvPr id="6" name="diagram-5">
            <a:extLst xmlns:a="http://schemas.openxmlformats.org/drawingml/2006/main">
              <a:ext uri="{FF2B5EF4-FFF2-40B4-BE49-F238E27FC236}">
                <a16:creationId xmlns:a16="http://schemas.microsoft.com/office/drawing/2014/main" id="{ABBC1230-0286-4665-A093-BBE8600CB24C}"/>
              </a:ext>
            </a:extLst>
          </p:cNvPr>
          <p:cNvSpPr>
            <a:spLocks xmlns:a="http://schemas.openxmlformats.org/drawingml/2006/main" noGrp="1"/>
          </p:cNvSpPr>
          <p:nvPr/>
        </p:nvSpPr>
        <p:spPr>
          <a:xfrm xmlns:a="http://schemas.openxmlformats.org/drawingml/2006/main">
            <a:off x="8382000" y="2000250"/>
            <a:ext cx="3143250" cy="1524000"/>
          </a:xfrm>
          <a:prstGeom xmlns:a="http://schemas.openxmlformats.org/drawingml/2006/main" prst="rect">
            <a:avLst/>
          </a:prstGeom>
          <a:solidFill xmlns:a="http://schemas.openxmlformats.org/drawingml/2006/main">
            <a:srgbClr val="E4F1ED"/>
          </a:solidFill>
          <a:ln xmlns:a="http://schemas.openxmlformats.org/drawingml/2006/main" w="14288">
            <a:solidFill>
              <a:srgbClr val="247C76"/>
            </a:solidFill>
            <a:prstDash val="solid"/>
          </a:ln>
        </p:spPr>
        <p:txBody>
          <a:bodyPr xmlns:a="http://schemas.openxmlformats.org/drawingml/2006/main" wrap="square" lIns="114300" tIns="114300" rIns="114300" bIns="114300" anchor="ctr">
            <a:noAutofit/>
          </a:bodyPr>
          <a:lstStyle xmlns:a="http://schemas.openxmlformats.org/drawingml/2006/main">
            <a:defPPr algn="ctr">
              <a:defRPr sz="1950" b="0">
                <a:solidFill>
                  <a:srgbClr val="172B3A"/>
                </a:solidFill>
                <a:latin typeface="IPAexGothic"/>
                <a:ea typeface="IPAexGothic"/>
                <a:cs typeface="IPAexGothic"/>
              </a:defRPr>
            </a:defPPr>
            <a:lvl1pPr algn="ctr">
              <a:buNone/>
              <a:defRPr sz="1950" b="0">
                <a:solidFill>
                  <a:srgbClr val="172B3A"/>
                </a:solidFill>
                <a:latin typeface="IPAexGothic"/>
                <a:ea typeface="IPAexGothic"/>
                <a:cs typeface="IPAexGothic"/>
              </a:defRPr>
            </a:lvl1pPr>
            <a:lvl2pPr algn="ctr">
              <a:buNone/>
              <a:defRPr sz="1950" b="0">
                <a:solidFill>
                  <a:srgbClr val="172B3A"/>
                </a:solidFill>
                <a:latin typeface="IPAexGothic"/>
                <a:ea typeface="IPAexGothic"/>
                <a:cs typeface="IPAexGothic"/>
              </a:defRPr>
            </a:lvl2pPr>
            <a:lvl3pPr algn="ctr">
              <a:buNone/>
              <a:defRPr sz="1950" b="0">
                <a:solidFill>
                  <a:srgbClr val="172B3A"/>
                </a:solidFill>
                <a:latin typeface="IPAexGothic"/>
                <a:ea typeface="IPAexGothic"/>
                <a:cs typeface="IPAexGothic"/>
              </a:defRPr>
            </a:lvl3pPr>
            <a:lvl4pPr algn="ctr">
              <a:buNone/>
              <a:defRPr sz="1950" b="0">
                <a:solidFill>
                  <a:srgbClr val="172B3A"/>
                </a:solidFill>
                <a:latin typeface="IPAexGothic"/>
                <a:ea typeface="IPAexGothic"/>
                <a:cs typeface="IPAexGothic"/>
              </a:defRPr>
            </a:lvl4pPr>
            <a:lvl5pPr algn="ctr">
              <a:buNone/>
              <a:defRPr sz="1950" b="0">
                <a:solidFill>
                  <a:srgbClr val="172B3A"/>
                </a:solidFill>
                <a:latin typeface="IPAexGothic"/>
                <a:ea typeface="IPAexGothic"/>
                <a:cs typeface="IPAexGothic"/>
              </a:defRPr>
            </a:lvl5pPr>
            <a:lvl6pPr algn="ctr">
              <a:buNone/>
              <a:defRPr sz="1950" b="0">
                <a:solidFill>
                  <a:srgbClr val="172B3A"/>
                </a:solidFill>
                <a:latin typeface="IPAexGothic"/>
                <a:ea typeface="IPAexGothic"/>
                <a:cs typeface="IPAexGothic"/>
              </a:defRPr>
            </a:lvl6pPr>
            <a:lvl7pPr algn="ctr">
              <a:buNone/>
              <a:defRPr sz="1950" b="0">
                <a:solidFill>
                  <a:srgbClr val="172B3A"/>
                </a:solidFill>
                <a:latin typeface="IPAexGothic"/>
                <a:ea typeface="IPAexGothic"/>
                <a:cs typeface="IPAexGothic"/>
              </a:defRPr>
            </a:lvl7pPr>
            <a:lvl8pPr algn="ctr">
              <a:buNone/>
              <a:defRPr sz="1950" b="0">
                <a:solidFill>
                  <a:srgbClr val="172B3A"/>
                </a:solidFill>
                <a:latin typeface="IPAexGothic"/>
                <a:ea typeface="IPAexGothic"/>
                <a:cs typeface="IPAexGothic"/>
              </a:defRPr>
            </a:lvl8pPr>
            <a:lvl9pPr algn="ctr">
              <a:buNone/>
              <a:defRPr sz="1950" b="0">
                <a:solidFill>
                  <a:srgbClr val="172B3A"/>
                </a:solidFill>
                <a:latin typeface="IPAexGothic"/>
                <a:ea typeface="IPAexGothic"/>
                <a:cs typeface="IPAexGothic"/>
              </a:defRPr>
            </a:lvl9pPr>
          </a:lstStyle>
          <a:p xmlns:a="http://schemas.openxmlformats.org/drawingml/2006/main">
            <a:pPr algn="ctr">
              <a:buNone/>
              <a:defRPr sz="1950" b="0">
                <a:solidFill>
                  <a:srgbClr val="172B3A"/>
                </a:solidFill>
                <a:latin typeface="IPAexGothic"/>
                <a:ea typeface="IPAexGothic"/>
                <a:cs typeface="IPAexGothic"/>
              </a:defRPr>
            </a:pPr>
            <a:r>
              <a:rPr sz="1950" b="0">
                <a:solidFill>
                  <a:srgbClr val="172B3A"/>
                </a:solidFill>
                <a:latin typeface="IPAexGothic"/>
                <a:ea typeface="IPAexGothic"/>
                <a:cs typeface="IPAexGothic"/>
              </a:rPr>
              <a:t>典型</a:t>
            </a:r>
          </a:p>
          <a:p xmlns:a="http://schemas.openxmlformats.org/drawingml/2006/main">
            <a:pPr algn="ctr">
              <a:buNone/>
              <a:defRPr sz="1950" b="0">
                <a:solidFill>
                  <a:srgbClr val="172B3A"/>
                </a:solidFill>
                <a:latin typeface="IPAexGothic"/>
                <a:ea typeface="IPAexGothic"/>
                <a:cs typeface="IPAexGothic"/>
              </a:defRPr>
            </a:pPr>
            <a:r>
              <a:rPr sz="1950" b="0">
                <a:solidFill>
                  <a:srgbClr val="172B3A"/>
                </a:solidFill>
                <a:latin typeface="IPAexGothic"/>
                <a:ea typeface="IPAexGothic"/>
                <a:cs typeface="IPAexGothic"/>
              </a:rPr>
              <a:t>d≦典型半径</a:t>
            </a:r>
          </a:p>
        </p:txBody>
      </p:sp>
      <p:sp>
        <p:nvSpPr>
          <p:cNvPr id="7" name="text-6">
            <a:extLst xmlns:a="http://schemas.openxmlformats.org/drawingml/2006/main">
              <a:ext uri="{FF2B5EF4-FFF2-40B4-BE49-F238E27FC236}">
                <a16:creationId xmlns:a16="http://schemas.microsoft.com/office/drawing/2014/main" id="{97CF1904-54D7-46DC-8699-B5B679D265ED}"/>
              </a:ext>
            </a:extLst>
          </p:cNvPr>
          <p:cNvSpPr>
            <a:spLocks xmlns:a="http://schemas.openxmlformats.org/drawingml/2006/main" noGrp="1"/>
          </p:cNvSpPr>
          <p:nvPr/>
        </p:nvSpPr>
        <p:spPr>
          <a:xfrm xmlns:a="http://schemas.openxmlformats.org/drawingml/2006/main">
            <a:off x="3467100" y="3857625"/>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00" b="0">
                <a:solidFill>
                  <a:srgbClr val="172B3A"/>
                </a:solidFill>
                <a:latin typeface="IPAexGothic"/>
                <a:ea typeface="IPAexGothic"/>
                <a:cs typeface="IPAexGothic"/>
              </a:defRPr>
            </a:defPPr>
            <a:lvl1pPr algn="ctr">
              <a:buNone/>
              <a:defRPr sz="1800" b="0">
                <a:solidFill>
                  <a:srgbClr val="172B3A"/>
                </a:solidFill>
                <a:latin typeface="IPAexGothic"/>
                <a:ea typeface="IPAexGothic"/>
                <a:cs typeface="IPAexGothic"/>
              </a:defRPr>
            </a:lvl1pPr>
            <a:lvl2pPr algn="ctr">
              <a:buNone/>
              <a:defRPr sz="1800" b="0">
                <a:solidFill>
                  <a:srgbClr val="172B3A"/>
                </a:solidFill>
                <a:latin typeface="IPAexGothic"/>
                <a:ea typeface="IPAexGothic"/>
                <a:cs typeface="IPAexGothic"/>
              </a:defRPr>
            </a:lvl2pPr>
            <a:lvl3pPr algn="ctr">
              <a:buNone/>
              <a:defRPr sz="1800" b="0">
                <a:solidFill>
                  <a:srgbClr val="172B3A"/>
                </a:solidFill>
                <a:latin typeface="IPAexGothic"/>
                <a:ea typeface="IPAexGothic"/>
                <a:cs typeface="IPAexGothic"/>
              </a:defRPr>
            </a:lvl3pPr>
            <a:lvl4pPr algn="ctr">
              <a:buNone/>
              <a:defRPr sz="1800" b="0">
                <a:solidFill>
                  <a:srgbClr val="172B3A"/>
                </a:solidFill>
                <a:latin typeface="IPAexGothic"/>
                <a:ea typeface="IPAexGothic"/>
                <a:cs typeface="IPAexGothic"/>
              </a:defRPr>
            </a:lvl4pPr>
            <a:lvl5pPr algn="ctr">
              <a:buNone/>
              <a:defRPr sz="1800" b="0">
                <a:solidFill>
                  <a:srgbClr val="172B3A"/>
                </a:solidFill>
                <a:latin typeface="IPAexGothic"/>
                <a:ea typeface="IPAexGothic"/>
                <a:cs typeface="IPAexGothic"/>
              </a:defRPr>
            </a:lvl5pPr>
            <a:lvl6pPr algn="ctr">
              <a:buNone/>
              <a:defRPr sz="1800" b="0">
                <a:solidFill>
                  <a:srgbClr val="172B3A"/>
                </a:solidFill>
                <a:latin typeface="IPAexGothic"/>
                <a:ea typeface="IPAexGothic"/>
                <a:cs typeface="IPAexGothic"/>
              </a:defRPr>
            </a:lvl6pPr>
            <a:lvl7pPr algn="ctr">
              <a:buNone/>
              <a:defRPr sz="1800" b="0">
                <a:solidFill>
                  <a:srgbClr val="172B3A"/>
                </a:solidFill>
                <a:latin typeface="IPAexGothic"/>
                <a:ea typeface="IPAexGothic"/>
                <a:cs typeface="IPAexGothic"/>
              </a:defRPr>
            </a:lvl7pPr>
            <a:lvl8pPr algn="ctr">
              <a:buNone/>
              <a:defRPr sz="1800" b="0">
                <a:solidFill>
                  <a:srgbClr val="172B3A"/>
                </a:solidFill>
                <a:latin typeface="IPAexGothic"/>
                <a:ea typeface="IPAexGothic"/>
                <a:cs typeface="IPAexGothic"/>
              </a:defRPr>
            </a:lvl8pPr>
            <a:lvl9pPr algn="ctr">
              <a:buNone/>
              <a:defRPr sz="1800" b="0">
                <a:solidFill>
                  <a:srgbClr val="172B3A"/>
                </a:solidFill>
                <a:latin typeface="IPAexGothic"/>
                <a:ea typeface="IPAexGothic"/>
                <a:cs typeface="IPAexGothic"/>
              </a:defRPr>
            </a:lvl9pPr>
          </a:lstStyle>
          <a:p xmlns:a="http://schemas.openxmlformats.org/drawingml/2006/main">
            <a:pPr algn="ctr">
              <a:buNone/>
              <a:defRPr sz="1800" b="0">
                <a:solidFill>
                  <a:srgbClr val="172B3A"/>
                </a:solidFill>
                <a:latin typeface="IPAexGothic"/>
                <a:ea typeface="IPAexGothic"/>
                <a:cs typeface="IPAexGothic"/>
              </a:defRPr>
            </a:pPr>
            <a:r>
              <a:rPr sz="1800" b="0">
                <a:solidFill>
                  <a:srgbClr val="172B3A"/>
                </a:solidFill>
                <a:latin typeface="IPAexGothic"/>
                <a:ea typeface="IPAexGothic"/>
                <a:cs typeface="IPAexGothic"/>
              </a:rPr>
              <a:t>対応半径：例0.20</a:t>
            </a:r>
          </a:p>
        </p:txBody>
      </p:sp>
      <p:sp>
        <p:nvSpPr>
          <p:cNvPr id="8" name="text-7">
            <a:extLst xmlns:a="http://schemas.openxmlformats.org/drawingml/2006/main">
              <a:ext uri="{FF2B5EF4-FFF2-40B4-BE49-F238E27FC236}">
                <a16:creationId xmlns:a16="http://schemas.microsoft.com/office/drawing/2014/main" id="{F8CE158D-4B8F-4E0C-A57F-974678481AA9}"/>
              </a:ext>
            </a:extLst>
          </p:cNvPr>
          <p:cNvSpPr>
            <a:spLocks xmlns:a="http://schemas.openxmlformats.org/drawingml/2006/main" noGrp="1"/>
          </p:cNvSpPr>
          <p:nvPr/>
        </p:nvSpPr>
        <p:spPr>
          <a:xfrm xmlns:a="http://schemas.openxmlformats.org/drawingml/2006/main">
            <a:off x="7353300" y="3857625"/>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00" b="0">
                <a:solidFill>
                  <a:srgbClr val="172B3A"/>
                </a:solidFill>
                <a:latin typeface="IPAexGothic"/>
                <a:ea typeface="IPAexGothic"/>
                <a:cs typeface="IPAexGothic"/>
              </a:defRPr>
            </a:defPPr>
            <a:lvl1pPr algn="ctr">
              <a:buNone/>
              <a:defRPr sz="1800" b="0">
                <a:solidFill>
                  <a:srgbClr val="172B3A"/>
                </a:solidFill>
                <a:latin typeface="IPAexGothic"/>
                <a:ea typeface="IPAexGothic"/>
                <a:cs typeface="IPAexGothic"/>
              </a:defRPr>
            </a:lvl1pPr>
            <a:lvl2pPr algn="ctr">
              <a:buNone/>
              <a:defRPr sz="1800" b="0">
                <a:solidFill>
                  <a:srgbClr val="172B3A"/>
                </a:solidFill>
                <a:latin typeface="IPAexGothic"/>
                <a:ea typeface="IPAexGothic"/>
                <a:cs typeface="IPAexGothic"/>
              </a:defRPr>
            </a:lvl2pPr>
            <a:lvl3pPr algn="ctr">
              <a:buNone/>
              <a:defRPr sz="1800" b="0">
                <a:solidFill>
                  <a:srgbClr val="172B3A"/>
                </a:solidFill>
                <a:latin typeface="IPAexGothic"/>
                <a:ea typeface="IPAexGothic"/>
                <a:cs typeface="IPAexGothic"/>
              </a:defRPr>
            </a:lvl3pPr>
            <a:lvl4pPr algn="ctr">
              <a:buNone/>
              <a:defRPr sz="1800" b="0">
                <a:solidFill>
                  <a:srgbClr val="172B3A"/>
                </a:solidFill>
                <a:latin typeface="IPAexGothic"/>
                <a:ea typeface="IPAexGothic"/>
                <a:cs typeface="IPAexGothic"/>
              </a:defRPr>
            </a:lvl4pPr>
            <a:lvl5pPr algn="ctr">
              <a:buNone/>
              <a:defRPr sz="1800" b="0">
                <a:solidFill>
                  <a:srgbClr val="172B3A"/>
                </a:solidFill>
                <a:latin typeface="IPAexGothic"/>
                <a:ea typeface="IPAexGothic"/>
                <a:cs typeface="IPAexGothic"/>
              </a:defRPr>
            </a:lvl5pPr>
            <a:lvl6pPr algn="ctr">
              <a:buNone/>
              <a:defRPr sz="1800" b="0">
                <a:solidFill>
                  <a:srgbClr val="172B3A"/>
                </a:solidFill>
                <a:latin typeface="IPAexGothic"/>
                <a:ea typeface="IPAexGothic"/>
                <a:cs typeface="IPAexGothic"/>
              </a:defRPr>
            </a:lvl6pPr>
            <a:lvl7pPr algn="ctr">
              <a:buNone/>
              <a:defRPr sz="1800" b="0">
                <a:solidFill>
                  <a:srgbClr val="172B3A"/>
                </a:solidFill>
                <a:latin typeface="IPAexGothic"/>
                <a:ea typeface="IPAexGothic"/>
                <a:cs typeface="IPAexGothic"/>
              </a:defRPr>
            </a:lvl7pPr>
            <a:lvl8pPr algn="ctr">
              <a:buNone/>
              <a:defRPr sz="1800" b="0">
                <a:solidFill>
                  <a:srgbClr val="172B3A"/>
                </a:solidFill>
                <a:latin typeface="IPAexGothic"/>
                <a:ea typeface="IPAexGothic"/>
                <a:cs typeface="IPAexGothic"/>
              </a:defRPr>
            </a:lvl8pPr>
            <a:lvl9pPr algn="ctr">
              <a:buNone/>
              <a:defRPr sz="1800" b="0">
                <a:solidFill>
                  <a:srgbClr val="172B3A"/>
                </a:solidFill>
                <a:latin typeface="IPAexGothic"/>
                <a:ea typeface="IPAexGothic"/>
                <a:cs typeface="IPAexGothic"/>
              </a:defRPr>
            </a:lvl9pPr>
          </a:lstStyle>
          <a:p xmlns:a="http://schemas.openxmlformats.org/drawingml/2006/main">
            <a:pPr algn="ctr">
              <a:buNone/>
              <a:defRPr sz="1800" b="0">
                <a:solidFill>
                  <a:srgbClr val="172B3A"/>
                </a:solidFill>
                <a:latin typeface="IPAexGothic"/>
                <a:ea typeface="IPAexGothic"/>
                <a:cs typeface="IPAexGothic"/>
              </a:defRPr>
            </a:pPr>
            <a:r>
              <a:rPr sz="1800" b="0">
                <a:solidFill>
                  <a:srgbClr val="172B3A"/>
                </a:solidFill>
                <a:latin typeface="IPAexGothic"/>
                <a:ea typeface="IPAexGothic"/>
                <a:cs typeface="IPAexGothic"/>
              </a:rPr>
              <a:t>典型半径：例0.12</a:t>
            </a:r>
          </a:p>
        </p:txBody>
      </p:sp>
      <p:sp>
        <p:nvSpPr>
          <p:cNvPr id="9" name="text-8">
            <a:extLst xmlns:a="http://schemas.openxmlformats.org/drawingml/2006/main">
              <a:ext uri="{FF2B5EF4-FFF2-40B4-BE49-F238E27FC236}">
                <a16:creationId xmlns:a16="http://schemas.microsoft.com/office/drawing/2014/main" id="{812DFF81-D4CD-40C1-A30D-6358CAE64AE2}"/>
              </a:ext>
            </a:extLst>
          </p:cNvPr>
          <p:cNvSpPr>
            <a:spLocks xmlns:a="http://schemas.openxmlformats.org/drawingml/2006/main" noGrp="1"/>
          </p:cNvSpPr>
          <p:nvPr/>
        </p:nvSpPr>
        <p:spPr>
          <a:xfrm xmlns:a="http://schemas.openxmlformats.org/drawingml/2006/main">
            <a:off x="6905625" y="4476750"/>
            <a:ext cx="4286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236487"/>
                </a:solidFill>
                <a:latin typeface="IPAexGothic"/>
                <a:ea typeface="IPAexGothic"/>
                <a:cs typeface="IPAexGothic"/>
              </a:defRPr>
            </a:defPPr>
            <a:lvl1pPr algn="l">
              <a:buNone/>
              <a:defRPr sz="2175" b="1">
                <a:solidFill>
                  <a:srgbClr val="236487"/>
                </a:solidFill>
                <a:latin typeface="IPAexGothic"/>
                <a:ea typeface="IPAexGothic"/>
                <a:cs typeface="IPAexGothic"/>
              </a:defRPr>
            </a:lvl1pPr>
            <a:lvl2pPr algn="l">
              <a:buNone/>
              <a:defRPr sz="2175" b="1">
                <a:solidFill>
                  <a:srgbClr val="236487"/>
                </a:solidFill>
                <a:latin typeface="IPAexGothic"/>
                <a:ea typeface="IPAexGothic"/>
                <a:cs typeface="IPAexGothic"/>
              </a:defRPr>
            </a:lvl2pPr>
            <a:lvl3pPr algn="l">
              <a:buNone/>
              <a:defRPr sz="2175" b="1">
                <a:solidFill>
                  <a:srgbClr val="236487"/>
                </a:solidFill>
                <a:latin typeface="IPAexGothic"/>
                <a:ea typeface="IPAexGothic"/>
                <a:cs typeface="IPAexGothic"/>
              </a:defRPr>
            </a:lvl3pPr>
            <a:lvl4pPr algn="l">
              <a:buNone/>
              <a:defRPr sz="2175" b="1">
                <a:solidFill>
                  <a:srgbClr val="236487"/>
                </a:solidFill>
                <a:latin typeface="IPAexGothic"/>
                <a:ea typeface="IPAexGothic"/>
                <a:cs typeface="IPAexGothic"/>
              </a:defRPr>
            </a:lvl4pPr>
            <a:lvl5pPr algn="l">
              <a:buNone/>
              <a:defRPr sz="2175" b="1">
                <a:solidFill>
                  <a:srgbClr val="236487"/>
                </a:solidFill>
                <a:latin typeface="IPAexGothic"/>
                <a:ea typeface="IPAexGothic"/>
                <a:cs typeface="IPAexGothic"/>
              </a:defRPr>
            </a:lvl5pPr>
            <a:lvl6pPr algn="l">
              <a:buNone/>
              <a:defRPr sz="2175" b="1">
                <a:solidFill>
                  <a:srgbClr val="236487"/>
                </a:solidFill>
                <a:latin typeface="IPAexGothic"/>
                <a:ea typeface="IPAexGothic"/>
                <a:cs typeface="IPAexGothic"/>
              </a:defRPr>
            </a:lvl6pPr>
            <a:lvl7pPr algn="l">
              <a:buNone/>
              <a:defRPr sz="2175" b="1">
                <a:solidFill>
                  <a:srgbClr val="236487"/>
                </a:solidFill>
                <a:latin typeface="IPAexGothic"/>
                <a:ea typeface="IPAexGothic"/>
                <a:cs typeface="IPAexGothic"/>
              </a:defRPr>
            </a:lvl7pPr>
            <a:lvl8pPr algn="l">
              <a:buNone/>
              <a:defRPr sz="2175" b="1">
                <a:solidFill>
                  <a:srgbClr val="236487"/>
                </a:solidFill>
                <a:latin typeface="IPAexGothic"/>
                <a:ea typeface="IPAexGothic"/>
                <a:cs typeface="IPAexGothic"/>
              </a:defRPr>
            </a:lvl8pPr>
            <a:lvl9pPr algn="l">
              <a:buNone/>
              <a:defRPr sz="2175" b="1">
                <a:solidFill>
                  <a:srgbClr val="236487"/>
                </a:solidFill>
                <a:latin typeface="IPAexGothic"/>
                <a:ea typeface="IPAexGothic"/>
                <a:cs typeface="IPAexGothic"/>
              </a:defRPr>
            </a:lvl9pPr>
          </a:lstStyle>
          <a:p xmlns:a="http://schemas.openxmlformats.org/drawingml/2006/main">
            <a:pPr algn="l">
              <a:buNone/>
              <a:defRPr sz="2175" b="1">
                <a:solidFill>
                  <a:srgbClr val="236487"/>
                </a:solidFill>
                <a:latin typeface="IPAexGothic"/>
                <a:ea typeface="IPAexGothic"/>
                <a:cs typeface="IPAexGothic"/>
              </a:defRPr>
            </a:pPr>
            <a:r>
              <a:rPr sz="2175" b="1">
                <a:solidFill>
                  <a:srgbClr val="236487"/>
                </a:solidFill>
                <a:latin typeface="IPAexGothic"/>
                <a:ea typeface="IPAexGothic"/>
                <a:cs typeface="IPAexGothic"/>
              </a:rPr>
              <a:t>定義からの距離が小さい方向</a:t>
            </a:r>
          </a:p>
        </p:txBody>
      </p:sp>
      <p:sp>
        <p:nvSpPr>
          <p:cNvPr id="10" name="text-9">
            <a:extLst xmlns:a="http://schemas.openxmlformats.org/drawingml/2006/main">
              <a:ext uri="{FF2B5EF4-FFF2-40B4-BE49-F238E27FC236}">
                <a16:creationId xmlns:a16="http://schemas.microsoft.com/office/drawing/2014/main" id="{C3DF3E9C-37B4-40B0-AF0A-EE3DBA89CCE2}"/>
              </a:ext>
            </a:extLst>
          </p:cNvPr>
          <p:cNvSpPr>
            <a:spLocks xmlns:a="http://schemas.openxmlformats.org/drawingml/2006/main" noGrp="1"/>
          </p:cNvSpPr>
          <p:nvPr/>
        </p:nvSpPr>
        <p:spPr>
          <a:xfrm xmlns:a="http://schemas.openxmlformats.org/drawingml/2006/main">
            <a:off x="685800" y="5248275"/>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B3A"/>
                </a:solidFill>
                <a:latin typeface="IPAexGothic"/>
                <a:ea typeface="IPAexGothic"/>
                <a:cs typeface="IPAexGothic"/>
              </a:defRPr>
            </a:defPPr>
            <a:lvl1pPr algn="l">
              <a:buNone/>
              <a:defRPr sz="2025" b="0">
                <a:solidFill>
                  <a:srgbClr val="172B3A"/>
                </a:solidFill>
                <a:latin typeface="IPAexGothic"/>
                <a:ea typeface="IPAexGothic"/>
                <a:cs typeface="IPAexGothic"/>
              </a:defRPr>
            </a:lvl1pPr>
            <a:lvl2pPr algn="l">
              <a:buNone/>
              <a:defRPr sz="2025" b="0">
                <a:solidFill>
                  <a:srgbClr val="172B3A"/>
                </a:solidFill>
                <a:latin typeface="IPAexGothic"/>
                <a:ea typeface="IPAexGothic"/>
                <a:cs typeface="IPAexGothic"/>
              </a:defRPr>
            </a:lvl2pPr>
            <a:lvl3pPr algn="l">
              <a:buNone/>
              <a:defRPr sz="2025" b="0">
                <a:solidFill>
                  <a:srgbClr val="172B3A"/>
                </a:solidFill>
                <a:latin typeface="IPAexGothic"/>
                <a:ea typeface="IPAexGothic"/>
                <a:cs typeface="IPAexGothic"/>
              </a:defRPr>
            </a:lvl3pPr>
            <a:lvl4pPr algn="l">
              <a:buNone/>
              <a:defRPr sz="2025" b="0">
                <a:solidFill>
                  <a:srgbClr val="172B3A"/>
                </a:solidFill>
                <a:latin typeface="IPAexGothic"/>
                <a:ea typeface="IPAexGothic"/>
                <a:cs typeface="IPAexGothic"/>
              </a:defRPr>
            </a:lvl4pPr>
            <a:lvl5pPr algn="l">
              <a:buNone/>
              <a:defRPr sz="2025" b="0">
                <a:solidFill>
                  <a:srgbClr val="172B3A"/>
                </a:solidFill>
                <a:latin typeface="IPAexGothic"/>
                <a:ea typeface="IPAexGothic"/>
                <a:cs typeface="IPAexGothic"/>
              </a:defRPr>
            </a:lvl5pPr>
            <a:lvl6pPr algn="l">
              <a:buNone/>
              <a:defRPr sz="2025" b="0">
                <a:solidFill>
                  <a:srgbClr val="172B3A"/>
                </a:solidFill>
                <a:latin typeface="IPAexGothic"/>
                <a:ea typeface="IPAexGothic"/>
                <a:cs typeface="IPAexGothic"/>
              </a:defRPr>
            </a:lvl6pPr>
            <a:lvl7pPr algn="l">
              <a:buNone/>
              <a:defRPr sz="2025" b="0">
                <a:solidFill>
                  <a:srgbClr val="172B3A"/>
                </a:solidFill>
                <a:latin typeface="IPAexGothic"/>
                <a:ea typeface="IPAexGothic"/>
                <a:cs typeface="IPAexGothic"/>
              </a:defRPr>
            </a:lvl7pPr>
            <a:lvl8pPr algn="l">
              <a:buNone/>
              <a:defRPr sz="2025" b="0">
                <a:solidFill>
                  <a:srgbClr val="172B3A"/>
                </a:solidFill>
                <a:latin typeface="IPAexGothic"/>
                <a:ea typeface="IPAexGothic"/>
                <a:cs typeface="IPAexGothic"/>
              </a:defRPr>
            </a:lvl8pPr>
            <a:lvl9pPr algn="l">
              <a:buNone/>
              <a:defRPr sz="2025" b="0">
                <a:solidFill>
                  <a:srgbClr val="172B3A"/>
                </a:solidFill>
                <a:latin typeface="IPAexGothic"/>
                <a:ea typeface="IPAexGothic"/>
                <a:cs typeface="IPAexGothic"/>
              </a:defRPr>
            </a:lvl9pPr>
          </a:lstStyle>
          <a:p xmlns:a="http://schemas.openxmlformats.org/drawingml/2006/main">
            <a:pPr algn="l">
              <a:buNone/>
              <a:defRPr sz="2025" b="0">
                <a:solidFill>
                  <a:srgbClr val="172B3A"/>
                </a:solidFill>
                <a:latin typeface="IPAexGothic"/>
                <a:ea typeface="IPAexGothic"/>
                <a:cs typeface="IPAexGothic"/>
              </a:defRPr>
            </a:pPr>
            <a:r>
              <a:rPr sz="2025" b="0">
                <a:solidFill>
                  <a:srgbClr val="172B3A"/>
                </a:solidFill>
                <a:latin typeface="IPAexGothic"/>
                <a:ea typeface="IPAexGothic"/>
                <a:cs typeface="IPAexGothic"/>
              </a:rPr>
              <a:t>境界と未知の元データは保持。典型は削除候補にとどめる。</a:t>
            </a:r>
          </a:p>
        </p:txBody>
      </p:sp>
      <p:sp>
        <p:nvSpPr>
          <p:cNvPr id="11" name="text-10">
            <a:extLst xmlns:a="http://schemas.openxmlformats.org/drawingml/2006/main">
              <a:ext uri="{FF2B5EF4-FFF2-40B4-BE49-F238E27FC236}">
                <a16:creationId xmlns:a16="http://schemas.microsoft.com/office/drawing/2014/main" id="{7ECFF1E9-7C39-44EA-A2E6-4DC050595D96}"/>
              </a:ext>
            </a:extLst>
          </p:cNvPr>
          <p:cNvSpPr>
            <a:spLocks xmlns:a="http://schemas.openxmlformats.org/drawingml/2006/main" noGrp="1"/>
          </p:cNvSpPr>
          <p:nvPr/>
        </p:nvSpPr>
        <p:spPr>
          <a:xfrm xmlns:a="http://schemas.openxmlformats.org/drawingml/2006/main">
            <a:off x="609600" y="5953125"/>
            <a:ext cx="10906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86872"/>
                </a:solidFill>
                <a:latin typeface="IPAexGothic"/>
                <a:ea typeface="IPAexGothic"/>
                <a:cs typeface="IPAexGothic"/>
              </a:defRPr>
            </a:defPPr>
            <a:lvl1pPr algn="l">
              <a:buNone/>
              <a:defRPr sz="1575" b="0">
                <a:solidFill>
                  <a:srgbClr val="586872"/>
                </a:solidFill>
                <a:latin typeface="IPAexGothic"/>
                <a:ea typeface="IPAexGothic"/>
                <a:cs typeface="IPAexGothic"/>
              </a:defRPr>
            </a:lvl1pPr>
            <a:lvl2pPr algn="l">
              <a:buNone/>
              <a:defRPr sz="1575" b="0">
                <a:solidFill>
                  <a:srgbClr val="586872"/>
                </a:solidFill>
                <a:latin typeface="IPAexGothic"/>
                <a:ea typeface="IPAexGothic"/>
                <a:cs typeface="IPAexGothic"/>
              </a:defRPr>
            </a:lvl2pPr>
            <a:lvl3pPr algn="l">
              <a:buNone/>
              <a:defRPr sz="1575" b="0">
                <a:solidFill>
                  <a:srgbClr val="586872"/>
                </a:solidFill>
                <a:latin typeface="IPAexGothic"/>
                <a:ea typeface="IPAexGothic"/>
                <a:cs typeface="IPAexGothic"/>
              </a:defRPr>
            </a:lvl3pPr>
            <a:lvl4pPr algn="l">
              <a:buNone/>
              <a:defRPr sz="1575" b="0">
                <a:solidFill>
                  <a:srgbClr val="586872"/>
                </a:solidFill>
                <a:latin typeface="IPAexGothic"/>
                <a:ea typeface="IPAexGothic"/>
                <a:cs typeface="IPAexGothic"/>
              </a:defRPr>
            </a:lvl4pPr>
            <a:lvl5pPr algn="l">
              <a:buNone/>
              <a:defRPr sz="1575" b="0">
                <a:solidFill>
                  <a:srgbClr val="586872"/>
                </a:solidFill>
                <a:latin typeface="IPAexGothic"/>
                <a:ea typeface="IPAexGothic"/>
                <a:cs typeface="IPAexGothic"/>
              </a:defRPr>
            </a:lvl5pPr>
            <a:lvl6pPr algn="l">
              <a:buNone/>
              <a:defRPr sz="1575" b="0">
                <a:solidFill>
                  <a:srgbClr val="586872"/>
                </a:solidFill>
                <a:latin typeface="IPAexGothic"/>
                <a:ea typeface="IPAexGothic"/>
                <a:cs typeface="IPAexGothic"/>
              </a:defRPr>
            </a:lvl6pPr>
            <a:lvl7pPr algn="l">
              <a:buNone/>
              <a:defRPr sz="1575" b="0">
                <a:solidFill>
                  <a:srgbClr val="586872"/>
                </a:solidFill>
                <a:latin typeface="IPAexGothic"/>
                <a:ea typeface="IPAexGothic"/>
                <a:cs typeface="IPAexGothic"/>
              </a:defRPr>
            </a:lvl7pPr>
            <a:lvl8pPr algn="l">
              <a:buNone/>
              <a:defRPr sz="1575" b="0">
                <a:solidFill>
                  <a:srgbClr val="586872"/>
                </a:solidFill>
                <a:latin typeface="IPAexGothic"/>
                <a:ea typeface="IPAexGothic"/>
                <a:cs typeface="IPAexGothic"/>
              </a:defRPr>
            </a:lvl8pPr>
            <a:lvl9pPr algn="l">
              <a:buNone/>
              <a:defRPr sz="1575" b="0">
                <a:solidFill>
                  <a:srgbClr val="586872"/>
                </a:solidFill>
                <a:latin typeface="IPAexGothic"/>
                <a:ea typeface="IPAexGothic"/>
                <a:cs typeface="IPAexGothic"/>
              </a:defRPr>
            </a:lvl9pPr>
          </a:lstStyle>
          <a:p xmlns:a="http://schemas.openxmlformats.org/drawingml/2006/main">
            <a:pPr algn="l">
              <a:buNone/>
              <a:defRPr sz="1575" b="0">
                <a:solidFill>
                  <a:srgbClr val="586872"/>
                </a:solidFill>
                <a:latin typeface="IPAexGothic"/>
                <a:ea typeface="IPAexGothic"/>
                <a:cs typeface="IPAexGothic"/>
              </a:defRPr>
            </a:pPr>
            <a:r>
              <a:rPr sz="1575" b="0">
                <a:solidFill>
                  <a:srgbClr val="586872"/>
                </a:solidFill>
                <a:latin typeface="IPAexGothic"/>
                <a:ea typeface="IPAexGothic"/>
                <a:cs typeface="IPAexGothic"/>
              </a:rPr>
              <a:t>出現数や正常・異常とは別の分類。境界・未知・欠測は保持し、典型も三評価に合格するまで保持</a:t>
            </a:r>
          </a:p>
        </p:txBody>
      </p:sp>
    </p:spTree>
    <p:extLst>
      <p:ext uri="{BB962C8B-B14F-4D97-AF65-F5344CB8AC3E}">
        <p14:creationId xmlns:p14="http://schemas.microsoft.com/office/powerpoint/2010/main" val="185042358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headline">
            <a:extLst xmlns:a="http://schemas.openxmlformats.org/drawingml/2006/main">
              <a:ext uri="{FF2B5EF4-FFF2-40B4-BE49-F238E27FC236}">
                <a16:creationId xmlns:a16="http://schemas.microsoft.com/office/drawing/2014/main" id="{98C2791D-A872-43EF-9C4F-0F477E6C1822}"/>
              </a:ext>
            </a:extLst>
          </p:cNvPr>
          <p:cNvSpPr>
            <a:spLocks xmlns:a="http://schemas.openxmlformats.org/drawingml/2006/main" noGrp="1"/>
          </p:cNvSpPr>
          <p:nvPr/>
        </p:nvSpPr>
        <p:spPr>
          <a:xfrm xmlns:a="http://schemas.openxmlformats.org/drawingml/2006/main">
            <a:off x="590550" y="333375"/>
            <a:ext cx="1095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2B3A"/>
                </a:solidFill>
                <a:latin typeface="IPAexGothic"/>
                <a:ea typeface="IPAexGothic"/>
                <a:cs typeface="IPAexGothic"/>
              </a:defRPr>
            </a:defPPr>
            <a:lvl1pPr algn="l">
              <a:buNone/>
              <a:defRPr sz="3300" b="1">
                <a:solidFill>
                  <a:srgbClr val="172B3A"/>
                </a:solidFill>
                <a:latin typeface="IPAexGothic"/>
                <a:ea typeface="IPAexGothic"/>
                <a:cs typeface="IPAexGothic"/>
              </a:defRPr>
            </a:lvl1pPr>
            <a:lvl2pPr algn="l">
              <a:buNone/>
              <a:defRPr sz="3300" b="1">
                <a:solidFill>
                  <a:srgbClr val="172B3A"/>
                </a:solidFill>
                <a:latin typeface="IPAexGothic"/>
                <a:ea typeface="IPAexGothic"/>
                <a:cs typeface="IPAexGothic"/>
              </a:defRPr>
            </a:lvl2pPr>
            <a:lvl3pPr algn="l">
              <a:buNone/>
              <a:defRPr sz="3300" b="1">
                <a:solidFill>
                  <a:srgbClr val="172B3A"/>
                </a:solidFill>
                <a:latin typeface="IPAexGothic"/>
                <a:ea typeface="IPAexGothic"/>
                <a:cs typeface="IPAexGothic"/>
              </a:defRPr>
            </a:lvl3pPr>
            <a:lvl4pPr algn="l">
              <a:buNone/>
              <a:defRPr sz="3300" b="1">
                <a:solidFill>
                  <a:srgbClr val="172B3A"/>
                </a:solidFill>
                <a:latin typeface="IPAexGothic"/>
                <a:ea typeface="IPAexGothic"/>
                <a:cs typeface="IPAexGothic"/>
              </a:defRPr>
            </a:lvl4pPr>
            <a:lvl5pPr algn="l">
              <a:buNone/>
              <a:defRPr sz="3300" b="1">
                <a:solidFill>
                  <a:srgbClr val="172B3A"/>
                </a:solidFill>
                <a:latin typeface="IPAexGothic"/>
                <a:ea typeface="IPAexGothic"/>
                <a:cs typeface="IPAexGothic"/>
              </a:defRPr>
            </a:lvl5pPr>
            <a:lvl6pPr algn="l">
              <a:buNone/>
              <a:defRPr sz="3300" b="1">
                <a:solidFill>
                  <a:srgbClr val="172B3A"/>
                </a:solidFill>
                <a:latin typeface="IPAexGothic"/>
                <a:ea typeface="IPAexGothic"/>
                <a:cs typeface="IPAexGothic"/>
              </a:defRPr>
            </a:lvl6pPr>
            <a:lvl7pPr algn="l">
              <a:buNone/>
              <a:defRPr sz="3300" b="1">
                <a:solidFill>
                  <a:srgbClr val="172B3A"/>
                </a:solidFill>
                <a:latin typeface="IPAexGothic"/>
                <a:ea typeface="IPAexGothic"/>
                <a:cs typeface="IPAexGothic"/>
              </a:defRPr>
            </a:lvl7pPr>
            <a:lvl8pPr algn="l">
              <a:buNone/>
              <a:defRPr sz="3300" b="1">
                <a:solidFill>
                  <a:srgbClr val="172B3A"/>
                </a:solidFill>
                <a:latin typeface="IPAexGothic"/>
                <a:ea typeface="IPAexGothic"/>
                <a:cs typeface="IPAexGothic"/>
              </a:defRPr>
            </a:lvl8pPr>
            <a:lvl9pPr algn="l">
              <a:buNone/>
              <a:defRPr sz="3300" b="1">
                <a:solidFill>
                  <a:srgbClr val="172B3A"/>
                </a:solidFill>
                <a:latin typeface="IPAexGothic"/>
                <a:ea typeface="IPAexGothic"/>
                <a:cs typeface="IPAexGothic"/>
              </a:defRPr>
            </a:lvl9pPr>
          </a:lstStyle>
          <a:p xmlns:a="http://schemas.openxmlformats.org/drawingml/2006/main">
            <a:pPr algn="l">
              <a:buNone/>
              <a:defRPr sz="3300" b="1">
                <a:solidFill>
                  <a:srgbClr val="172B3A"/>
                </a:solidFill>
                <a:latin typeface="IPAexGothic"/>
                <a:ea typeface="IPAexGothic"/>
                <a:cs typeface="IPAexGothic"/>
              </a:defRPr>
            </a:pPr>
            <a:r>
              <a:rPr sz="3300" b="1">
                <a:solidFill>
                  <a:srgbClr val="172B3A"/>
                </a:solidFill>
                <a:latin typeface="IPAexGothic"/>
                <a:ea typeface="IPAexGothic"/>
                <a:cs typeface="IPAexGothic"/>
              </a:rPr>
              <a:t>② 出現情報の記録と数え方</a:t>
            </a:r>
          </a:p>
        </p:txBody>
      </p:sp>
      <p:sp>
        <p:nvSpPr>
          <p:cNvPr id="2" name="summary">
            <a:extLst xmlns:a="http://schemas.openxmlformats.org/drawingml/2006/main">
              <a:ext uri="{FF2B5EF4-FFF2-40B4-BE49-F238E27FC236}">
                <a16:creationId xmlns:a16="http://schemas.microsoft.com/office/drawing/2014/main" id="{19213CF6-A665-4F36-8B44-8D9594B85E3F}"/>
              </a:ext>
            </a:extLst>
          </p:cNvPr>
          <p:cNvSpPr>
            <a:spLocks xmlns:a="http://schemas.openxmlformats.org/drawingml/2006/main" noGrp="1"/>
          </p:cNvSpPr>
          <p:nvPr/>
        </p:nvSpPr>
        <p:spPr>
          <a:xfrm xmlns:a="http://schemas.openxmlformats.org/drawingml/2006/main">
            <a:off x="609600" y="1028700"/>
            <a:ext cx="10896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872"/>
                </a:solidFill>
                <a:latin typeface="IPAexGothic"/>
                <a:ea typeface="IPAexGothic"/>
                <a:cs typeface="IPAexGothic"/>
              </a:defRPr>
            </a:defPPr>
            <a:lvl1pPr algn="l">
              <a:buNone/>
              <a:defRPr sz="1800" b="0">
                <a:solidFill>
                  <a:srgbClr val="586872"/>
                </a:solidFill>
                <a:latin typeface="IPAexGothic"/>
                <a:ea typeface="IPAexGothic"/>
                <a:cs typeface="IPAexGothic"/>
              </a:defRPr>
            </a:lvl1pPr>
            <a:lvl2pPr algn="l">
              <a:buNone/>
              <a:defRPr sz="1800" b="0">
                <a:solidFill>
                  <a:srgbClr val="586872"/>
                </a:solidFill>
                <a:latin typeface="IPAexGothic"/>
                <a:ea typeface="IPAexGothic"/>
                <a:cs typeface="IPAexGothic"/>
              </a:defRPr>
            </a:lvl2pPr>
            <a:lvl3pPr algn="l">
              <a:buNone/>
              <a:defRPr sz="1800" b="0">
                <a:solidFill>
                  <a:srgbClr val="586872"/>
                </a:solidFill>
                <a:latin typeface="IPAexGothic"/>
                <a:ea typeface="IPAexGothic"/>
                <a:cs typeface="IPAexGothic"/>
              </a:defRPr>
            </a:lvl3pPr>
            <a:lvl4pPr algn="l">
              <a:buNone/>
              <a:defRPr sz="1800" b="0">
                <a:solidFill>
                  <a:srgbClr val="586872"/>
                </a:solidFill>
                <a:latin typeface="IPAexGothic"/>
                <a:ea typeface="IPAexGothic"/>
                <a:cs typeface="IPAexGothic"/>
              </a:defRPr>
            </a:lvl4pPr>
            <a:lvl5pPr algn="l">
              <a:buNone/>
              <a:defRPr sz="1800" b="0">
                <a:solidFill>
                  <a:srgbClr val="586872"/>
                </a:solidFill>
                <a:latin typeface="IPAexGothic"/>
                <a:ea typeface="IPAexGothic"/>
                <a:cs typeface="IPAexGothic"/>
              </a:defRPr>
            </a:lvl5pPr>
            <a:lvl6pPr algn="l">
              <a:buNone/>
              <a:defRPr sz="1800" b="0">
                <a:solidFill>
                  <a:srgbClr val="586872"/>
                </a:solidFill>
                <a:latin typeface="IPAexGothic"/>
                <a:ea typeface="IPAexGothic"/>
                <a:cs typeface="IPAexGothic"/>
              </a:defRPr>
            </a:lvl6pPr>
            <a:lvl7pPr algn="l">
              <a:buNone/>
              <a:defRPr sz="1800" b="0">
                <a:solidFill>
                  <a:srgbClr val="586872"/>
                </a:solidFill>
                <a:latin typeface="IPAexGothic"/>
                <a:ea typeface="IPAexGothic"/>
                <a:cs typeface="IPAexGothic"/>
              </a:defRPr>
            </a:lvl7pPr>
            <a:lvl8pPr algn="l">
              <a:buNone/>
              <a:defRPr sz="1800" b="0">
                <a:solidFill>
                  <a:srgbClr val="586872"/>
                </a:solidFill>
                <a:latin typeface="IPAexGothic"/>
                <a:ea typeface="IPAexGothic"/>
                <a:cs typeface="IPAexGothic"/>
              </a:defRPr>
            </a:lvl8pPr>
            <a:lvl9pPr algn="l">
              <a:buNone/>
              <a:defRPr sz="1800" b="0">
                <a:solidFill>
                  <a:srgbClr val="586872"/>
                </a:solidFill>
                <a:latin typeface="IPAexGothic"/>
                <a:ea typeface="IPAexGothic"/>
                <a:cs typeface="IPAexGothic"/>
              </a:defRPr>
            </a:lvl9pPr>
          </a:lstStyle>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本文では同じパターンへの一致が連続する窓を、一つの出現としてまとめる規則を選びます。</a:t>
            </a:r>
          </a:p>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窓ごとの一致記録と出現IDを独立保存し、窓の重複や元データ削除で履歴の回数を変えません。</a:t>
            </a:r>
          </a:p>
        </p:txBody>
      </p:sp>
      <p:sp>
        <p:nvSpPr>
          <p:cNvPr id="6" name="page-number">
            <a:extLst xmlns:a="http://schemas.openxmlformats.org/drawingml/2006/main">
              <a:ext uri="{FF2B5EF4-FFF2-40B4-BE49-F238E27FC236}">
                <a16:creationId xmlns:a16="http://schemas.microsoft.com/office/drawing/2014/main" id="{7C41025A-E65A-4795-90F4-FFA92D41C63F}"/>
              </a:ext>
            </a:extLst>
          </p:cNvPr>
          <p:cNvSpPr>
            <a:spLocks xmlns:a="http://schemas.openxmlformats.org/drawingml/2006/main" noGrp="1"/>
          </p:cNvSpPr>
          <p:nvPr/>
        </p:nvSpPr>
        <p:spPr>
          <a:xfrm xmlns:a="http://schemas.openxmlformats.org/drawingml/2006/main">
            <a:off x="11239500" y="64484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872"/>
                </a:solidFill>
                <a:latin typeface="IPAexGothic"/>
                <a:ea typeface="IPAexGothic"/>
                <a:cs typeface="IPAexGothic"/>
              </a:defRPr>
            </a:defPPr>
            <a:lvl1pPr algn="r">
              <a:buNone/>
              <a:defRPr sz="1275" b="0">
                <a:solidFill>
                  <a:srgbClr val="586872"/>
                </a:solidFill>
                <a:latin typeface="IPAexGothic"/>
                <a:ea typeface="IPAexGothic"/>
                <a:cs typeface="IPAexGothic"/>
              </a:defRPr>
            </a:lvl1pPr>
            <a:lvl2pPr algn="r">
              <a:buNone/>
              <a:defRPr sz="1275" b="0">
                <a:solidFill>
                  <a:srgbClr val="586872"/>
                </a:solidFill>
                <a:latin typeface="IPAexGothic"/>
                <a:ea typeface="IPAexGothic"/>
                <a:cs typeface="IPAexGothic"/>
              </a:defRPr>
            </a:lvl2pPr>
            <a:lvl3pPr algn="r">
              <a:buNone/>
              <a:defRPr sz="1275" b="0">
                <a:solidFill>
                  <a:srgbClr val="586872"/>
                </a:solidFill>
                <a:latin typeface="IPAexGothic"/>
                <a:ea typeface="IPAexGothic"/>
                <a:cs typeface="IPAexGothic"/>
              </a:defRPr>
            </a:lvl3pPr>
            <a:lvl4pPr algn="r">
              <a:buNone/>
              <a:defRPr sz="1275" b="0">
                <a:solidFill>
                  <a:srgbClr val="586872"/>
                </a:solidFill>
                <a:latin typeface="IPAexGothic"/>
                <a:ea typeface="IPAexGothic"/>
                <a:cs typeface="IPAexGothic"/>
              </a:defRPr>
            </a:lvl4pPr>
            <a:lvl5pPr algn="r">
              <a:buNone/>
              <a:defRPr sz="1275" b="0">
                <a:solidFill>
                  <a:srgbClr val="586872"/>
                </a:solidFill>
                <a:latin typeface="IPAexGothic"/>
                <a:ea typeface="IPAexGothic"/>
                <a:cs typeface="IPAexGothic"/>
              </a:defRPr>
            </a:lvl5pPr>
            <a:lvl6pPr algn="r">
              <a:buNone/>
              <a:defRPr sz="1275" b="0">
                <a:solidFill>
                  <a:srgbClr val="586872"/>
                </a:solidFill>
                <a:latin typeface="IPAexGothic"/>
                <a:ea typeface="IPAexGothic"/>
                <a:cs typeface="IPAexGothic"/>
              </a:defRPr>
            </a:lvl6pPr>
            <a:lvl7pPr algn="r">
              <a:buNone/>
              <a:defRPr sz="1275" b="0">
                <a:solidFill>
                  <a:srgbClr val="586872"/>
                </a:solidFill>
                <a:latin typeface="IPAexGothic"/>
                <a:ea typeface="IPAexGothic"/>
                <a:cs typeface="IPAexGothic"/>
              </a:defRPr>
            </a:lvl7pPr>
            <a:lvl8pPr algn="r">
              <a:buNone/>
              <a:defRPr sz="1275" b="0">
                <a:solidFill>
                  <a:srgbClr val="586872"/>
                </a:solidFill>
                <a:latin typeface="IPAexGothic"/>
                <a:ea typeface="IPAexGothic"/>
                <a:cs typeface="IPAexGothic"/>
              </a:defRPr>
            </a:lvl8pPr>
            <a:lvl9pPr algn="r">
              <a:buNone/>
              <a:defRPr sz="1275" b="0">
                <a:solidFill>
                  <a:srgbClr val="586872"/>
                </a:solidFill>
                <a:latin typeface="IPAexGothic"/>
                <a:ea typeface="IPAexGothic"/>
                <a:cs typeface="IPAexGothic"/>
              </a:defRPr>
            </a:lvl9pPr>
          </a:lstStyle>
          <a:p xmlns:a="http://schemas.openxmlformats.org/drawingml/2006/main">
            <a:pPr algn="r">
              <a:buNone/>
              <a:defRPr sz="1275" b="0">
                <a:solidFill>
                  <a:srgbClr val="586872"/>
                </a:solidFill>
                <a:latin typeface="IPAexGothic"/>
                <a:ea typeface="IPAexGothic"/>
                <a:cs typeface="IPAexGothic"/>
              </a:defRPr>
            </a:pPr>
            <a:r>
              <a:rPr sz="1275" b="0">
                <a:solidFill>
                  <a:srgbClr val="586872"/>
                </a:solidFill>
                <a:latin typeface="IPAexGothic"/>
                <a:ea typeface="IPAexGothic"/>
                <a:cs typeface="IPAexGothic"/>
              </a:rPr>
              <a:t>18</a:t>
            </a:r>
          </a:p>
        </p:txBody>
      </p:sp>
      <p:graphicFrame>
        <p:nvGraphicFramePr>
          <p:cNvPr id="8" name="">
            <a:extLst xmlns:a="http://schemas.openxmlformats.org/drawingml/2006/main">
              <a:ext uri="{FF2B5EF4-FFF2-40B4-BE49-F238E27FC236}">
                <a16:creationId xmlns:a16="http://schemas.microsoft.com/office/drawing/2014/main" id="{67AEFCCB-660B-40BE-8C30-61813C0E0C47}"/>
              </a:ext>
            </a:extLst>
          </p:cNvPr>
          <p:cNvGraphicFramePr/>
          <p:nvPr/>
        </p:nvGraphicFramePr>
        <p:xfrm>
          <a:off xmlns:a="http://schemas.openxmlformats.org/drawingml/2006/main" x="609600" y="1762125"/>
          <a:ext xmlns:a="http://schemas.openxmlformats.org/drawingml/2006/main" cx="10972800" cy="3952875"/>
        </p:xfrm>
        <a:graphic xmlns:a="http://schemas.openxmlformats.org/drawingml/2006/main">
          <a:graphicData uri="http://schemas.openxmlformats.org/drawingml/2006/table">
            <a:tbl>
              <a:tblPr firstRow="1" bandRow="0"/>
              <a:tblGrid>
                <a:gridCol w="2286000"/>
                <a:gridCol w="8686800"/>
              </a:tblGrid>
              <a:tr h="790575">
                <a:tc>
                  <a:txBody>
                    <a:bodyPr wrap="square" lIns="114300" tIns="66675" rIns="114300" bIns="66675"/>
                    <a:lstStyle/>
                    <a:p>
                      <a:r>
                        <a:rPr sz="1800" b="1">
                          <a:solidFill>
                            <a:srgbClr val="172B3A"/>
                          </a:solidFill>
                          <a:latin typeface="IPAexGothic"/>
                          <a:ea typeface="IPAexGothic"/>
                          <a:cs typeface="IPAexGothic"/>
                        </a:rPr>
                        <a:t>管理項目</a:t>
                      </a:r>
                    </a:p>
                  </a:txBody>
                  <a:tcPr marL="91440" marR="91440" marT="45720" marB="45720" anchor="ctr">
                    <a:lnL w="9525">
                      <a:solidFill>
                        <a:srgbClr val="BCCAD2"/>
                      </a:solidFill>
                      <a:prstDash val="solid"/>
                    </a:lnL>
                    <a:lnR w="9525">
                      <a:solidFill>
                        <a:srgbClr val="BCCAD2"/>
                      </a:solidFill>
                      <a:prstDash val="solid"/>
                    </a:lnR>
                    <a:lnT w="9525">
                      <a:solidFill>
                        <a:srgbClr val="BCCAD2"/>
                      </a:solidFill>
                      <a:prstDash val="solid"/>
                    </a:lnT>
                    <a:lnB w="9525">
                      <a:solidFill>
                        <a:srgbClr val="BCCAD2"/>
                      </a:solidFill>
                      <a:prstDash val="solid"/>
                    </a:lnB>
                    <a:solidFill>
                      <a:srgbClr val="EAF1F5"/>
                    </a:solidFill>
                  </a:tcPr>
                </a:tc>
                <a:tc>
                  <a:txBody>
                    <a:bodyPr wrap="square" lIns="114300" tIns="66675" rIns="114300" bIns="66675"/>
                    <a:lstStyle/>
                    <a:p>
                      <a:r>
                        <a:rPr sz="1800" b="1">
                          <a:solidFill>
                            <a:srgbClr val="172B3A"/>
                          </a:solidFill>
                          <a:latin typeface="IPAexGothic"/>
                          <a:ea typeface="IPAexGothic"/>
                          <a:cs typeface="IPAexGothic"/>
                        </a:rPr>
                        <a:t>本文での記録例・規則</a:t>
                      </a:r>
                    </a:p>
                  </a:txBody>
                  <a:tcPr marL="91440" marR="91440" marT="45720" marB="45720" anchor="ctr">
                    <a:lnR w="9525">
                      <a:solidFill>
                        <a:srgbClr val="BCCAD2"/>
                      </a:solidFill>
                      <a:prstDash val="solid"/>
                    </a:lnR>
                    <a:lnT w="9525">
                      <a:solidFill>
                        <a:srgbClr val="BCCAD2"/>
                      </a:solidFill>
                      <a:prstDash val="solid"/>
                    </a:lnT>
                    <a:lnB w="9525">
                      <a:solidFill>
                        <a:srgbClr val="BCCAD2"/>
                      </a:solidFill>
                      <a:prstDash val="solid"/>
                    </a:lnB>
                    <a:solidFill>
                      <a:srgbClr val="EAF1F5"/>
                    </a:solidFill>
                  </a:tcPr>
                </a:tc>
              </a:tr>
              <a:tr h="790575">
                <a:tc>
                  <a:txBody>
                    <a:bodyPr wrap="square" lIns="114300" tIns="66675" rIns="114300" bIns="66675"/>
                    <a:lstStyle/>
                    <a:p>
                      <a:r>
                        <a:rPr sz="1800" b="0">
                          <a:solidFill>
                            <a:srgbClr val="172B3A"/>
                          </a:solidFill>
                          <a:latin typeface="IPAexGothic"/>
                          <a:ea typeface="IPAexGothic"/>
                          <a:cs typeface="IPAexGothic"/>
                        </a:rPr>
                        <a:t>窓ごとの照合</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FFFFF"/>
                    </a:solidFill>
                  </a:tcPr>
                </a:tc>
                <a:tc>
                  <a:txBody>
                    <a:bodyPr wrap="square" lIns="114300" tIns="66675" rIns="114300" bIns="66675"/>
                    <a:lstStyle/>
                    <a:p>
                      <a:r>
                        <a:rPr sz="1800" b="0">
                          <a:solidFill>
                            <a:srgbClr val="172B3A"/>
                          </a:solidFill>
                          <a:latin typeface="IPAexGothic"/>
                          <a:ea typeface="IPAexGothic"/>
                          <a:cs typeface="IPAexGothic"/>
                        </a:rPr>
                        <a:t>設備E01、W000、P001第1版、距離0.08、典型、運転条件。</a:t>
                      </a:r>
                    </a:p>
                    <a:p>
                      <a:r>
                        <a:rPr sz="1800" b="0">
                          <a:solidFill>
                            <a:srgbClr val="172B3A"/>
                          </a:solidFill>
                          <a:latin typeface="IPAexGothic"/>
                          <a:ea typeface="IPAexGothic"/>
                          <a:cs typeface="IPAexGothic"/>
                        </a:rPr>
                        <a:t>W001・W002も同じ版へ対応したと仮定する。距離等は例示値。</a:t>
                      </a:r>
                    </a:p>
                  </a:txBody>
                  <a:tcPr marL="91440" marR="91440" marT="45720" marB="45720" anchor="ctr">
                    <a:lnR w="9525">
                      <a:solidFill>
                        <a:srgbClr val="BCCAD2"/>
                      </a:solidFill>
                      <a:prstDash val="solid"/>
                    </a:lnR>
                    <a:lnB w="9525">
                      <a:solidFill>
                        <a:srgbClr val="BCCAD2"/>
                      </a:solidFill>
                      <a:prstDash val="solid"/>
                    </a:lnB>
                    <a:solidFill>
                      <a:srgbClr val="FFFFFF"/>
                    </a:solidFill>
                  </a:tcPr>
                </a:tc>
              </a:tr>
              <a:tr h="790575">
                <a:tc>
                  <a:txBody>
                    <a:bodyPr wrap="square" lIns="114300" tIns="66675" rIns="114300" bIns="66675"/>
                    <a:lstStyle/>
                    <a:p>
                      <a:r>
                        <a:rPr sz="1800" b="0">
                          <a:solidFill>
                            <a:srgbClr val="172B3A"/>
                          </a:solidFill>
                          <a:latin typeface="IPAexGothic"/>
                          <a:ea typeface="IPAexGothic"/>
                          <a:cs typeface="IPAexGothic"/>
                        </a:rPr>
                        <a:t>一回と数える範囲</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8FAFB"/>
                    </a:solidFill>
                  </a:tcPr>
                </a:tc>
                <a:tc>
                  <a:txBody>
                    <a:bodyPr wrap="square" lIns="114300" tIns="66675" rIns="114300" bIns="66675"/>
                    <a:lstStyle/>
                    <a:p>
                      <a:r>
                        <a:rPr sz="1800" b="0">
                          <a:solidFill>
                            <a:srgbClr val="172B3A"/>
                          </a:solidFill>
                          <a:latin typeface="IPAexGothic"/>
                          <a:ea typeface="IPAexGothic"/>
                          <a:cs typeface="IPAexGothic"/>
                        </a:rPr>
                        <a:t>典型又は境界として同じ版へ連続して対応する窓を出現O001に。</a:t>
                      </a:r>
                    </a:p>
                    <a:p>
                      <a:r>
                        <a:rPr sz="1800" b="0">
                          <a:solidFill>
                            <a:srgbClr val="172B3A"/>
                          </a:solidFill>
                          <a:latin typeface="IPAexGothic"/>
                          <a:ea typeface="IPAexGothic"/>
                          <a:cs typeface="IPAexGothic"/>
                        </a:rPr>
                        <a:t>別パターン・未知・欠測・観測終了で区切り、閉じた出現を一回と数える。</a:t>
                      </a:r>
                    </a:p>
                  </a:txBody>
                  <a:tcPr marL="91440" marR="91440" marT="45720" marB="45720" anchor="ctr">
                    <a:lnR w="9525">
                      <a:solidFill>
                        <a:srgbClr val="BCCAD2"/>
                      </a:solidFill>
                      <a:prstDash val="solid"/>
                    </a:lnR>
                    <a:lnB w="9525">
                      <a:solidFill>
                        <a:srgbClr val="BCCAD2"/>
                      </a:solidFill>
                      <a:prstDash val="solid"/>
                    </a:lnB>
                    <a:solidFill>
                      <a:srgbClr val="F8FAFB"/>
                    </a:solidFill>
                  </a:tcPr>
                </a:tc>
              </a:tr>
              <a:tr h="790575">
                <a:tc>
                  <a:txBody>
                    <a:bodyPr wrap="square" lIns="114300" tIns="66675" rIns="114300" bIns="66675"/>
                    <a:lstStyle/>
                    <a:p>
                      <a:r>
                        <a:rPr sz="1800" b="0">
                          <a:solidFill>
                            <a:srgbClr val="172B3A"/>
                          </a:solidFill>
                          <a:latin typeface="IPAexGothic"/>
                          <a:ea typeface="IPAexGothic"/>
                          <a:cs typeface="IPAexGothic"/>
                        </a:rPr>
                        <a:t>時刻と継続範囲</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FFFFF"/>
                    </a:solidFill>
                  </a:tcPr>
                </a:tc>
                <a:tc>
                  <a:txBody>
                    <a:bodyPr wrap="square" lIns="114300" tIns="66675" rIns="114300" bIns="66675"/>
                    <a:lstStyle/>
                    <a:p>
                      <a:r>
                        <a:rPr sz="1800" b="0">
                          <a:solidFill>
                            <a:srgbClr val="172B3A"/>
                          </a:solidFill>
                          <a:latin typeface="IPAexGothic"/>
                          <a:ea typeface="IPAexGothic"/>
                          <a:cs typeface="IPAexGothic"/>
                        </a:rPr>
                        <a:t>W000［0,30）、W001［2,32）、W002［4,34）なら被覆は［0,34）。</a:t>
                      </a:r>
                    </a:p>
                    <a:p>
                      <a:r>
                        <a:rPr sz="1800" b="0">
                          <a:solidFill>
                            <a:srgbClr val="172B3A"/>
                          </a:solidFill>
                          <a:latin typeface="IPAexGothic"/>
                          <a:ea typeface="IPAexGothic"/>
                          <a:cs typeface="IPAexGothic"/>
                        </a:rPr>
                        <a:t>これは対応した窓の範囲であり、物理的な上昇の開始・終了時刻ではない。</a:t>
                      </a:r>
                    </a:p>
                  </a:txBody>
                  <a:tcPr marL="91440" marR="91440" marT="45720" marB="45720" anchor="ctr">
                    <a:lnR w="9525">
                      <a:solidFill>
                        <a:srgbClr val="BCCAD2"/>
                      </a:solidFill>
                      <a:prstDash val="solid"/>
                    </a:lnR>
                    <a:lnB w="9525">
                      <a:solidFill>
                        <a:srgbClr val="BCCAD2"/>
                      </a:solidFill>
                      <a:prstDash val="solid"/>
                    </a:lnB>
                    <a:solidFill>
                      <a:srgbClr val="FFFFFF"/>
                    </a:solidFill>
                  </a:tcPr>
                </a:tc>
              </a:tr>
              <a:tr h="790575">
                <a:tc>
                  <a:txBody>
                    <a:bodyPr wrap="square" lIns="114300" tIns="66675" rIns="114300" bIns="66675"/>
                    <a:lstStyle/>
                    <a:p>
                      <a:r>
                        <a:rPr sz="1800" b="0">
                          <a:solidFill>
                            <a:srgbClr val="172B3A"/>
                          </a:solidFill>
                          <a:latin typeface="IPAexGothic"/>
                          <a:ea typeface="IPAexGothic"/>
                          <a:cs typeface="IPAexGothic"/>
                        </a:rPr>
                        <a:t>保存と保護</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8FAFB"/>
                    </a:solidFill>
                  </a:tcPr>
                </a:tc>
                <a:tc>
                  <a:txBody>
                    <a:bodyPr wrap="square" lIns="114300" tIns="66675" rIns="114300" bIns="66675"/>
                    <a:lstStyle/>
                    <a:p>
                      <a:r>
                        <a:rPr sz="1800" b="0">
                          <a:solidFill>
                            <a:srgbClr val="172B3A"/>
                          </a:solidFill>
                          <a:latin typeface="IPAexGothic"/>
                          <a:ea typeface="IPAexGothic"/>
                          <a:cs typeface="IPAexGothic"/>
                        </a:rPr>
                        <a:t>出現ID、窓ID一覧、距離、条件、元データ参照を保存。</a:t>
                      </a:r>
                    </a:p>
                    <a:p>
                      <a:r>
                        <a:rPr sz="1800" b="0">
                          <a:solidFill>
                            <a:srgbClr val="172B3A"/>
                          </a:solidFill>
                          <a:latin typeface="IPAexGothic"/>
                          <a:ea typeface="IPAexGothic"/>
                          <a:cs typeface="IPAexGothic"/>
                        </a:rPr>
                        <a:t>進行中は終端を更新し、閉じるまでは関係する元データを削除しない。</a:t>
                      </a:r>
                    </a:p>
                  </a:txBody>
                  <a:tcPr marL="91440" marR="91440" marT="45720" marB="45720" anchor="ctr">
                    <a:lnR w="9525">
                      <a:solidFill>
                        <a:srgbClr val="BCCAD2"/>
                      </a:solidFill>
                      <a:prstDash val="solid"/>
                    </a:lnR>
                    <a:lnB w="9525">
                      <a:solidFill>
                        <a:srgbClr val="BCCAD2"/>
                      </a:solidFill>
                      <a:prstDash val="solid"/>
                    </a:lnB>
                    <a:solidFill>
                      <a:srgbClr val="F8FAFB"/>
                    </a:solidFill>
                  </a:tcPr>
                </a:tc>
              </a:tr>
            </a:tbl>
          </a:graphicData>
        </a:graphic>
      </p:graphicFrame>
      <p:sp>
        <p:nvSpPr>
          <p:cNvPr id="9" name="text-3">
            <a:extLst xmlns:a="http://schemas.openxmlformats.org/drawingml/2006/main">
              <a:ext uri="{FF2B5EF4-FFF2-40B4-BE49-F238E27FC236}">
                <a16:creationId xmlns:a16="http://schemas.microsoft.com/office/drawing/2014/main" id="{8C3E1FAE-2E69-4201-8F29-987D56EA7BA1}"/>
              </a:ext>
            </a:extLst>
          </p:cNvPr>
          <p:cNvSpPr>
            <a:spLocks xmlns:a="http://schemas.openxmlformats.org/drawingml/2006/main" noGrp="1"/>
          </p:cNvSpPr>
          <p:nvPr/>
        </p:nvSpPr>
        <p:spPr>
          <a:xfrm xmlns:a="http://schemas.openxmlformats.org/drawingml/2006/main">
            <a:off x="609600" y="5953125"/>
            <a:ext cx="10906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1575" b="0">
                <a:solidFill>
                  <a:srgbClr val="586872"/>
                </a:solidFill>
                <a:latin typeface="IPAexGothic"/>
                <a:ea typeface="IPAexGothic"/>
                <a:cs typeface="IPAexGothic"/>
              </a:defRPr>
            </a:defPPr>
            <a:lvl1pPr algn="l">
              <a:buNone/>
              <a:defRPr sz="1575" b="0">
                <a:solidFill>
                  <a:srgbClr val="586872"/>
                </a:solidFill>
                <a:latin typeface="IPAexGothic"/>
                <a:ea typeface="IPAexGothic"/>
                <a:cs typeface="IPAexGothic"/>
              </a:defRPr>
            </a:lvl1pPr>
            <a:lvl2pPr algn="l">
              <a:buNone/>
              <a:defRPr sz="1575" b="0">
                <a:solidFill>
                  <a:srgbClr val="586872"/>
                </a:solidFill>
                <a:latin typeface="IPAexGothic"/>
                <a:ea typeface="IPAexGothic"/>
                <a:cs typeface="IPAexGothic"/>
              </a:defRPr>
            </a:lvl2pPr>
            <a:lvl3pPr algn="l">
              <a:buNone/>
              <a:defRPr sz="1575" b="0">
                <a:solidFill>
                  <a:srgbClr val="586872"/>
                </a:solidFill>
                <a:latin typeface="IPAexGothic"/>
                <a:ea typeface="IPAexGothic"/>
                <a:cs typeface="IPAexGothic"/>
              </a:defRPr>
            </a:lvl3pPr>
            <a:lvl4pPr algn="l">
              <a:buNone/>
              <a:defRPr sz="1575" b="0">
                <a:solidFill>
                  <a:srgbClr val="586872"/>
                </a:solidFill>
                <a:latin typeface="IPAexGothic"/>
                <a:ea typeface="IPAexGothic"/>
                <a:cs typeface="IPAexGothic"/>
              </a:defRPr>
            </a:lvl4pPr>
            <a:lvl5pPr algn="l">
              <a:buNone/>
              <a:defRPr sz="1575" b="0">
                <a:solidFill>
                  <a:srgbClr val="586872"/>
                </a:solidFill>
                <a:latin typeface="IPAexGothic"/>
                <a:ea typeface="IPAexGothic"/>
                <a:cs typeface="IPAexGothic"/>
              </a:defRPr>
            </a:lvl5pPr>
            <a:lvl6pPr algn="l">
              <a:buNone/>
              <a:defRPr sz="1575" b="0">
                <a:solidFill>
                  <a:srgbClr val="586872"/>
                </a:solidFill>
                <a:latin typeface="IPAexGothic"/>
                <a:ea typeface="IPAexGothic"/>
                <a:cs typeface="IPAexGothic"/>
              </a:defRPr>
            </a:lvl6pPr>
            <a:lvl7pPr algn="l">
              <a:buNone/>
              <a:defRPr sz="1575" b="0">
                <a:solidFill>
                  <a:srgbClr val="586872"/>
                </a:solidFill>
                <a:latin typeface="IPAexGothic"/>
                <a:ea typeface="IPAexGothic"/>
                <a:cs typeface="IPAexGothic"/>
              </a:defRPr>
            </a:lvl7pPr>
            <a:lvl8pPr algn="l">
              <a:buNone/>
              <a:defRPr sz="1575" b="0">
                <a:solidFill>
                  <a:srgbClr val="586872"/>
                </a:solidFill>
                <a:latin typeface="IPAexGothic"/>
                <a:ea typeface="IPAexGothic"/>
                <a:cs typeface="IPAexGothic"/>
              </a:defRPr>
            </a:lvl8pPr>
            <a:lvl9pPr algn="l">
              <a:buNone/>
              <a:defRPr sz="1575" b="0">
                <a:solidFill>
                  <a:srgbClr val="586872"/>
                </a:solidFill>
                <a:latin typeface="IPAexGothic"/>
                <a:ea typeface="IPAexGothic"/>
                <a:cs typeface="IPAexGothic"/>
              </a:defRPr>
            </a:lvl9pPr>
          </a:lstStyle>
          <a:p xmlns:a="http://schemas.openxmlformats.org/drawingml/2006/main">
            <a:pPr algn="l">
              <a:buNone/>
              <a:defRPr sz="1575" b="0">
                <a:solidFill>
                  <a:srgbClr val="586872"/>
                </a:solidFill>
                <a:latin typeface="IPAexGothic"/>
                <a:ea typeface="IPAexGothic"/>
                <a:cs typeface="IPAexGothic"/>
              </a:defRPr>
            </a:pPr>
            <a:r>
              <a:rPr sz="1575" b="0">
                <a:solidFill>
                  <a:srgbClr val="586872"/>
                </a:solidFill>
                <a:latin typeface="IPAexGothic"/>
                <a:ea typeface="IPAexGothic"/>
                <a:cs typeface="IPAexGothic"/>
              </a:rPr>
              <a:t>一出現のまとめ方も設計上の規則。実際の物理事象が必ず一回であると保証するものではない</a:t>
            </a:r>
          </a:p>
        </p:txBody>
      </p:sp>
    </p:spTree>
    <p:extLst>
      <p:ext uri="{BB962C8B-B14F-4D97-AF65-F5344CB8AC3E}">
        <p14:creationId xmlns:p14="http://schemas.microsoft.com/office/powerpoint/2010/main" val="61935322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headline">
            <a:extLst xmlns:a="http://schemas.openxmlformats.org/drawingml/2006/main">
              <a:ext uri="{FF2B5EF4-FFF2-40B4-BE49-F238E27FC236}">
                <a16:creationId xmlns:a16="http://schemas.microsoft.com/office/drawing/2014/main" id="{E2C684C6-E4E7-42F0-96E6-BF80CBB42022}"/>
              </a:ext>
            </a:extLst>
          </p:cNvPr>
          <p:cNvSpPr>
            <a:spLocks xmlns:a="http://schemas.openxmlformats.org/drawingml/2006/main" noGrp="1"/>
          </p:cNvSpPr>
          <p:nvPr/>
        </p:nvSpPr>
        <p:spPr>
          <a:xfrm xmlns:a="http://schemas.openxmlformats.org/drawingml/2006/main">
            <a:off x="590550" y="333375"/>
            <a:ext cx="1095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3300" b="1">
                <a:solidFill>
                  <a:srgbClr val="172B3A"/>
                </a:solidFill>
                <a:latin typeface="IPAexGothic"/>
                <a:ea typeface="IPAexGothic"/>
                <a:cs typeface="IPAexGothic"/>
              </a:defRPr>
            </a:defPPr>
            <a:lvl1pPr algn="l">
              <a:buNone/>
              <a:defRPr sz="3300" b="1">
                <a:solidFill>
                  <a:srgbClr val="172B3A"/>
                </a:solidFill>
                <a:latin typeface="IPAexGothic"/>
                <a:ea typeface="IPAexGothic"/>
                <a:cs typeface="IPAexGothic"/>
              </a:defRPr>
            </a:lvl1pPr>
            <a:lvl2pPr algn="l">
              <a:buNone/>
              <a:defRPr sz="3300" b="1">
                <a:solidFill>
                  <a:srgbClr val="172B3A"/>
                </a:solidFill>
                <a:latin typeface="IPAexGothic"/>
                <a:ea typeface="IPAexGothic"/>
                <a:cs typeface="IPAexGothic"/>
              </a:defRPr>
            </a:lvl2pPr>
            <a:lvl3pPr algn="l">
              <a:buNone/>
              <a:defRPr sz="3300" b="1">
                <a:solidFill>
                  <a:srgbClr val="172B3A"/>
                </a:solidFill>
                <a:latin typeface="IPAexGothic"/>
                <a:ea typeface="IPAexGothic"/>
                <a:cs typeface="IPAexGothic"/>
              </a:defRPr>
            </a:lvl3pPr>
            <a:lvl4pPr algn="l">
              <a:buNone/>
              <a:defRPr sz="3300" b="1">
                <a:solidFill>
                  <a:srgbClr val="172B3A"/>
                </a:solidFill>
                <a:latin typeface="IPAexGothic"/>
                <a:ea typeface="IPAexGothic"/>
                <a:cs typeface="IPAexGothic"/>
              </a:defRPr>
            </a:lvl4pPr>
            <a:lvl5pPr algn="l">
              <a:buNone/>
              <a:defRPr sz="3300" b="1">
                <a:solidFill>
                  <a:srgbClr val="172B3A"/>
                </a:solidFill>
                <a:latin typeface="IPAexGothic"/>
                <a:ea typeface="IPAexGothic"/>
                <a:cs typeface="IPAexGothic"/>
              </a:defRPr>
            </a:lvl5pPr>
            <a:lvl6pPr algn="l">
              <a:buNone/>
              <a:defRPr sz="3300" b="1">
                <a:solidFill>
                  <a:srgbClr val="172B3A"/>
                </a:solidFill>
                <a:latin typeface="IPAexGothic"/>
                <a:ea typeface="IPAexGothic"/>
                <a:cs typeface="IPAexGothic"/>
              </a:defRPr>
            </a:lvl6pPr>
            <a:lvl7pPr algn="l">
              <a:buNone/>
              <a:defRPr sz="3300" b="1">
                <a:solidFill>
                  <a:srgbClr val="172B3A"/>
                </a:solidFill>
                <a:latin typeface="IPAexGothic"/>
                <a:ea typeface="IPAexGothic"/>
                <a:cs typeface="IPAexGothic"/>
              </a:defRPr>
            </a:lvl7pPr>
            <a:lvl8pPr algn="l">
              <a:buNone/>
              <a:defRPr sz="3300" b="1">
                <a:solidFill>
                  <a:srgbClr val="172B3A"/>
                </a:solidFill>
                <a:latin typeface="IPAexGothic"/>
                <a:ea typeface="IPAexGothic"/>
                <a:cs typeface="IPAexGothic"/>
              </a:defRPr>
            </a:lvl8pPr>
            <a:lvl9pPr algn="l">
              <a:buNone/>
              <a:defRPr sz="3300" b="1">
                <a:solidFill>
                  <a:srgbClr val="172B3A"/>
                </a:solidFill>
                <a:latin typeface="IPAexGothic"/>
                <a:ea typeface="IPAexGothic"/>
                <a:cs typeface="IPAexGothic"/>
              </a:defRPr>
            </a:lvl9pPr>
          </a:lstStyle>
          <a:p xmlns:a="http://schemas.openxmlformats.org/drawingml/2006/main">
            <a:pPr algn="l">
              <a:buNone/>
              <a:defRPr sz="3300" b="1">
                <a:solidFill>
                  <a:srgbClr val="172B3A"/>
                </a:solidFill>
                <a:latin typeface="IPAexGothic"/>
                <a:ea typeface="IPAexGothic"/>
                <a:cs typeface="IPAexGothic"/>
              </a:defRPr>
            </a:pPr>
            <a:r>
              <a:rPr sz="3300" b="1">
                <a:solidFill>
                  <a:srgbClr val="172B3A"/>
                </a:solidFill>
                <a:latin typeface="IPAexGothic"/>
                <a:ea typeface="IPAexGothic"/>
                <a:cs typeface="IPAexGothic"/>
              </a:rPr>
              <a:t>② 窓の件数・出現回数・学習行の違い</a:t>
            </a:r>
          </a:p>
        </p:txBody>
      </p:sp>
      <p:sp>
        <p:nvSpPr>
          <p:cNvPr id="2" name="summary">
            <a:extLst xmlns:a="http://schemas.openxmlformats.org/drawingml/2006/main">
              <a:ext uri="{FF2B5EF4-FFF2-40B4-BE49-F238E27FC236}">
                <a16:creationId xmlns:a16="http://schemas.microsoft.com/office/drawing/2014/main" id="{70ACF0F6-1E8A-4204-9B4C-D52DD33415E7}"/>
              </a:ext>
            </a:extLst>
          </p:cNvPr>
          <p:cNvSpPr>
            <a:spLocks xmlns:a="http://schemas.openxmlformats.org/drawingml/2006/main" noGrp="1"/>
          </p:cNvSpPr>
          <p:nvPr/>
        </p:nvSpPr>
        <p:spPr>
          <a:xfrm xmlns:a="http://schemas.openxmlformats.org/drawingml/2006/main">
            <a:off x="609600" y="1028700"/>
            <a:ext cx="10896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1725" b="0">
                <a:solidFill>
                  <a:srgbClr val="586872"/>
                </a:solidFill>
                <a:latin typeface="IPAexGothic"/>
                <a:ea typeface="IPAexGothic"/>
                <a:cs typeface="IPAexGothic"/>
              </a:defRPr>
            </a:defPPr>
            <a:lvl1pPr algn="l">
              <a:buNone/>
              <a:defRPr sz="1725" b="0">
                <a:solidFill>
                  <a:srgbClr val="586872"/>
                </a:solidFill>
                <a:latin typeface="IPAexGothic"/>
                <a:ea typeface="IPAexGothic"/>
                <a:cs typeface="IPAexGothic"/>
              </a:defRPr>
            </a:lvl1pPr>
            <a:lvl2pPr algn="l">
              <a:buNone/>
              <a:defRPr sz="1725" b="0">
                <a:solidFill>
                  <a:srgbClr val="586872"/>
                </a:solidFill>
                <a:latin typeface="IPAexGothic"/>
                <a:ea typeface="IPAexGothic"/>
                <a:cs typeface="IPAexGothic"/>
              </a:defRPr>
            </a:lvl2pPr>
            <a:lvl3pPr algn="l">
              <a:buNone/>
              <a:defRPr sz="1725" b="0">
                <a:solidFill>
                  <a:srgbClr val="586872"/>
                </a:solidFill>
                <a:latin typeface="IPAexGothic"/>
                <a:ea typeface="IPAexGothic"/>
                <a:cs typeface="IPAexGothic"/>
              </a:defRPr>
            </a:lvl3pPr>
            <a:lvl4pPr algn="l">
              <a:buNone/>
              <a:defRPr sz="1725" b="0">
                <a:solidFill>
                  <a:srgbClr val="586872"/>
                </a:solidFill>
                <a:latin typeface="IPAexGothic"/>
                <a:ea typeface="IPAexGothic"/>
                <a:cs typeface="IPAexGothic"/>
              </a:defRPr>
            </a:lvl4pPr>
            <a:lvl5pPr algn="l">
              <a:buNone/>
              <a:defRPr sz="1725" b="0">
                <a:solidFill>
                  <a:srgbClr val="586872"/>
                </a:solidFill>
                <a:latin typeface="IPAexGothic"/>
                <a:ea typeface="IPAexGothic"/>
                <a:cs typeface="IPAexGothic"/>
              </a:defRPr>
            </a:lvl5pPr>
            <a:lvl6pPr algn="l">
              <a:buNone/>
              <a:defRPr sz="1725" b="0">
                <a:solidFill>
                  <a:srgbClr val="586872"/>
                </a:solidFill>
                <a:latin typeface="IPAexGothic"/>
                <a:ea typeface="IPAexGothic"/>
                <a:cs typeface="IPAexGothic"/>
              </a:defRPr>
            </a:lvl6pPr>
            <a:lvl7pPr algn="l">
              <a:buNone/>
              <a:defRPr sz="1725" b="0">
                <a:solidFill>
                  <a:srgbClr val="586872"/>
                </a:solidFill>
                <a:latin typeface="IPAexGothic"/>
                <a:ea typeface="IPAexGothic"/>
                <a:cs typeface="IPAexGothic"/>
              </a:defRPr>
            </a:lvl7pPr>
            <a:lvl8pPr algn="l">
              <a:buNone/>
              <a:defRPr sz="1725" b="0">
                <a:solidFill>
                  <a:srgbClr val="586872"/>
                </a:solidFill>
                <a:latin typeface="IPAexGothic"/>
                <a:ea typeface="IPAexGothic"/>
                <a:cs typeface="IPAexGothic"/>
              </a:defRPr>
            </a:lvl8pPr>
            <a:lvl9pPr algn="l">
              <a:buNone/>
              <a:defRPr sz="1725" b="0">
                <a:solidFill>
                  <a:srgbClr val="586872"/>
                </a:solidFill>
                <a:latin typeface="IPAexGothic"/>
                <a:ea typeface="IPAexGothic"/>
                <a:cs typeface="IPAexGothic"/>
              </a:defRPr>
            </a:lvl9pPr>
          </a:lstStyle>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同じパターンへ三窓が連続して対応しても、出現O001として閉じた後の累積回数は一回です。</a:t>
            </a:r>
          </a:p>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一方、モデルは窓ごとの状態を判定するので、各窓に特徴と正解の行を残します。</a:t>
            </a:r>
          </a:p>
        </p:txBody>
      </p:sp>
      <p:sp>
        <p:nvSpPr>
          <p:cNvPr id="3" name="page-number">
            <a:extLst xmlns:a="http://schemas.openxmlformats.org/drawingml/2006/main">
              <a:ext uri="{FF2B5EF4-FFF2-40B4-BE49-F238E27FC236}">
                <a16:creationId xmlns:a16="http://schemas.microsoft.com/office/drawing/2014/main" id="{CA5C3501-497A-4C89-9DCA-170EF9EBC090}"/>
              </a:ext>
            </a:extLst>
          </p:cNvPr>
          <p:cNvSpPr>
            <a:spLocks xmlns:a="http://schemas.openxmlformats.org/drawingml/2006/main" noGrp="1"/>
          </p:cNvSpPr>
          <p:nvPr/>
        </p:nvSpPr>
        <p:spPr>
          <a:xfrm xmlns:a="http://schemas.openxmlformats.org/drawingml/2006/main">
            <a:off x="11239500" y="644842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1275" b="0">
                <a:solidFill>
                  <a:srgbClr val="586872"/>
                </a:solidFill>
                <a:latin typeface="IPAexGothic"/>
                <a:ea typeface="IPAexGothic"/>
                <a:cs typeface="IPAexGothic"/>
              </a:defRPr>
            </a:defPPr>
            <a:lvl1pPr algn="l">
              <a:buNone/>
              <a:defRPr sz="1275" b="0">
                <a:solidFill>
                  <a:srgbClr val="586872"/>
                </a:solidFill>
                <a:latin typeface="IPAexGothic"/>
                <a:ea typeface="IPAexGothic"/>
                <a:cs typeface="IPAexGothic"/>
              </a:defRPr>
            </a:lvl1pPr>
            <a:lvl2pPr algn="l">
              <a:buNone/>
              <a:defRPr sz="1275" b="0">
                <a:solidFill>
                  <a:srgbClr val="586872"/>
                </a:solidFill>
                <a:latin typeface="IPAexGothic"/>
                <a:ea typeface="IPAexGothic"/>
                <a:cs typeface="IPAexGothic"/>
              </a:defRPr>
            </a:lvl2pPr>
            <a:lvl3pPr algn="l">
              <a:buNone/>
              <a:defRPr sz="1275" b="0">
                <a:solidFill>
                  <a:srgbClr val="586872"/>
                </a:solidFill>
                <a:latin typeface="IPAexGothic"/>
                <a:ea typeface="IPAexGothic"/>
                <a:cs typeface="IPAexGothic"/>
              </a:defRPr>
            </a:lvl3pPr>
            <a:lvl4pPr algn="l">
              <a:buNone/>
              <a:defRPr sz="1275" b="0">
                <a:solidFill>
                  <a:srgbClr val="586872"/>
                </a:solidFill>
                <a:latin typeface="IPAexGothic"/>
                <a:ea typeface="IPAexGothic"/>
                <a:cs typeface="IPAexGothic"/>
              </a:defRPr>
            </a:lvl4pPr>
            <a:lvl5pPr algn="l">
              <a:buNone/>
              <a:defRPr sz="1275" b="0">
                <a:solidFill>
                  <a:srgbClr val="586872"/>
                </a:solidFill>
                <a:latin typeface="IPAexGothic"/>
                <a:ea typeface="IPAexGothic"/>
                <a:cs typeface="IPAexGothic"/>
              </a:defRPr>
            </a:lvl5pPr>
            <a:lvl6pPr algn="l">
              <a:buNone/>
              <a:defRPr sz="1275" b="0">
                <a:solidFill>
                  <a:srgbClr val="586872"/>
                </a:solidFill>
                <a:latin typeface="IPAexGothic"/>
                <a:ea typeface="IPAexGothic"/>
                <a:cs typeface="IPAexGothic"/>
              </a:defRPr>
            </a:lvl6pPr>
            <a:lvl7pPr algn="l">
              <a:buNone/>
              <a:defRPr sz="1275" b="0">
                <a:solidFill>
                  <a:srgbClr val="586872"/>
                </a:solidFill>
                <a:latin typeface="IPAexGothic"/>
                <a:ea typeface="IPAexGothic"/>
                <a:cs typeface="IPAexGothic"/>
              </a:defRPr>
            </a:lvl7pPr>
            <a:lvl8pPr algn="l">
              <a:buNone/>
              <a:defRPr sz="1275" b="0">
                <a:solidFill>
                  <a:srgbClr val="586872"/>
                </a:solidFill>
                <a:latin typeface="IPAexGothic"/>
                <a:ea typeface="IPAexGothic"/>
                <a:cs typeface="IPAexGothic"/>
              </a:defRPr>
            </a:lvl8pPr>
            <a:lvl9pPr algn="l">
              <a:buNone/>
              <a:defRPr sz="1275" b="0">
                <a:solidFill>
                  <a:srgbClr val="586872"/>
                </a:solidFill>
                <a:latin typeface="IPAexGothic"/>
                <a:ea typeface="IPAexGothic"/>
                <a:cs typeface="IPAexGothic"/>
              </a:defRPr>
            </a:lvl9pPr>
          </a:lstStyle>
          <a:p xmlns:a="http://schemas.openxmlformats.org/drawingml/2006/main">
            <a:pPr algn="l">
              <a:buNone/>
              <a:defRPr sz="1275" b="0">
                <a:solidFill>
                  <a:srgbClr val="586872"/>
                </a:solidFill>
                <a:latin typeface="IPAexGothic"/>
                <a:ea typeface="IPAexGothic"/>
                <a:cs typeface="IPAexGothic"/>
              </a:defRPr>
            </a:pPr>
            <a:r>
              <a:rPr sz="1275" b="0">
                <a:solidFill>
                  <a:srgbClr val="586872"/>
                </a:solidFill>
                <a:latin typeface="IPAexGothic"/>
                <a:ea typeface="IPAexGothic"/>
                <a:cs typeface="IPAexGothic"/>
              </a:rPr>
              <a:t>19</a:t>
            </a:r>
          </a:p>
        </p:txBody>
      </p:sp>
      <p:graphicFrame>
        <p:nvGraphicFramePr>
          <p:cNvPr id="8" name="">
            <a:extLst xmlns:a="http://schemas.openxmlformats.org/drawingml/2006/main">
              <a:ext uri="{FF2B5EF4-FFF2-40B4-BE49-F238E27FC236}">
                <a16:creationId xmlns:a16="http://schemas.microsoft.com/office/drawing/2014/main" id="{1B6D686C-D9B1-4058-BB37-FE1552C4A599}"/>
              </a:ext>
            </a:extLst>
          </p:cNvPr>
          <p:cNvGraphicFramePr/>
          <p:nvPr/>
        </p:nvGraphicFramePr>
        <p:xfrm>
          <a:off xmlns:a="http://schemas.openxmlformats.org/drawingml/2006/main" x="609600" y="1762125"/>
          <a:ext xmlns:a="http://schemas.openxmlformats.org/drawingml/2006/main" cx="10972800" cy="3714750"/>
        </p:xfrm>
        <a:graphic xmlns:a="http://schemas.openxmlformats.org/drawingml/2006/main">
          <a:graphicData uri="http://schemas.openxmlformats.org/drawingml/2006/table">
            <a:tbl>
              <a:tblPr firstRow="1" bandRow="0"/>
              <a:tblGrid>
                <a:gridCol w="2428875"/>
                <a:gridCol w="3905250"/>
                <a:gridCol w="4638675"/>
              </a:tblGrid>
              <a:tr h="742950">
                <a:tc>
                  <a:txBody>
                    <a:bodyPr wrap="square" lIns="114300" tIns="66675" rIns="114300" bIns="66675"/>
                    <a:lstStyle/>
                    <a:p>
                      <a:r>
                        <a:rPr sz="1725" b="1">
                          <a:solidFill>
                            <a:srgbClr val="172B3A"/>
                          </a:solidFill>
                          <a:latin typeface="IPAexGothic"/>
                          <a:ea typeface="IPAexGothic"/>
                          <a:cs typeface="IPAexGothic"/>
                        </a:rPr>
                        <a:t>対象</a:t>
                      </a:r>
                    </a:p>
                  </a:txBody>
                  <a:tcPr marL="91440" marR="91440" marT="45720" marB="45720" anchor="ctr">
                    <a:lnL w="9525">
                      <a:solidFill>
                        <a:srgbClr val="BCCAD2"/>
                      </a:solidFill>
                      <a:prstDash val="solid"/>
                    </a:lnL>
                    <a:lnR w="9525">
                      <a:solidFill>
                        <a:srgbClr val="BCCAD2"/>
                      </a:solidFill>
                      <a:prstDash val="solid"/>
                    </a:lnR>
                    <a:lnT w="9525">
                      <a:solidFill>
                        <a:srgbClr val="BCCAD2"/>
                      </a:solidFill>
                      <a:prstDash val="solid"/>
                    </a:lnT>
                    <a:lnB w="9525">
                      <a:solidFill>
                        <a:srgbClr val="BCCAD2"/>
                      </a:solidFill>
                      <a:prstDash val="solid"/>
                    </a:lnB>
                    <a:solidFill>
                      <a:srgbClr val="EAF1F5"/>
                    </a:solidFill>
                  </a:tcPr>
                </a:tc>
                <a:tc>
                  <a:txBody>
                    <a:bodyPr wrap="square" lIns="114300" tIns="66675" rIns="114300" bIns="66675"/>
                    <a:lstStyle/>
                    <a:p>
                      <a:r>
                        <a:rPr sz="1725" b="1">
                          <a:solidFill>
                            <a:srgbClr val="172B3A"/>
                          </a:solidFill>
                          <a:latin typeface="IPAexGothic"/>
                          <a:ea typeface="IPAexGothic"/>
                          <a:cs typeface="IPAexGothic"/>
                        </a:rPr>
                        <a:t>W000［0,30）</a:t>
                      </a:r>
                    </a:p>
                  </a:txBody>
                  <a:tcPr marL="91440" marR="91440" marT="45720" marB="45720" anchor="ctr">
                    <a:lnR w="9525">
                      <a:solidFill>
                        <a:srgbClr val="BCCAD2"/>
                      </a:solidFill>
                      <a:prstDash val="solid"/>
                    </a:lnR>
                    <a:lnT w="9525">
                      <a:solidFill>
                        <a:srgbClr val="BCCAD2"/>
                      </a:solidFill>
                      <a:prstDash val="solid"/>
                    </a:lnT>
                    <a:lnB w="9525">
                      <a:solidFill>
                        <a:srgbClr val="BCCAD2"/>
                      </a:solidFill>
                      <a:prstDash val="solid"/>
                    </a:lnB>
                    <a:solidFill>
                      <a:srgbClr val="EAF1F5"/>
                    </a:solidFill>
                  </a:tcPr>
                </a:tc>
                <a:tc>
                  <a:txBody>
                    <a:bodyPr wrap="square" lIns="114300" tIns="66675" rIns="114300" bIns="66675"/>
                    <a:lstStyle/>
                    <a:p>
                      <a:r>
                        <a:rPr sz="1725" b="1">
                          <a:solidFill>
                            <a:srgbClr val="172B3A"/>
                          </a:solidFill>
                          <a:latin typeface="IPAexGothic"/>
                          <a:ea typeface="IPAexGothic"/>
                          <a:cs typeface="IPAexGothic"/>
                        </a:rPr>
                        <a:t>W001［2,32）・W002［4,34）</a:t>
                      </a:r>
                    </a:p>
                  </a:txBody>
                  <a:tcPr marL="91440" marR="91440" marT="45720" marB="45720" anchor="ctr">
                    <a:lnR w="9525">
                      <a:solidFill>
                        <a:srgbClr val="BCCAD2"/>
                      </a:solidFill>
                      <a:prstDash val="solid"/>
                    </a:lnR>
                    <a:lnT w="9525">
                      <a:solidFill>
                        <a:srgbClr val="BCCAD2"/>
                      </a:solidFill>
                      <a:prstDash val="solid"/>
                    </a:lnT>
                    <a:lnB w="9525">
                      <a:solidFill>
                        <a:srgbClr val="BCCAD2"/>
                      </a:solidFill>
                      <a:prstDash val="solid"/>
                    </a:lnB>
                    <a:solidFill>
                      <a:srgbClr val="EAF1F5"/>
                    </a:solidFill>
                  </a:tcPr>
                </a:tc>
              </a:tr>
              <a:tr h="742950">
                <a:tc>
                  <a:txBody>
                    <a:bodyPr wrap="square" lIns="114300" tIns="66675" rIns="114300" bIns="66675"/>
                    <a:lstStyle/>
                    <a:p>
                      <a:r>
                        <a:rPr sz="1725" b="0">
                          <a:solidFill>
                            <a:srgbClr val="172B3A"/>
                          </a:solidFill>
                          <a:latin typeface="IPAexGothic"/>
                          <a:ea typeface="IPAexGothic"/>
                          <a:cs typeface="IPAexGothic"/>
                        </a:rPr>
                        <a:t>元データ</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FFFFF"/>
                    </a:solidFill>
                  </a:tcPr>
                </a:tc>
                <a:tc>
                  <a:txBody>
                    <a:bodyPr wrap="square" lIns="114300" tIns="66675" rIns="114300" bIns="66675"/>
                    <a:lstStyle/>
                    <a:p>
                      <a:r>
                        <a:rPr sz="1725" b="0">
                          <a:solidFill>
                            <a:srgbClr val="172B3A"/>
                          </a:solidFill>
                          <a:latin typeface="IPAexGothic"/>
                          <a:ea typeface="IPAexGothic"/>
                          <a:cs typeface="IPAexGothic"/>
                        </a:rPr>
                        <a:t>R_W000.csv、各センサ30点</a:t>
                      </a:r>
                    </a:p>
                  </a:txBody>
                  <a:tcPr marL="91440" marR="91440" marT="45720" marB="45720" anchor="ctr">
                    <a:lnR w="9525">
                      <a:solidFill>
                        <a:srgbClr val="BCCAD2"/>
                      </a:solidFill>
                      <a:prstDash val="solid"/>
                    </a:lnR>
                    <a:lnB w="9525">
                      <a:solidFill>
                        <a:srgbClr val="BCCAD2"/>
                      </a:solidFill>
                      <a:prstDash val="solid"/>
                    </a:lnB>
                    <a:solidFill>
                      <a:srgbClr val="FFFFFF"/>
                    </a:solidFill>
                  </a:tcPr>
                </a:tc>
                <a:tc>
                  <a:txBody>
                    <a:bodyPr wrap="square" lIns="114300" tIns="66675" rIns="114300" bIns="66675"/>
                    <a:lstStyle/>
                    <a:p>
                      <a:r>
                        <a:rPr sz="1725" b="0">
                          <a:solidFill>
                            <a:srgbClr val="172B3A"/>
                          </a:solidFill>
                          <a:latin typeface="IPAexGothic"/>
                          <a:ea typeface="IPAexGothic"/>
                          <a:cs typeface="IPAexGothic"/>
                        </a:rPr>
                        <a:t>窓ごとに別のCSV、各センサ30点</a:t>
                      </a:r>
                    </a:p>
                  </a:txBody>
                  <a:tcPr marL="91440" marR="91440" marT="45720" marB="45720" anchor="ctr">
                    <a:lnR w="9525">
                      <a:solidFill>
                        <a:srgbClr val="BCCAD2"/>
                      </a:solidFill>
                      <a:prstDash val="solid"/>
                    </a:lnR>
                    <a:lnB w="9525">
                      <a:solidFill>
                        <a:srgbClr val="BCCAD2"/>
                      </a:solidFill>
                      <a:prstDash val="solid"/>
                    </a:lnB>
                    <a:solidFill>
                      <a:srgbClr val="FFFFFF"/>
                    </a:solidFill>
                  </a:tcPr>
                </a:tc>
              </a:tr>
              <a:tr h="742950">
                <a:tc>
                  <a:txBody>
                    <a:bodyPr wrap="square" lIns="114300" tIns="66675" rIns="114300" bIns="66675"/>
                    <a:lstStyle/>
                    <a:p>
                      <a:r>
                        <a:rPr sz="1725" b="0">
                          <a:solidFill>
                            <a:srgbClr val="172B3A"/>
                          </a:solidFill>
                          <a:latin typeface="IPAexGothic"/>
                          <a:ea typeface="IPAexGothic"/>
                          <a:cs typeface="IPAexGothic"/>
                        </a:rPr>
                        <a:t>窓ごとの特徴</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8FAFB"/>
                    </a:solidFill>
                  </a:tcPr>
                </a:tc>
                <a:tc>
                  <a:txBody>
                    <a:bodyPr wrap="square" lIns="114300" tIns="66675" rIns="114300" bIns="66675"/>
                    <a:lstStyle/>
                    <a:p>
                      <a:r>
                        <a:rPr sz="1725" b="0">
                          <a:solidFill>
                            <a:srgbClr val="172B3A"/>
                          </a:solidFill>
                          <a:latin typeface="IPAexGothic"/>
                          <a:ea typeface="IPAexGothic"/>
                          <a:cs typeface="IPAexGothic"/>
                        </a:rPr>
                        <a:t>P001一致あり、距離0.08</a:t>
                      </a:r>
                    </a:p>
                    <a:p>
                      <a:r>
                        <a:rPr sz="1725" b="0">
                          <a:solidFill>
                            <a:srgbClr val="172B3A"/>
                          </a:solidFill>
                          <a:latin typeface="IPAexGothic"/>
                          <a:ea typeface="IPAexGothic"/>
                          <a:cs typeface="IPAexGothic"/>
                        </a:rPr>
                        <a:t>入力例［1,0.08,0,0］</a:t>
                      </a:r>
                    </a:p>
                  </a:txBody>
                  <a:tcPr marL="91440" marR="91440" marT="45720" marB="45720" anchor="ctr">
                    <a:lnR w="9525">
                      <a:solidFill>
                        <a:srgbClr val="BCCAD2"/>
                      </a:solidFill>
                      <a:prstDash val="solid"/>
                    </a:lnR>
                    <a:lnB w="9525">
                      <a:solidFill>
                        <a:srgbClr val="BCCAD2"/>
                      </a:solidFill>
                      <a:prstDash val="solid"/>
                    </a:lnB>
                    <a:solidFill>
                      <a:srgbClr val="F8FAFB"/>
                    </a:solidFill>
                  </a:tcPr>
                </a:tc>
                <a:tc>
                  <a:txBody>
                    <a:bodyPr wrap="square" lIns="114300" tIns="66675" rIns="114300" bIns="66675"/>
                    <a:lstStyle/>
                    <a:p>
                      <a:r>
                        <a:rPr sz="1725" b="0">
                          <a:solidFill>
                            <a:srgbClr val="172B3A"/>
                          </a:solidFill>
                          <a:latin typeface="IPAexGothic"/>
                          <a:ea typeface="IPAexGothic"/>
                          <a:cs typeface="IPAexGothic"/>
                        </a:rPr>
                        <a:t>同じP001でも窓別に距離を保存。</a:t>
                      </a:r>
                    </a:p>
                    <a:p>
                      <a:r>
                        <a:rPr sz="1725" b="0">
                          <a:solidFill>
                            <a:srgbClr val="172B3A"/>
                          </a:solidFill>
                          <a:latin typeface="IPAexGothic"/>
                          <a:ea typeface="IPAexGothic"/>
                          <a:cs typeface="IPAexGothic"/>
                        </a:rPr>
                        <a:t>入力値は同じとは限らない。</a:t>
                      </a:r>
                    </a:p>
                  </a:txBody>
                  <a:tcPr marL="91440" marR="91440" marT="45720" marB="45720" anchor="ctr">
                    <a:lnR w="9525">
                      <a:solidFill>
                        <a:srgbClr val="BCCAD2"/>
                      </a:solidFill>
                      <a:prstDash val="solid"/>
                    </a:lnR>
                    <a:lnB w="9525">
                      <a:solidFill>
                        <a:srgbClr val="BCCAD2"/>
                      </a:solidFill>
                      <a:prstDash val="solid"/>
                    </a:lnB>
                    <a:solidFill>
                      <a:srgbClr val="F8FAFB"/>
                    </a:solidFill>
                  </a:tcPr>
                </a:tc>
              </a:tr>
              <a:tr h="742950">
                <a:tc>
                  <a:txBody>
                    <a:bodyPr wrap="square" lIns="114300" tIns="66675" rIns="114300" bIns="66675"/>
                    <a:lstStyle/>
                    <a:p>
                      <a:r>
                        <a:rPr sz="1725" b="0">
                          <a:solidFill>
                            <a:srgbClr val="172B3A"/>
                          </a:solidFill>
                          <a:latin typeface="IPAexGothic"/>
                          <a:ea typeface="IPAexGothic"/>
                          <a:cs typeface="IPAexGothic"/>
                        </a:rPr>
                        <a:t>出現のまとめ方</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FFFFF"/>
                    </a:solidFill>
                  </a:tcPr>
                </a:tc>
                <a:tc>
                  <a:txBody>
                    <a:bodyPr wrap="square" lIns="114300" tIns="66675" rIns="114300" bIns="66675"/>
                    <a:lstStyle/>
                    <a:p>
                      <a:r>
                        <a:rPr sz="1725" b="0">
                          <a:solidFill>
                            <a:srgbClr val="172B3A"/>
                          </a:solidFill>
                          <a:latin typeface="IPAexGothic"/>
                          <a:ea typeface="IPAexGothic"/>
                          <a:cs typeface="IPAexGothic"/>
                        </a:rPr>
                        <a:t>最初の一致でO001を付ける。</a:t>
                      </a:r>
                    </a:p>
                  </a:txBody>
                  <a:tcPr marL="91440" marR="91440" marT="45720" marB="45720" anchor="ctr">
                    <a:lnR w="9525">
                      <a:solidFill>
                        <a:srgbClr val="BCCAD2"/>
                      </a:solidFill>
                      <a:prstDash val="solid"/>
                    </a:lnR>
                    <a:lnB w="9525">
                      <a:solidFill>
                        <a:srgbClr val="BCCAD2"/>
                      </a:solidFill>
                      <a:prstDash val="solid"/>
                    </a:lnB>
                    <a:solidFill>
                      <a:srgbClr val="FFFFFF"/>
                    </a:solidFill>
                  </a:tcPr>
                </a:tc>
                <a:tc>
                  <a:txBody>
                    <a:bodyPr wrap="square" lIns="114300" tIns="66675" rIns="114300" bIns="66675"/>
                    <a:lstStyle/>
                    <a:p>
                      <a:r>
                        <a:rPr sz="1725" b="0">
                          <a:solidFill>
                            <a:srgbClr val="172B3A"/>
                          </a:solidFill>
                          <a:latin typeface="IPAexGothic"/>
                          <a:ea typeface="IPAexGothic"/>
                          <a:cs typeface="IPAexGothic"/>
                        </a:rPr>
                        <a:t>同じO001。連続が終わった後に</a:t>
                      </a:r>
                    </a:p>
                    <a:p>
                      <a:r>
                        <a:rPr sz="1725" b="0">
                          <a:solidFill>
                            <a:srgbClr val="172B3A"/>
                          </a:solidFill>
                          <a:latin typeface="IPAexGothic"/>
                          <a:ea typeface="IPAexGothic"/>
                          <a:cs typeface="IPAexGothic"/>
                        </a:rPr>
                        <a:t>被覆［0,34）で一回と計数。</a:t>
                      </a:r>
                    </a:p>
                  </a:txBody>
                  <a:tcPr marL="91440" marR="91440" marT="45720" marB="45720" anchor="ctr">
                    <a:lnR w="9525">
                      <a:solidFill>
                        <a:srgbClr val="BCCAD2"/>
                      </a:solidFill>
                      <a:prstDash val="solid"/>
                    </a:lnR>
                    <a:lnB w="9525">
                      <a:solidFill>
                        <a:srgbClr val="BCCAD2"/>
                      </a:solidFill>
                      <a:prstDash val="solid"/>
                    </a:lnB>
                    <a:solidFill>
                      <a:srgbClr val="FFFFFF"/>
                    </a:solidFill>
                  </a:tcPr>
                </a:tc>
              </a:tr>
              <a:tr h="742950">
                <a:tc>
                  <a:txBody>
                    <a:bodyPr wrap="square" lIns="114300" tIns="66675" rIns="114300" bIns="66675"/>
                    <a:lstStyle/>
                    <a:p>
                      <a:r>
                        <a:rPr sz="1725" b="0">
                          <a:solidFill>
                            <a:srgbClr val="172B3A"/>
                          </a:solidFill>
                          <a:latin typeface="IPAexGothic"/>
                          <a:ea typeface="IPAexGothic"/>
                          <a:cs typeface="IPAexGothic"/>
                        </a:rPr>
                        <a:t>学習と統計の単位</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8FAFB"/>
                    </a:solidFill>
                  </a:tcPr>
                </a:tc>
                <a:tc>
                  <a:txBody>
                    <a:bodyPr wrap="square" lIns="114300" tIns="66675" rIns="114300" bIns="66675"/>
                    <a:lstStyle/>
                    <a:p>
                      <a:r>
                        <a:rPr sz="1725" b="0">
                          <a:solidFill>
                            <a:srgbClr val="172B3A"/>
                          </a:solidFill>
                          <a:latin typeface="IPAexGothic"/>
                          <a:ea typeface="IPAexGothic"/>
                          <a:cs typeface="IPAexGothic"/>
                        </a:rPr>
                        <a:t>有効窓ごとに1行と正解ラベル。</a:t>
                      </a:r>
                    </a:p>
                  </a:txBody>
                  <a:tcPr marL="91440" marR="91440" marT="45720" marB="45720" anchor="ctr">
                    <a:lnR w="9525">
                      <a:solidFill>
                        <a:srgbClr val="BCCAD2"/>
                      </a:solidFill>
                      <a:prstDash val="solid"/>
                    </a:lnR>
                    <a:lnB w="9525">
                      <a:solidFill>
                        <a:srgbClr val="BCCAD2"/>
                      </a:solidFill>
                      <a:prstDash val="solid"/>
                    </a:lnB>
                    <a:solidFill>
                      <a:srgbClr val="F8FAFB"/>
                    </a:solidFill>
                  </a:tcPr>
                </a:tc>
                <a:tc>
                  <a:txBody>
                    <a:bodyPr wrap="square" lIns="114300" tIns="66675" rIns="114300" bIns="66675"/>
                    <a:lstStyle/>
                    <a:p>
                      <a:r>
                        <a:rPr sz="1725" b="0">
                          <a:solidFill>
                            <a:srgbClr val="172B3A"/>
                          </a:solidFill>
                          <a:latin typeface="IPAexGothic"/>
                          <a:ea typeface="IPAexGothic"/>
                          <a:cs typeface="IPAexGothic"/>
                        </a:rPr>
                        <a:t>3窓＝3行、履歴の出現は1回。</a:t>
                      </a:r>
                    </a:p>
                    <a:p>
                      <a:r>
                        <a:rPr sz="1725" b="0">
                          <a:solidFill>
                            <a:srgbClr val="172B3A"/>
                          </a:solidFill>
                          <a:latin typeface="IPAexGothic"/>
                          <a:ea typeface="IPAexGothic"/>
                          <a:cs typeface="IPAexGothic"/>
                        </a:rPr>
                        <a:t>窓率と出現回数を混同しない。</a:t>
                      </a:r>
                    </a:p>
                  </a:txBody>
                  <a:tcPr marL="91440" marR="91440" marT="45720" marB="45720" anchor="ctr">
                    <a:lnR w="9525">
                      <a:solidFill>
                        <a:srgbClr val="BCCAD2"/>
                      </a:solidFill>
                      <a:prstDash val="solid"/>
                    </a:lnR>
                    <a:lnB w="9525">
                      <a:solidFill>
                        <a:srgbClr val="BCCAD2"/>
                      </a:solidFill>
                      <a:prstDash val="solid"/>
                    </a:lnB>
                    <a:solidFill>
                      <a:srgbClr val="F8FAFB"/>
                    </a:solidFill>
                  </a:tcPr>
                </a:tc>
              </a:tr>
            </a:tbl>
          </a:graphicData>
        </a:graphic>
      </p:graphicFrame>
      <p:sp>
        <p:nvSpPr>
          <p:cNvPr id="9" name="text-3">
            <a:extLst xmlns:a="http://schemas.openxmlformats.org/drawingml/2006/main">
              <a:ext uri="{FF2B5EF4-FFF2-40B4-BE49-F238E27FC236}">
                <a16:creationId xmlns:a16="http://schemas.microsoft.com/office/drawing/2014/main" id="{FDFBBC2D-F378-4E29-9FCE-49DA491707CE}"/>
              </a:ext>
            </a:extLst>
          </p:cNvPr>
          <p:cNvSpPr>
            <a:spLocks xmlns:a="http://schemas.openxmlformats.org/drawingml/2006/main" noGrp="1"/>
          </p:cNvSpPr>
          <p:nvPr/>
        </p:nvSpPr>
        <p:spPr>
          <a:xfrm xmlns:a="http://schemas.openxmlformats.org/drawingml/2006/main">
            <a:off x="609600" y="5953125"/>
            <a:ext cx="10906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1575" b="0">
                <a:solidFill>
                  <a:srgbClr val="586872"/>
                </a:solidFill>
                <a:latin typeface="IPAexGothic"/>
                <a:ea typeface="IPAexGothic"/>
                <a:cs typeface="IPAexGothic"/>
              </a:defRPr>
            </a:defPPr>
            <a:lvl1pPr algn="l">
              <a:buNone/>
              <a:defRPr sz="1575" b="0">
                <a:solidFill>
                  <a:srgbClr val="586872"/>
                </a:solidFill>
                <a:latin typeface="IPAexGothic"/>
                <a:ea typeface="IPAexGothic"/>
                <a:cs typeface="IPAexGothic"/>
              </a:defRPr>
            </a:lvl1pPr>
            <a:lvl2pPr algn="l">
              <a:buNone/>
              <a:defRPr sz="1575" b="0">
                <a:solidFill>
                  <a:srgbClr val="586872"/>
                </a:solidFill>
                <a:latin typeface="IPAexGothic"/>
                <a:ea typeface="IPAexGothic"/>
                <a:cs typeface="IPAexGothic"/>
              </a:defRPr>
            </a:lvl2pPr>
            <a:lvl3pPr algn="l">
              <a:buNone/>
              <a:defRPr sz="1575" b="0">
                <a:solidFill>
                  <a:srgbClr val="586872"/>
                </a:solidFill>
                <a:latin typeface="IPAexGothic"/>
                <a:ea typeface="IPAexGothic"/>
                <a:cs typeface="IPAexGothic"/>
              </a:defRPr>
            </a:lvl3pPr>
            <a:lvl4pPr algn="l">
              <a:buNone/>
              <a:defRPr sz="1575" b="0">
                <a:solidFill>
                  <a:srgbClr val="586872"/>
                </a:solidFill>
                <a:latin typeface="IPAexGothic"/>
                <a:ea typeface="IPAexGothic"/>
                <a:cs typeface="IPAexGothic"/>
              </a:defRPr>
            </a:lvl4pPr>
            <a:lvl5pPr algn="l">
              <a:buNone/>
              <a:defRPr sz="1575" b="0">
                <a:solidFill>
                  <a:srgbClr val="586872"/>
                </a:solidFill>
                <a:latin typeface="IPAexGothic"/>
                <a:ea typeface="IPAexGothic"/>
                <a:cs typeface="IPAexGothic"/>
              </a:defRPr>
            </a:lvl5pPr>
            <a:lvl6pPr algn="l">
              <a:buNone/>
              <a:defRPr sz="1575" b="0">
                <a:solidFill>
                  <a:srgbClr val="586872"/>
                </a:solidFill>
                <a:latin typeface="IPAexGothic"/>
                <a:ea typeface="IPAexGothic"/>
                <a:cs typeface="IPAexGothic"/>
              </a:defRPr>
            </a:lvl6pPr>
            <a:lvl7pPr algn="l">
              <a:buNone/>
              <a:defRPr sz="1575" b="0">
                <a:solidFill>
                  <a:srgbClr val="586872"/>
                </a:solidFill>
                <a:latin typeface="IPAexGothic"/>
                <a:ea typeface="IPAexGothic"/>
                <a:cs typeface="IPAexGothic"/>
              </a:defRPr>
            </a:lvl7pPr>
            <a:lvl8pPr algn="l">
              <a:buNone/>
              <a:defRPr sz="1575" b="0">
                <a:solidFill>
                  <a:srgbClr val="586872"/>
                </a:solidFill>
                <a:latin typeface="IPAexGothic"/>
                <a:ea typeface="IPAexGothic"/>
                <a:cs typeface="IPAexGothic"/>
              </a:defRPr>
            </a:lvl8pPr>
            <a:lvl9pPr algn="l">
              <a:buNone/>
              <a:defRPr sz="1575" b="0">
                <a:solidFill>
                  <a:srgbClr val="586872"/>
                </a:solidFill>
                <a:latin typeface="IPAexGothic"/>
                <a:ea typeface="IPAexGothic"/>
                <a:cs typeface="IPAexGothic"/>
              </a:defRPr>
            </a:lvl9pPr>
          </a:lstStyle>
          <a:p xmlns:a="http://schemas.openxmlformats.org/drawingml/2006/main">
            <a:pPr algn="l">
              <a:buNone/>
              <a:defRPr sz="1575" b="0">
                <a:solidFill>
                  <a:srgbClr val="586872"/>
                </a:solidFill>
                <a:latin typeface="IPAexGothic"/>
                <a:ea typeface="IPAexGothic"/>
                <a:cs typeface="IPAexGothic"/>
              </a:defRPr>
            </a:pPr>
            <a:r>
              <a:rPr sz="1575" b="0">
                <a:solidFill>
                  <a:srgbClr val="586872"/>
                </a:solidFill>
                <a:latin typeface="IPAexGothic"/>
                <a:ea typeface="IPAexGothic"/>
                <a:cs typeface="IPAexGothic"/>
              </a:rPr>
              <a:t>窓・出現・入力行・正解・設備・運転日の対応を保持。学習と検証を同じ出現にまたがせない</a:t>
            </a:r>
          </a:p>
        </p:txBody>
      </p:sp>
    </p:spTree>
    <p:extLst>
      <p:ext uri="{BB962C8B-B14F-4D97-AF65-F5344CB8AC3E}">
        <p14:creationId xmlns:p14="http://schemas.microsoft.com/office/powerpoint/2010/main" val="595913744"/>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9" name="">
            <a:extLst xmlns:a="http://schemas.openxmlformats.org/drawingml/2006/main">
              <a:ext uri="{FF2B5EF4-FFF2-40B4-BE49-F238E27FC236}">
                <a16:creationId xmlns:a16="http://schemas.microsoft.com/office/drawing/2014/main" id="{104344F9-0E60-42E4-B8F4-4F814BF5E12C}"/>
              </a:ext>
            </a:extLst>
          </p:cNvPr>
          <p:cNvCxnSpPr>
            <a:stCxn xmlns:a="http://schemas.openxmlformats.org/drawingml/2006/main" id="6" idx="1"/>
            <a:endCxn xmlns:a="http://schemas.openxmlformats.org/drawingml/2006/main" id="7" idx="3"/>
          </p:cNvCxnSpPr>
          <p:nvPr/>
        </p:nvCxnSpPr>
        <p:spPr>
          <a:xfrm xmlns:a="http://schemas.openxmlformats.org/drawingml/2006/main" flipH="1">
            <a:off x="5562600" y="4191000"/>
            <a:ext cx="1057275" cy="0"/>
          </a:xfrm>
          <a:prstGeom xmlns:a="http://schemas.openxmlformats.org/drawingml/2006/main" prst="straightConnector1">
            <a:avLst/>
          </a:prstGeom>
          <a:ln xmlns:a="http://schemas.openxmlformats.org/drawingml/2006/main" w="19050">
            <a:solidFill>
              <a:srgbClr val="236487"/>
            </a:solidFill>
            <a:prstDash val="solid"/>
            <a:tailEnd type="arrow" w="med" len="med"/>
          </a:ln>
        </p:spPr>
      </p:cxnSp>
      <p:cxnSp>
        <p:nvCxnSpPr>
          <p:cNvPr id="8" name="">
            <a:extLst xmlns:a="http://schemas.openxmlformats.org/drawingml/2006/main">
              <a:ext uri="{FF2B5EF4-FFF2-40B4-BE49-F238E27FC236}">
                <a16:creationId xmlns:a16="http://schemas.microsoft.com/office/drawing/2014/main" id="{B46D911F-220F-4838-85CA-C0CF945FDDD7}"/>
              </a:ext>
            </a:extLst>
          </p:cNvPr>
          <p:cNvCxnSpPr>
            <a:stCxn xmlns:a="http://schemas.openxmlformats.org/drawingml/2006/main" id="4" idx="2"/>
            <a:endCxn xmlns:a="http://schemas.openxmlformats.org/drawingml/2006/main" id="6" idx="0"/>
          </p:cNvCxnSpPr>
          <p:nvPr/>
        </p:nvCxnSpPr>
        <p:spPr>
          <a:xfrm xmlns:a="http://schemas.openxmlformats.org/drawingml/2006/main">
            <a:off x="9096375" y="2619375"/>
            <a:ext cx="0" cy="1047750"/>
          </a:xfrm>
          <a:prstGeom xmlns:a="http://schemas.openxmlformats.org/drawingml/2006/main" prst="straightConnector1">
            <a:avLst/>
          </a:prstGeom>
          <a:ln xmlns:a="http://schemas.openxmlformats.org/drawingml/2006/main" w="19050">
            <a:solidFill>
              <a:srgbClr val="236487"/>
            </a:solidFill>
            <a:prstDash val="solid"/>
            <a:tailEnd type="arrow" w="med" len="med"/>
          </a:ln>
        </p:spPr>
      </p:cxnSp>
      <p:cxnSp>
        <p:nvCxnSpPr>
          <p:cNvPr id="5" name="">
            <a:extLst xmlns:a="http://schemas.openxmlformats.org/drawingml/2006/main">
              <a:ext uri="{FF2B5EF4-FFF2-40B4-BE49-F238E27FC236}">
                <a16:creationId xmlns:a16="http://schemas.microsoft.com/office/drawing/2014/main" id="{1B02B21D-E8D8-46B9-90B2-91B199EBBC89}"/>
              </a:ext>
            </a:extLst>
          </p:cNvPr>
          <p:cNvCxnSpPr>
            <a:stCxn xmlns:a="http://schemas.openxmlformats.org/drawingml/2006/main" id="3" idx="3"/>
            <a:endCxn xmlns:a="http://schemas.openxmlformats.org/drawingml/2006/main" id="4" idx="1"/>
          </p:cNvCxnSpPr>
          <p:nvPr/>
        </p:nvCxnSpPr>
        <p:spPr>
          <a:xfrm xmlns:a="http://schemas.openxmlformats.org/drawingml/2006/main">
            <a:off x="5562600" y="2190750"/>
            <a:ext cx="1057275" cy="0"/>
          </a:xfrm>
          <a:prstGeom xmlns:a="http://schemas.openxmlformats.org/drawingml/2006/main" prst="straightConnector1">
            <a:avLst/>
          </a:prstGeom>
          <a:ln xmlns:a="http://schemas.openxmlformats.org/drawingml/2006/main" w="19050">
            <a:solidFill>
              <a:srgbClr val="236487"/>
            </a:solidFill>
            <a:prstDash val="solid"/>
            <a:tailEnd type="arrow" w="med" len="med"/>
          </a:ln>
        </p:spPr>
      </p:cxnSp>
      <p:sp>
        <p:nvSpPr>
          <p:cNvPr id="13" name="headline">
            <a:extLst xmlns:a="http://schemas.openxmlformats.org/drawingml/2006/main">
              <a:ext uri="{FF2B5EF4-FFF2-40B4-BE49-F238E27FC236}">
                <a16:creationId xmlns:a16="http://schemas.microsoft.com/office/drawing/2014/main" id="{02D2E89E-9DB9-4D65-921F-2569739F3691}"/>
              </a:ext>
            </a:extLst>
          </p:cNvPr>
          <p:cNvSpPr>
            <a:spLocks xmlns:a="http://schemas.openxmlformats.org/drawingml/2006/main" noGrp="1"/>
          </p:cNvSpPr>
          <p:nvPr/>
        </p:nvSpPr>
        <p:spPr>
          <a:xfrm xmlns:a="http://schemas.openxmlformats.org/drawingml/2006/main">
            <a:off x="590550" y="333375"/>
            <a:ext cx="1095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2B3A"/>
                </a:solidFill>
                <a:latin typeface="IPAexGothic"/>
                <a:ea typeface="IPAexGothic"/>
                <a:cs typeface="IPAexGothic"/>
              </a:defRPr>
            </a:defPPr>
            <a:lvl1pPr algn="l">
              <a:buNone/>
              <a:defRPr sz="3300" b="1">
                <a:solidFill>
                  <a:srgbClr val="172B3A"/>
                </a:solidFill>
                <a:latin typeface="IPAexGothic"/>
                <a:ea typeface="IPAexGothic"/>
                <a:cs typeface="IPAexGothic"/>
              </a:defRPr>
            </a:lvl1pPr>
            <a:lvl2pPr algn="l">
              <a:buNone/>
              <a:defRPr sz="3300" b="1">
                <a:solidFill>
                  <a:srgbClr val="172B3A"/>
                </a:solidFill>
                <a:latin typeface="IPAexGothic"/>
                <a:ea typeface="IPAexGothic"/>
                <a:cs typeface="IPAexGothic"/>
              </a:defRPr>
            </a:lvl2pPr>
            <a:lvl3pPr algn="l">
              <a:buNone/>
              <a:defRPr sz="3300" b="1">
                <a:solidFill>
                  <a:srgbClr val="172B3A"/>
                </a:solidFill>
                <a:latin typeface="IPAexGothic"/>
                <a:ea typeface="IPAexGothic"/>
                <a:cs typeface="IPAexGothic"/>
              </a:defRPr>
            </a:lvl3pPr>
            <a:lvl4pPr algn="l">
              <a:buNone/>
              <a:defRPr sz="3300" b="1">
                <a:solidFill>
                  <a:srgbClr val="172B3A"/>
                </a:solidFill>
                <a:latin typeface="IPAexGothic"/>
                <a:ea typeface="IPAexGothic"/>
                <a:cs typeface="IPAexGothic"/>
              </a:defRPr>
            </a:lvl4pPr>
            <a:lvl5pPr algn="l">
              <a:buNone/>
              <a:defRPr sz="3300" b="1">
                <a:solidFill>
                  <a:srgbClr val="172B3A"/>
                </a:solidFill>
                <a:latin typeface="IPAexGothic"/>
                <a:ea typeface="IPAexGothic"/>
                <a:cs typeface="IPAexGothic"/>
              </a:defRPr>
            </a:lvl5pPr>
            <a:lvl6pPr algn="l">
              <a:buNone/>
              <a:defRPr sz="3300" b="1">
                <a:solidFill>
                  <a:srgbClr val="172B3A"/>
                </a:solidFill>
                <a:latin typeface="IPAexGothic"/>
                <a:ea typeface="IPAexGothic"/>
                <a:cs typeface="IPAexGothic"/>
              </a:defRPr>
            </a:lvl6pPr>
            <a:lvl7pPr algn="l">
              <a:buNone/>
              <a:defRPr sz="3300" b="1">
                <a:solidFill>
                  <a:srgbClr val="172B3A"/>
                </a:solidFill>
                <a:latin typeface="IPAexGothic"/>
                <a:ea typeface="IPAexGothic"/>
                <a:cs typeface="IPAexGothic"/>
              </a:defRPr>
            </a:lvl7pPr>
            <a:lvl8pPr algn="l">
              <a:buNone/>
              <a:defRPr sz="3300" b="1">
                <a:solidFill>
                  <a:srgbClr val="172B3A"/>
                </a:solidFill>
                <a:latin typeface="IPAexGothic"/>
                <a:ea typeface="IPAexGothic"/>
                <a:cs typeface="IPAexGothic"/>
              </a:defRPr>
            </a:lvl8pPr>
            <a:lvl9pPr algn="l">
              <a:buNone/>
              <a:defRPr sz="3300" b="1">
                <a:solidFill>
                  <a:srgbClr val="172B3A"/>
                </a:solidFill>
                <a:latin typeface="IPAexGothic"/>
                <a:ea typeface="IPAexGothic"/>
                <a:cs typeface="IPAexGothic"/>
              </a:defRPr>
            </a:lvl9pPr>
          </a:lstStyle>
          <a:p xmlns:a="http://schemas.openxmlformats.org/drawingml/2006/main">
            <a:pPr algn="l">
              <a:buNone/>
              <a:defRPr sz="3300" b="1">
                <a:solidFill>
                  <a:srgbClr val="172B3A"/>
                </a:solidFill>
                <a:latin typeface="IPAexGothic"/>
                <a:ea typeface="IPAexGothic"/>
                <a:cs typeface="IPAexGothic"/>
              </a:defRPr>
            </a:pPr>
            <a:r>
              <a:rPr sz="3300" b="1">
                <a:solidFill>
                  <a:srgbClr val="172B3A"/>
                </a:solidFill>
                <a:latin typeface="IPAexGothic"/>
                <a:ea typeface="IPAexGothic"/>
                <a:cs typeface="IPAexGothic"/>
              </a:rPr>
              <a:t>③ 統計的な確立度の評価</a:t>
            </a:r>
          </a:p>
        </p:txBody>
      </p:sp>
      <p:sp>
        <p:nvSpPr>
          <p:cNvPr id="2" name="summary">
            <a:extLst xmlns:a="http://schemas.openxmlformats.org/drawingml/2006/main">
              <a:ext uri="{FF2B5EF4-FFF2-40B4-BE49-F238E27FC236}">
                <a16:creationId xmlns:a16="http://schemas.microsoft.com/office/drawing/2014/main" id="{A3E9B09D-A033-411F-BFC2-5246C8DD7600}"/>
              </a:ext>
            </a:extLst>
          </p:cNvPr>
          <p:cNvSpPr>
            <a:spLocks xmlns:a="http://schemas.openxmlformats.org/drawingml/2006/main" noGrp="1"/>
          </p:cNvSpPr>
          <p:nvPr/>
        </p:nvSpPr>
        <p:spPr>
          <a:xfrm xmlns:a="http://schemas.openxmlformats.org/drawingml/2006/main">
            <a:off x="609600" y="1028700"/>
            <a:ext cx="10896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872"/>
                </a:solidFill>
                <a:latin typeface="IPAexGothic"/>
                <a:ea typeface="IPAexGothic"/>
                <a:cs typeface="IPAexGothic"/>
              </a:defRPr>
            </a:defPPr>
            <a:lvl1pPr algn="l">
              <a:buNone/>
              <a:defRPr sz="1800" b="0">
                <a:solidFill>
                  <a:srgbClr val="586872"/>
                </a:solidFill>
                <a:latin typeface="IPAexGothic"/>
                <a:ea typeface="IPAexGothic"/>
                <a:cs typeface="IPAexGothic"/>
              </a:defRPr>
            </a:lvl1pPr>
            <a:lvl2pPr algn="l">
              <a:buNone/>
              <a:defRPr sz="1800" b="0">
                <a:solidFill>
                  <a:srgbClr val="586872"/>
                </a:solidFill>
                <a:latin typeface="IPAexGothic"/>
                <a:ea typeface="IPAexGothic"/>
                <a:cs typeface="IPAexGothic"/>
              </a:defRPr>
            </a:lvl2pPr>
            <a:lvl3pPr algn="l">
              <a:buNone/>
              <a:defRPr sz="1800" b="0">
                <a:solidFill>
                  <a:srgbClr val="586872"/>
                </a:solidFill>
                <a:latin typeface="IPAexGothic"/>
                <a:ea typeface="IPAexGothic"/>
                <a:cs typeface="IPAexGothic"/>
              </a:defRPr>
            </a:lvl3pPr>
            <a:lvl4pPr algn="l">
              <a:buNone/>
              <a:defRPr sz="1800" b="0">
                <a:solidFill>
                  <a:srgbClr val="586872"/>
                </a:solidFill>
                <a:latin typeface="IPAexGothic"/>
                <a:ea typeface="IPAexGothic"/>
                <a:cs typeface="IPAexGothic"/>
              </a:defRPr>
            </a:lvl4pPr>
            <a:lvl5pPr algn="l">
              <a:buNone/>
              <a:defRPr sz="1800" b="0">
                <a:solidFill>
                  <a:srgbClr val="586872"/>
                </a:solidFill>
                <a:latin typeface="IPAexGothic"/>
                <a:ea typeface="IPAexGothic"/>
                <a:cs typeface="IPAexGothic"/>
              </a:defRPr>
            </a:lvl5pPr>
            <a:lvl6pPr algn="l">
              <a:buNone/>
              <a:defRPr sz="1800" b="0">
                <a:solidFill>
                  <a:srgbClr val="586872"/>
                </a:solidFill>
                <a:latin typeface="IPAexGothic"/>
                <a:ea typeface="IPAexGothic"/>
                <a:cs typeface="IPAexGothic"/>
              </a:defRPr>
            </a:lvl6pPr>
            <a:lvl7pPr algn="l">
              <a:buNone/>
              <a:defRPr sz="1800" b="0">
                <a:solidFill>
                  <a:srgbClr val="586872"/>
                </a:solidFill>
                <a:latin typeface="IPAexGothic"/>
                <a:ea typeface="IPAexGothic"/>
                <a:cs typeface="IPAexGothic"/>
              </a:defRPr>
            </a:lvl7pPr>
            <a:lvl8pPr algn="l">
              <a:buNone/>
              <a:defRPr sz="1800" b="0">
                <a:solidFill>
                  <a:srgbClr val="586872"/>
                </a:solidFill>
                <a:latin typeface="IPAexGothic"/>
                <a:ea typeface="IPAexGothic"/>
                <a:cs typeface="IPAexGothic"/>
              </a:defRPr>
            </a:lvl8pPr>
            <a:lvl9pPr algn="l">
              <a:buNone/>
              <a:defRPr sz="1800" b="0">
                <a:solidFill>
                  <a:srgbClr val="586872"/>
                </a:solidFill>
                <a:latin typeface="IPAexGothic"/>
                <a:ea typeface="IPAexGothic"/>
                <a:cs typeface="IPAexGothic"/>
              </a:defRPr>
            </a:lvl9pPr>
          </a:lstStyle>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確立度は、観測した傾向が十分な件数と条件の広がりで裏付けられているかの評価です。</a:t>
            </a:r>
          </a:p>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信頼区間で推定の不確かさを示し、確認が不足する設備・運転条件には評価を広げません。</a:t>
            </a:r>
          </a:p>
        </p:txBody>
      </p:sp>
      <p:sp>
        <p:nvSpPr>
          <p:cNvPr id="3" name="diagram-2">
            <a:extLst xmlns:a="http://schemas.openxmlformats.org/drawingml/2006/main">
              <a:ext uri="{FF2B5EF4-FFF2-40B4-BE49-F238E27FC236}">
                <a16:creationId xmlns:a16="http://schemas.microsoft.com/office/drawing/2014/main" id="{AB53E549-DDAB-4CC6-B5E3-7A34393142B4}"/>
              </a:ext>
            </a:extLst>
          </p:cNvPr>
          <p:cNvSpPr>
            <a:spLocks xmlns:a="http://schemas.openxmlformats.org/drawingml/2006/main" noGrp="1"/>
          </p:cNvSpPr>
          <p:nvPr/>
        </p:nvSpPr>
        <p:spPr>
          <a:xfrm xmlns:a="http://schemas.openxmlformats.org/drawingml/2006/main">
            <a:off x="609600" y="1762125"/>
            <a:ext cx="4953000" cy="857250"/>
          </a:xfrm>
          <a:prstGeom xmlns:a="http://schemas.openxmlformats.org/drawingml/2006/main" prst="rect">
            <a:avLst/>
          </a:prstGeom>
          <a:solidFill xmlns:a="http://schemas.openxmlformats.org/drawingml/2006/main">
            <a:srgbClr val="EAF1F5"/>
          </a:solidFill>
          <a:ln xmlns:a="http://schemas.openxmlformats.org/drawingml/2006/main" w="14288">
            <a:solidFill>
              <a:srgbClr val="236487"/>
            </a:solidFill>
          </a:ln>
        </p:spPr>
        <p:txBody>
          <a:bodyPr xmlns:a="http://schemas.openxmlformats.org/drawingml/2006/main" wrap="square" lIns="114300" tIns="114300" rIns="114300" bIns="114300" anchor="ctr">
            <a:noAutofit/>
          </a:bodyPr>
          <a:lstStyle xmlns:a="http://schemas.openxmlformats.org/drawingml/2006/main">
            <a:defPPr algn="ctr">
              <a:defRPr sz="1950" b="0">
                <a:solidFill>
                  <a:srgbClr val="172B3A"/>
                </a:solidFill>
                <a:latin typeface="IPAexGothic"/>
                <a:ea typeface="IPAexGothic"/>
                <a:cs typeface="IPAexGothic"/>
              </a:defRPr>
            </a:defPPr>
            <a:lvl1pPr algn="ctr">
              <a:buNone/>
              <a:defRPr sz="1950" b="0">
                <a:solidFill>
                  <a:srgbClr val="172B3A"/>
                </a:solidFill>
                <a:latin typeface="IPAexGothic"/>
                <a:ea typeface="IPAexGothic"/>
                <a:cs typeface="IPAexGothic"/>
              </a:defRPr>
            </a:lvl1pPr>
            <a:lvl2pPr algn="ctr">
              <a:buNone/>
              <a:defRPr sz="1950" b="0">
                <a:solidFill>
                  <a:srgbClr val="172B3A"/>
                </a:solidFill>
                <a:latin typeface="IPAexGothic"/>
                <a:ea typeface="IPAexGothic"/>
                <a:cs typeface="IPAexGothic"/>
              </a:defRPr>
            </a:lvl2pPr>
            <a:lvl3pPr algn="ctr">
              <a:buNone/>
              <a:defRPr sz="1950" b="0">
                <a:solidFill>
                  <a:srgbClr val="172B3A"/>
                </a:solidFill>
                <a:latin typeface="IPAexGothic"/>
                <a:ea typeface="IPAexGothic"/>
                <a:cs typeface="IPAexGothic"/>
              </a:defRPr>
            </a:lvl3pPr>
            <a:lvl4pPr algn="ctr">
              <a:buNone/>
              <a:defRPr sz="1950" b="0">
                <a:solidFill>
                  <a:srgbClr val="172B3A"/>
                </a:solidFill>
                <a:latin typeface="IPAexGothic"/>
                <a:ea typeface="IPAexGothic"/>
                <a:cs typeface="IPAexGothic"/>
              </a:defRPr>
            </a:lvl4pPr>
            <a:lvl5pPr algn="ctr">
              <a:buNone/>
              <a:defRPr sz="1950" b="0">
                <a:solidFill>
                  <a:srgbClr val="172B3A"/>
                </a:solidFill>
                <a:latin typeface="IPAexGothic"/>
                <a:ea typeface="IPAexGothic"/>
                <a:cs typeface="IPAexGothic"/>
              </a:defRPr>
            </a:lvl5pPr>
            <a:lvl6pPr algn="ctr">
              <a:buNone/>
              <a:defRPr sz="1950" b="0">
                <a:solidFill>
                  <a:srgbClr val="172B3A"/>
                </a:solidFill>
                <a:latin typeface="IPAexGothic"/>
                <a:ea typeface="IPAexGothic"/>
                <a:cs typeface="IPAexGothic"/>
              </a:defRPr>
            </a:lvl6pPr>
            <a:lvl7pPr algn="ctr">
              <a:buNone/>
              <a:defRPr sz="1950" b="0">
                <a:solidFill>
                  <a:srgbClr val="172B3A"/>
                </a:solidFill>
                <a:latin typeface="IPAexGothic"/>
                <a:ea typeface="IPAexGothic"/>
                <a:cs typeface="IPAexGothic"/>
              </a:defRPr>
            </a:lvl7pPr>
            <a:lvl8pPr algn="ctr">
              <a:buNone/>
              <a:defRPr sz="1950" b="0">
                <a:solidFill>
                  <a:srgbClr val="172B3A"/>
                </a:solidFill>
                <a:latin typeface="IPAexGothic"/>
                <a:ea typeface="IPAexGothic"/>
                <a:cs typeface="IPAexGothic"/>
              </a:defRPr>
            </a:lvl8pPr>
            <a:lvl9pPr algn="ctr">
              <a:buNone/>
              <a:defRPr sz="1950" b="0">
                <a:solidFill>
                  <a:srgbClr val="172B3A"/>
                </a:solidFill>
                <a:latin typeface="IPAexGothic"/>
                <a:ea typeface="IPAexGothic"/>
                <a:cs typeface="IPAexGothic"/>
              </a:defRPr>
            </a:lvl9pPr>
          </a:lstStyle>
          <a:p xmlns:a="http://schemas.openxmlformats.org/drawingml/2006/main">
            <a:pPr algn="ctr">
              <a:buNone/>
              <a:defRPr sz="1950" b="0">
                <a:solidFill>
                  <a:srgbClr val="172B3A"/>
                </a:solidFill>
                <a:latin typeface="IPAexGothic"/>
                <a:ea typeface="IPAexGothic"/>
                <a:cs typeface="IPAexGothic"/>
              </a:defRPr>
            </a:pPr>
            <a:r>
              <a:rPr sz="1950" b="0">
                <a:solidFill>
                  <a:srgbClr val="172B3A"/>
                </a:solidFill>
                <a:latin typeface="IPAexGothic"/>
                <a:ea typeface="IPAexGothic"/>
                <a:cs typeface="IPAexGothic"/>
              </a:rPr>
              <a:t>出現情報を集計</a:t>
            </a:r>
          </a:p>
          <a:p xmlns:a="http://schemas.openxmlformats.org/drawingml/2006/main">
            <a:pPr algn="ctr">
              <a:buNone/>
              <a:defRPr sz="1950" b="0">
                <a:solidFill>
                  <a:srgbClr val="172B3A"/>
                </a:solidFill>
                <a:latin typeface="IPAexGothic"/>
                <a:ea typeface="IPAexGothic"/>
                <a:cs typeface="IPAexGothic"/>
              </a:defRPr>
            </a:pPr>
            <a:r>
              <a:rPr sz="1950" b="0">
                <a:solidFill>
                  <a:srgbClr val="172B3A"/>
                </a:solidFill>
                <a:latin typeface="IPAexGothic"/>
                <a:ea typeface="IPAexGothic"/>
                <a:cs typeface="IPAexGothic"/>
              </a:rPr>
              <a:t>出現数・観測期間・対象数</a:t>
            </a:r>
          </a:p>
        </p:txBody>
      </p:sp>
      <p:sp>
        <p:nvSpPr>
          <p:cNvPr id="4" name="diagram-3">
            <a:extLst xmlns:a="http://schemas.openxmlformats.org/drawingml/2006/main">
              <a:ext uri="{FF2B5EF4-FFF2-40B4-BE49-F238E27FC236}">
                <a16:creationId xmlns:a16="http://schemas.microsoft.com/office/drawing/2014/main" id="{84D3A188-28BD-4165-B805-D28B26CD2031}"/>
              </a:ext>
            </a:extLst>
          </p:cNvPr>
          <p:cNvSpPr>
            <a:spLocks xmlns:a="http://schemas.openxmlformats.org/drawingml/2006/main" noGrp="1"/>
          </p:cNvSpPr>
          <p:nvPr/>
        </p:nvSpPr>
        <p:spPr>
          <a:xfrm xmlns:a="http://schemas.openxmlformats.org/drawingml/2006/main">
            <a:off x="6619875" y="1762125"/>
            <a:ext cx="4953000" cy="857250"/>
          </a:xfrm>
          <a:prstGeom xmlns:a="http://schemas.openxmlformats.org/drawingml/2006/main" prst="rect">
            <a:avLst/>
          </a:prstGeom>
          <a:solidFill xmlns:a="http://schemas.openxmlformats.org/drawingml/2006/main">
            <a:srgbClr val="EAF1F5"/>
          </a:solidFill>
          <a:ln xmlns:a="http://schemas.openxmlformats.org/drawingml/2006/main" w="14288">
            <a:solidFill>
              <a:srgbClr val="236487"/>
            </a:solidFill>
          </a:ln>
        </p:spPr>
        <p:txBody>
          <a:bodyPr xmlns:a="http://schemas.openxmlformats.org/drawingml/2006/main" wrap="square" lIns="114300" tIns="114300" rIns="114300" bIns="114300" anchor="ctr">
            <a:noAutofit/>
          </a:bodyPr>
          <a:lstStyle xmlns:a="http://schemas.openxmlformats.org/drawingml/2006/main">
            <a:defPPr algn="ctr">
              <a:defRPr sz="1950" b="0">
                <a:solidFill>
                  <a:srgbClr val="172B3A"/>
                </a:solidFill>
                <a:latin typeface="IPAexGothic"/>
                <a:ea typeface="IPAexGothic"/>
                <a:cs typeface="IPAexGothic"/>
              </a:defRPr>
            </a:defPPr>
            <a:lvl1pPr algn="ctr">
              <a:buNone/>
              <a:defRPr sz="1950" b="0">
                <a:solidFill>
                  <a:srgbClr val="172B3A"/>
                </a:solidFill>
                <a:latin typeface="IPAexGothic"/>
                <a:ea typeface="IPAexGothic"/>
                <a:cs typeface="IPAexGothic"/>
              </a:defRPr>
            </a:lvl1pPr>
            <a:lvl2pPr algn="ctr">
              <a:buNone/>
              <a:defRPr sz="1950" b="0">
                <a:solidFill>
                  <a:srgbClr val="172B3A"/>
                </a:solidFill>
                <a:latin typeface="IPAexGothic"/>
                <a:ea typeface="IPAexGothic"/>
                <a:cs typeface="IPAexGothic"/>
              </a:defRPr>
            </a:lvl2pPr>
            <a:lvl3pPr algn="ctr">
              <a:buNone/>
              <a:defRPr sz="1950" b="0">
                <a:solidFill>
                  <a:srgbClr val="172B3A"/>
                </a:solidFill>
                <a:latin typeface="IPAexGothic"/>
                <a:ea typeface="IPAexGothic"/>
                <a:cs typeface="IPAexGothic"/>
              </a:defRPr>
            </a:lvl3pPr>
            <a:lvl4pPr algn="ctr">
              <a:buNone/>
              <a:defRPr sz="1950" b="0">
                <a:solidFill>
                  <a:srgbClr val="172B3A"/>
                </a:solidFill>
                <a:latin typeface="IPAexGothic"/>
                <a:ea typeface="IPAexGothic"/>
                <a:cs typeface="IPAexGothic"/>
              </a:defRPr>
            </a:lvl4pPr>
            <a:lvl5pPr algn="ctr">
              <a:buNone/>
              <a:defRPr sz="1950" b="0">
                <a:solidFill>
                  <a:srgbClr val="172B3A"/>
                </a:solidFill>
                <a:latin typeface="IPAexGothic"/>
                <a:ea typeface="IPAexGothic"/>
                <a:cs typeface="IPAexGothic"/>
              </a:defRPr>
            </a:lvl5pPr>
            <a:lvl6pPr algn="ctr">
              <a:buNone/>
              <a:defRPr sz="1950" b="0">
                <a:solidFill>
                  <a:srgbClr val="172B3A"/>
                </a:solidFill>
                <a:latin typeface="IPAexGothic"/>
                <a:ea typeface="IPAexGothic"/>
                <a:cs typeface="IPAexGothic"/>
              </a:defRPr>
            </a:lvl6pPr>
            <a:lvl7pPr algn="ctr">
              <a:buNone/>
              <a:defRPr sz="1950" b="0">
                <a:solidFill>
                  <a:srgbClr val="172B3A"/>
                </a:solidFill>
                <a:latin typeface="IPAexGothic"/>
                <a:ea typeface="IPAexGothic"/>
                <a:cs typeface="IPAexGothic"/>
              </a:defRPr>
            </a:lvl7pPr>
            <a:lvl8pPr algn="ctr">
              <a:buNone/>
              <a:defRPr sz="1950" b="0">
                <a:solidFill>
                  <a:srgbClr val="172B3A"/>
                </a:solidFill>
                <a:latin typeface="IPAexGothic"/>
                <a:ea typeface="IPAexGothic"/>
                <a:cs typeface="IPAexGothic"/>
              </a:defRPr>
            </a:lvl8pPr>
            <a:lvl9pPr algn="ctr">
              <a:buNone/>
              <a:defRPr sz="1950" b="0">
                <a:solidFill>
                  <a:srgbClr val="172B3A"/>
                </a:solidFill>
                <a:latin typeface="IPAexGothic"/>
                <a:ea typeface="IPAexGothic"/>
                <a:cs typeface="IPAexGothic"/>
              </a:defRPr>
            </a:lvl9pPr>
          </a:lstStyle>
          <a:p xmlns:a="http://schemas.openxmlformats.org/drawingml/2006/main">
            <a:pPr algn="ctr">
              <a:buNone/>
              <a:defRPr sz="1950" b="0">
                <a:solidFill>
                  <a:srgbClr val="172B3A"/>
                </a:solidFill>
                <a:latin typeface="IPAexGothic"/>
                <a:ea typeface="IPAexGothic"/>
                <a:cs typeface="IPAexGothic"/>
              </a:defRPr>
            </a:pPr>
            <a:r>
              <a:rPr sz="1950" b="0">
                <a:solidFill>
                  <a:srgbClr val="172B3A"/>
                </a:solidFill>
                <a:latin typeface="IPAexGothic"/>
                <a:ea typeface="IPAexGothic"/>
                <a:cs typeface="IPAexGothic"/>
              </a:rPr>
              <a:t>条件ごとに分ける</a:t>
            </a:r>
          </a:p>
          <a:p xmlns:a="http://schemas.openxmlformats.org/drawingml/2006/main">
            <a:pPr algn="ctr">
              <a:buNone/>
              <a:defRPr sz="1950" b="0">
                <a:solidFill>
                  <a:srgbClr val="172B3A"/>
                </a:solidFill>
                <a:latin typeface="IPAexGothic"/>
                <a:ea typeface="IPAexGothic"/>
                <a:cs typeface="IPAexGothic"/>
              </a:defRPr>
            </a:pPr>
            <a:r>
              <a:rPr sz="1950" b="0">
                <a:solidFill>
                  <a:srgbClr val="172B3A"/>
                </a:solidFill>
                <a:latin typeface="IPAexGothic"/>
                <a:ea typeface="IPAexGothic"/>
                <a:cs typeface="IPAexGothic"/>
              </a:rPr>
              <a:t>設備・負荷・期間など</a:t>
            </a:r>
          </a:p>
        </p:txBody>
      </p:sp>
      <p:sp>
        <p:nvSpPr>
          <p:cNvPr id="6" name="diagram-5">
            <a:extLst xmlns:a="http://schemas.openxmlformats.org/drawingml/2006/main">
              <a:ext uri="{FF2B5EF4-FFF2-40B4-BE49-F238E27FC236}">
                <a16:creationId xmlns:a16="http://schemas.microsoft.com/office/drawing/2014/main" id="{C1B30CC6-BEEC-44D2-AACE-863767BBA504}"/>
              </a:ext>
            </a:extLst>
          </p:cNvPr>
          <p:cNvSpPr>
            <a:spLocks xmlns:a="http://schemas.openxmlformats.org/drawingml/2006/main" noGrp="1"/>
          </p:cNvSpPr>
          <p:nvPr/>
        </p:nvSpPr>
        <p:spPr>
          <a:xfrm xmlns:a="http://schemas.openxmlformats.org/drawingml/2006/main">
            <a:off x="6619875" y="3667125"/>
            <a:ext cx="4953000" cy="1047750"/>
          </a:xfrm>
          <a:prstGeom xmlns:a="http://schemas.openxmlformats.org/drawingml/2006/main" prst="rect">
            <a:avLst/>
          </a:prstGeom>
          <a:solidFill xmlns:a="http://schemas.openxmlformats.org/drawingml/2006/main">
            <a:srgbClr val="EAF1F5"/>
          </a:solidFill>
          <a:ln xmlns:a="http://schemas.openxmlformats.org/drawingml/2006/main" w="14288">
            <a:solidFill>
              <a:srgbClr val="236487"/>
            </a:solidFill>
          </a:ln>
        </p:spPr>
        <p:txBody>
          <a:bodyPr xmlns:a="http://schemas.openxmlformats.org/drawingml/2006/main" wrap="square" lIns="114300" tIns="114300" rIns="114300" bIns="114300" anchor="ctr">
            <a:noAutofit/>
          </a:bodyPr>
          <a:lstStyle xmlns:a="http://schemas.openxmlformats.org/drawingml/2006/main">
            <a:defPPr algn="ctr">
              <a:defRPr sz="1950" b="0">
                <a:solidFill>
                  <a:srgbClr val="172B3A"/>
                </a:solidFill>
                <a:latin typeface="IPAexGothic"/>
                <a:ea typeface="IPAexGothic"/>
                <a:cs typeface="IPAexGothic"/>
              </a:defRPr>
            </a:defPPr>
            <a:lvl1pPr algn="ctr">
              <a:buNone/>
              <a:defRPr sz="1950" b="0">
                <a:solidFill>
                  <a:srgbClr val="172B3A"/>
                </a:solidFill>
                <a:latin typeface="IPAexGothic"/>
                <a:ea typeface="IPAexGothic"/>
                <a:cs typeface="IPAexGothic"/>
              </a:defRPr>
            </a:lvl1pPr>
            <a:lvl2pPr algn="ctr">
              <a:buNone/>
              <a:defRPr sz="1950" b="0">
                <a:solidFill>
                  <a:srgbClr val="172B3A"/>
                </a:solidFill>
                <a:latin typeface="IPAexGothic"/>
                <a:ea typeface="IPAexGothic"/>
                <a:cs typeface="IPAexGothic"/>
              </a:defRPr>
            </a:lvl2pPr>
            <a:lvl3pPr algn="ctr">
              <a:buNone/>
              <a:defRPr sz="1950" b="0">
                <a:solidFill>
                  <a:srgbClr val="172B3A"/>
                </a:solidFill>
                <a:latin typeface="IPAexGothic"/>
                <a:ea typeface="IPAexGothic"/>
                <a:cs typeface="IPAexGothic"/>
              </a:defRPr>
            </a:lvl3pPr>
            <a:lvl4pPr algn="ctr">
              <a:buNone/>
              <a:defRPr sz="1950" b="0">
                <a:solidFill>
                  <a:srgbClr val="172B3A"/>
                </a:solidFill>
                <a:latin typeface="IPAexGothic"/>
                <a:ea typeface="IPAexGothic"/>
                <a:cs typeface="IPAexGothic"/>
              </a:defRPr>
            </a:lvl4pPr>
            <a:lvl5pPr algn="ctr">
              <a:buNone/>
              <a:defRPr sz="1950" b="0">
                <a:solidFill>
                  <a:srgbClr val="172B3A"/>
                </a:solidFill>
                <a:latin typeface="IPAexGothic"/>
                <a:ea typeface="IPAexGothic"/>
                <a:cs typeface="IPAexGothic"/>
              </a:defRPr>
            </a:lvl5pPr>
            <a:lvl6pPr algn="ctr">
              <a:buNone/>
              <a:defRPr sz="1950" b="0">
                <a:solidFill>
                  <a:srgbClr val="172B3A"/>
                </a:solidFill>
                <a:latin typeface="IPAexGothic"/>
                <a:ea typeface="IPAexGothic"/>
                <a:cs typeface="IPAexGothic"/>
              </a:defRPr>
            </a:lvl6pPr>
            <a:lvl7pPr algn="ctr">
              <a:buNone/>
              <a:defRPr sz="1950" b="0">
                <a:solidFill>
                  <a:srgbClr val="172B3A"/>
                </a:solidFill>
                <a:latin typeface="IPAexGothic"/>
                <a:ea typeface="IPAexGothic"/>
                <a:cs typeface="IPAexGothic"/>
              </a:defRPr>
            </a:lvl7pPr>
            <a:lvl8pPr algn="ctr">
              <a:buNone/>
              <a:defRPr sz="1950" b="0">
                <a:solidFill>
                  <a:srgbClr val="172B3A"/>
                </a:solidFill>
                <a:latin typeface="IPAexGothic"/>
                <a:ea typeface="IPAexGothic"/>
                <a:cs typeface="IPAexGothic"/>
              </a:defRPr>
            </a:lvl8pPr>
            <a:lvl9pPr algn="ctr">
              <a:buNone/>
              <a:defRPr sz="1950" b="0">
                <a:solidFill>
                  <a:srgbClr val="172B3A"/>
                </a:solidFill>
                <a:latin typeface="IPAexGothic"/>
                <a:ea typeface="IPAexGothic"/>
                <a:cs typeface="IPAexGothic"/>
              </a:defRPr>
            </a:lvl9pPr>
          </a:lstStyle>
          <a:p xmlns:a="http://schemas.openxmlformats.org/drawingml/2006/main">
            <a:pPr algn="ctr">
              <a:buNone/>
              <a:defRPr sz="1950" b="0">
                <a:solidFill>
                  <a:srgbClr val="172B3A"/>
                </a:solidFill>
                <a:latin typeface="IPAexGothic"/>
                <a:ea typeface="IPAexGothic"/>
                <a:cs typeface="IPAexGothic"/>
              </a:defRPr>
            </a:pPr>
            <a:r>
              <a:rPr sz="1950" b="0">
                <a:solidFill>
                  <a:srgbClr val="172B3A"/>
                </a:solidFill>
                <a:latin typeface="IPAexGothic"/>
                <a:ea typeface="IPAexGothic"/>
                <a:cs typeface="IPAexGothic"/>
              </a:rPr>
              <a:t>不確かさと再現性を確認</a:t>
            </a:r>
          </a:p>
          <a:p xmlns:a="http://schemas.openxmlformats.org/drawingml/2006/main">
            <a:pPr algn="ctr">
              <a:buNone/>
              <a:defRPr sz="1950" b="0">
                <a:solidFill>
                  <a:srgbClr val="172B3A"/>
                </a:solidFill>
                <a:latin typeface="IPAexGothic"/>
                <a:ea typeface="IPAexGothic"/>
                <a:cs typeface="IPAexGothic"/>
              </a:defRPr>
            </a:pPr>
            <a:r>
              <a:rPr sz="1950" b="0">
                <a:solidFill>
                  <a:srgbClr val="172B3A"/>
                </a:solidFill>
                <a:latin typeface="IPAexGothic"/>
                <a:ea typeface="IPAexGothic"/>
                <a:cs typeface="IPAexGothic"/>
              </a:rPr>
              <a:t>信頼区間の幅、期間を変えた結果</a:t>
            </a:r>
          </a:p>
        </p:txBody>
      </p:sp>
      <p:sp>
        <p:nvSpPr>
          <p:cNvPr id="7" name="diagram-6">
            <a:extLst xmlns:a="http://schemas.openxmlformats.org/drawingml/2006/main">
              <a:ext uri="{FF2B5EF4-FFF2-40B4-BE49-F238E27FC236}">
                <a16:creationId xmlns:a16="http://schemas.microsoft.com/office/drawing/2014/main" id="{BF577D99-84F2-4839-B8F8-C85890821479}"/>
              </a:ext>
            </a:extLst>
          </p:cNvPr>
          <p:cNvSpPr>
            <a:spLocks xmlns:a="http://schemas.openxmlformats.org/drawingml/2006/main" noGrp="1"/>
          </p:cNvSpPr>
          <p:nvPr/>
        </p:nvSpPr>
        <p:spPr>
          <a:xfrm xmlns:a="http://schemas.openxmlformats.org/drawingml/2006/main">
            <a:off x="609600" y="3667125"/>
            <a:ext cx="4953000" cy="1047750"/>
          </a:xfrm>
          <a:prstGeom xmlns:a="http://schemas.openxmlformats.org/drawingml/2006/main" prst="rect">
            <a:avLst/>
          </a:prstGeom>
          <a:solidFill xmlns:a="http://schemas.openxmlformats.org/drawingml/2006/main">
            <a:srgbClr val="E4F1ED"/>
          </a:solidFill>
          <a:ln xmlns:a="http://schemas.openxmlformats.org/drawingml/2006/main" w="14288">
            <a:solidFill>
              <a:srgbClr val="247C76"/>
            </a:solidFill>
          </a:ln>
        </p:spPr>
        <p:txBody>
          <a:bodyPr xmlns:a="http://schemas.openxmlformats.org/drawingml/2006/main" wrap="square" lIns="114300" tIns="114300" rIns="114300" bIns="114300" anchor="ctr">
            <a:noAutofit/>
          </a:bodyPr>
          <a:lstStyle xmlns:a="http://schemas.openxmlformats.org/drawingml/2006/main">
            <a:defPPr algn="ctr">
              <a:defRPr sz="1950" b="0">
                <a:solidFill>
                  <a:srgbClr val="172B3A"/>
                </a:solidFill>
                <a:latin typeface="IPAexGothic"/>
                <a:ea typeface="IPAexGothic"/>
                <a:cs typeface="IPAexGothic"/>
              </a:defRPr>
            </a:defPPr>
            <a:lvl1pPr algn="ctr">
              <a:buNone/>
              <a:defRPr sz="1950" b="0">
                <a:solidFill>
                  <a:srgbClr val="172B3A"/>
                </a:solidFill>
                <a:latin typeface="IPAexGothic"/>
                <a:ea typeface="IPAexGothic"/>
                <a:cs typeface="IPAexGothic"/>
              </a:defRPr>
            </a:lvl1pPr>
            <a:lvl2pPr algn="ctr">
              <a:buNone/>
              <a:defRPr sz="1950" b="0">
                <a:solidFill>
                  <a:srgbClr val="172B3A"/>
                </a:solidFill>
                <a:latin typeface="IPAexGothic"/>
                <a:ea typeface="IPAexGothic"/>
                <a:cs typeface="IPAexGothic"/>
              </a:defRPr>
            </a:lvl2pPr>
            <a:lvl3pPr algn="ctr">
              <a:buNone/>
              <a:defRPr sz="1950" b="0">
                <a:solidFill>
                  <a:srgbClr val="172B3A"/>
                </a:solidFill>
                <a:latin typeface="IPAexGothic"/>
                <a:ea typeface="IPAexGothic"/>
                <a:cs typeface="IPAexGothic"/>
              </a:defRPr>
            </a:lvl3pPr>
            <a:lvl4pPr algn="ctr">
              <a:buNone/>
              <a:defRPr sz="1950" b="0">
                <a:solidFill>
                  <a:srgbClr val="172B3A"/>
                </a:solidFill>
                <a:latin typeface="IPAexGothic"/>
                <a:ea typeface="IPAexGothic"/>
                <a:cs typeface="IPAexGothic"/>
              </a:defRPr>
            </a:lvl4pPr>
            <a:lvl5pPr algn="ctr">
              <a:buNone/>
              <a:defRPr sz="1950" b="0">
                <a:solidFill>
                  <a:srgbClr val="172B3A"/>
                </a:solidFill>
                <a:latin typeface="IPAexGothic"/>
                <a:ea typeface="IPAexGothic"/>
                <a:cs typeface="IPAexGothic"/>
              </a:defRPr>
            </a:lvl5pPr>
            <a:lvl6pPr algn="ctr">
              <a:buNone/>
              <a:defRPr sz="1950" b="0">
                <a:solidFill>
                  <a:srgbClr val="172B3A"/>
                </a:solidFill>
                <a:latin typeface="IPAexGothic"/>
                <a:ea typeface="IPAexGothic"/>
                <a:cs typeface="IPAexGothic"/>
              </a:defRPr>
            </a:lvl6pPr>
            <a:lvl7pPr algn="ctr">
              <a:buNone/>
              <a:defRPr sz="1950" b="0">
                <a:solidFill>
                  <a:srgbClr val="172B3A"/>
                </a:solidFill>
                <a:latin typeface="IPAexGothic"/>
                <a:ea typeface="IPAexGothic"/>
                <a:cs typeface="IPAexGothic"/>
              </a:defRPr>
            </a:lvl7pPr>
            <a:lvl8pPr algn="ctr">
              <a:buNone/>
              <a:defRPr sz="1950" b="0">
                <a:solidFill>
                  <a:srgbClr val="172B3A"/>
                </a:solidFill>
                <a:latin typeface="IPAexGothic"/>
                <a:ea typeface="IPAexGothic"/>
                <a:cs typeface="IPAexGothic"/>
              </a:defRPr>
            </a:lvl8pPr>
            <a:lvl9pPr algn="ctr">
              <a:buNone/>
              <a:defRPr sz="1950" b="0">
                <a:solidFill>
                  <a:srgbClr val="172B3A"/>
                </a:solidFill>
                <a:latin typeface="IPAexGothic"/>
                <a:ea typeface="IPAexGothic"/>
                <a:cs typeface="IPAexGothic"/>
              </a:defRPr>
            </a:lvl9pPr>
          </a:lstStyle>
          <a:p xmlns:a="http://schemas.openxmlformats.org/drawingml/2006/main">
            <a:pPr algn="ctr">
              <a:buNone/>
              <a:defRPr sz="1950" b="0">
                <a:solidFill>
                  <a:srgbClr val="172B3A"/>
                </a:solidFill>
                <a:latin typeface="IPAexGothic"/>
                <a:ea typeface="IPAexGothic"/>
                <a:cs typeface="IPAexGothic"/>
              </a:defRPr>
            </a:pPr>
            <a:r>
              <a:rPr sz="1950" b="0">
                <a:solidFill>
                  <a:srgbClr val="172B3A"/>
                </a:solidFill>
                <a:latin typeface="IPAexGothic"/>
                <a:ea typeface="IPAexGothic"/>
                <a:cs typeface="IPAexGothic"/>
              </a:rPr>
              <a:t>基準を満たした範囲を記録</a:t>
            </a:r>
          </a:p>
          <a:p xmlns:a="http://schemas.openxmlformats.org/drawingml/2006/main">
            <a:pPr algn="ctr">
              <a:buNone/>
              <a:defRPr sz="1950" b="0">
                <a:solidFill>
                  <a:srgbClr val="172B3A"/>
                </a:solidFill>
                <a:latin typeface="IPAexGothic"/>
                <a:ea typeface="IPAexGothic"/>
                <a:cs typeface="IPAexGothic"/>
              </a:defRPr>
            </a:pPr>
            <a:r>
              <a:rPr sz="1950" b="0">
                <a:solidFill>
                  <a:srgbClr val="172B3A"/>
                </a:solidFill>
                <a:latin typeface="IPAexGothic"/>
                <a:ea typeface="IPAexGothic"/>
                <a:cs typeface="IPAexGothic"/>
              </a:rPr>
              <a:t>不足・未評価の条件は未確認</a:t>
            </a:r>
          </a:p>
        </p:txBody>
      </p:sp>
      <p:sp>
        <p:nvSpPr>
          <p:cNvPr id="10" name="text-9">
            <a:extLst xmlns:a="http://schemas.openxmlformats.org/drawingml/2006/main">
              <a:ext uri="{FF2B5EF4-FFF2-40B4-BE49-F238E27FC236}">
                <a16:creationId xmlns:a16="http://schemas.microsoft.com/office/drawing/2014/main" id="{9BAF6309-1C7D-477B-BCF2-A18391A5FBF1}"/>
              </a:ext>
            </a:extLst>
          </p:cNvPr>
          <p:cNvSpPr>
            <a:spLocks xmlns:a="http://schemas.openxmlformats.org/drawingml/2006/main" noGrp="1"/>
          </p:cNvSpPr>
          <p:nvPr/>
        </p:nvSpPr>
        <p:spPr>
          <a:xfrm xmlns:a="http://schemas.openxmlformats.org/drawingml/2006/main">
            <a:off x="628650" y="5238750"/>
            <a:ext cx="108394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B3A"/>
                </a:solidFill>
                <a:latin typeface="IPAexGothic"/>
                <a:ea typeface="IPAexGothic"/>
                <a:cs typeface="IPAexGothic"/>
              </a:defRPr>
            </a:defPPr>
            <a:lvl1pPr algn="l">
              <a:buNone/>
              <a:defRPr sz="1950" b="0">
                <a:solidFill>
                  <a:srgbClr val="172B3A"/>
                </a:solidFill>
                <a:latin typeface="IPAexGothic"/>
                <a:ea typeface="IPAexGothic"/>
                <a:cs typeface="IPAexGothic"/>
              </a:defRPr>
            </a:lvl1pPr>
            <a:lvl2pPr algn="l">
              <a:buNone/>
              <a:defRPr sz="1950" b="0">
                <a:solidFill>
                  <a:srgbClr val="172B3A"/>
                </a:solidFill>
                <a:latin typeface="IPAexGothic"/>
                <a:ea typeface="IPAexGothic"/>
                <a:cs typeface="IPAexGothic"/>
              </a:defRPr>
            </a:lvl2pPr>
            <a:lvl3pPr algn="l">
              <a:buNone/>
              <a:defRPr sz="1950" b="0">
                <a:solidFill>
                  <a:srgbClr val="172B3A"/>
                </a:solidFill>
                <a:latin typeface="IPAexGothic"/>
                <a:ea typeface="IPAexGothic"/>
                <a:cs typeface="IPAexGothic"/>
              </a:defRPr>
            </a:lvl3pPr>
            <a:lvl4pPr algn="l">
              <a:buNone/>
              <a:defRPr sz="1950" b="0">
                <a:solidFill>
                  <a:srgbClr val="172B3A"/>
                </a:solidFill>
                <a:latin typeface="IPAexGothic"/>
                <a:ea typeface="IPAexGothic"/>
                <a:cs typeface="IPAexGothic"/>
              </a:defRPr>
            </a:lvl4pPr>
            <a:lvl5pPr algn="l">
              <a:buNone/>
              <a:defRPr sz="1950" b="0">
                <a:solidFill>
                  <a:srgbClr val="172B3A"/>
                </a:solidFill>
                <a:latin typeface="IPAexGothic"/>
                <a:ea typeface="IPAexGothic"/>
                <a:cs typeface="IPAexGothic"/>
              </a:defRPr>
            </a:lvl5pPr>
            <a:lvl6pPr algn="l">
              <a:buNone/>
              <a:defRPr sz="1950" b="0">
                <a:solidFill>
                  <a:srgbClr val="172B3A"/>
                </a:solidFill>
                <a:latin typeface="IPAexGothic"/>
                <a:ea typeface="IPAexGothic"/>
                <a:cs typeface="IPAexGothic"/>
              </a:defRPr>
            </a:lvl6pPr>
            <a:lvl7pPr algn="l">
              <a:buNone/>
              <a:defRPr sz="1950" b="0">
                <a:solidFill>
                  <a:srgbClr val="172B3A"/>
                </a:solidFill>
                <a:latin typeface="IPAexGothic"/>
                <a:ea typeface="IPAexGothic"/>
                <a:cs typeface="IPAexGothic"/>
              </a:defRPr>
            </a:lvl7pPr>
            <a:lvl8pPr algn="l">
              <a:buNone/>
              <a:defRPr sz="1950" b="0">
                <a:solidFill>
                  <a:srgbClr val="172B3A"/>
                </a:solidFill>
                <a:latin typeface="IPAexGothic"/>
                <a:ea typeface="IPAexGothic"/>
                <a:cs typeface="IPAexGothic"/>
              </a:defRPr>
            </a:lvl8pPr>
            <a:lvl9pPr algn="l">
              <a:buNone/>
              <a:defRPr sz="1950" b="0">
                <a:solidFill>
                  <a:srgbClr val="172B3A"/>
                </a:solidFill>
                <a:latin typeface="IPAexGothic"/>
                <a:ea typeface="IPAexGothic"/>
                <a:cs typeface="IPAexGothic"/>
              </a:defRPr>
            </a:lvl9pPr>
          </a:lstStyle>
          <a:p xmlns:a="http://schemas.openxmlformats.org/drawingml/2006/main">
            <a:pPr algn="l">
              <a:buNone/>
              <a:defRPr sz="1950" b="0">
                <a:solidFill>
                  <a:srgbClr val="172B3A"/>
                </a:solidFill>
                <a:latin typeface="IPAexGothic"/>
                <a:ea typeface="IPAexGothic"/>
                <a:cs typeface="IPAexGothic"/>
              </a:defRPr>
            </a:pPr>
            <a:r>
              <a:rPr sz="1950" b="0">
                <a:solidFill>
                  <a:srgbClr val="172B3A"/>
                </a:solidFill>
                <a:latin typeface="IPAexGothic"/>
                <a:ea typeface="IPAexGothic"/>
                <a:cs typeface="IPAexGothic"/>
              </a:rPr>
              <a:t>出現数が多いことだけで確立としない。正常・異常のどちらのパターンも評価対象。</a:t>
            </a:r>
          </a:p>
          <a:p xmlns:a="http://schemas.openxmlformats.org/drawingml/2006/main">
            <a:pPr algn="l">
              <a:buNone/>
              <a:defRPr sz="1950" b="0">
                <a:solidFill>
                  <a:srgbClr val="172B3A"/>
                </a:solidFill>
                <a:latin typeface="IPAexGothic"/>
                <a:ea typeface="IPAexGothic"/>
                <a:cs typeface="IPAexGothic"/>
              </a:defRPr>
            </a:pPr>
            <a:r>
              <a:rPr sz="1950" b="0">
                <a:solidFill>
                  <a:srgbClr val="172B3A"/>
                </a:solidFill>
                <a:latin typeface="IPAexGothic"/>
                <a:ea typeface="IPAexGothic"/>
                <a:cs typeface="IPAexGothic"/>
              </a:rPr>
              <a:t>基準や許容する不確かさは用途に応じて設定し、④に記録する。</a:t>
            </a:r>
          </a:p>
        </p:txBody>
      </p:sp>
      <p:sp>
        <p:nvSpPr>
          <p:cNvPr id="11" name="text-10">
            <a:extLst xmlns:a="http://schemas.openxmlformats.org/drawingml/2006/main">
              <a:ext uri="{FF2B5EF4-FFF2-40B4-BE49-F238E27FC236}">
                <a16:creationId xmlns:a16="http://schemas.microsoft.com/office/drawing/2014/main" id="{F36EA370-4FD2-4ED5-933D-62A0CE1AED20}"/>
              </a:ext>
            </a:extLst>
          </p:cNvPr>
          <p:cNvSpPr>
            <a:spLocks xmlns:a="http://schemas.openxmlformats.org/drawingml/2006/main" noGrp="1"/>
          </p:cNvSpPr>
          <p:nvPr/>
        </p:nvSpPr>
        <p:spPr>
          <a:xfrm xmlns:a="http://schemas.openxmlformats.org/drawingml/2006/main">
            <a:off x="609600" y="5953125"/>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86872"/>
                </a:solidFill>
                <a:latin typeface="IPAexGothic"/>
                <a:ea typeface="IPAexGothic"/>
                <a:cs typeface="IPAexGothic"/>
              </a:defRPr>
            </a:defPPr>
            <a:lvl1pPr algn="l">
              <a:buNone/>
              <a:defRPr sz="1575" b="0">
                <a:solidFill>
                  <a:srgbClr val="586872"/>
                </a:solidFill>
                <a:latin typeface="IPAexGothic"/>
                <a:ea typeface="IPAexGothic"/>
                <a:cs typeface="IPAexGothic"/>
              </a:defRPr>
            </a:lvl1pPr>
            <a:lvl2pPr algn="l">
              <a:buNone/>
              <a:defRPr sz="1575" b="0">
                <a:solidFill>
                  <a:srgbClr val="586872"/>
                </a:solidFill>
                <a:latin typeface="IPAexGothic"/>
                <a:ea typeface="IPAexGothic"/>
                <a:cs typeface="IPAexGothic"/>
              </a:defRPr>
            </a:lvl2pPr>
            <a:lvl3pPr algn="l">
              <a:buNone/>
              <a:defRPr sz="1575" b="0">
                <a:solidFill>
                  <a:srgbClr val="586872"/>
                </a:solidFill>
                <a:latin typeface="IPAexGothic"/>
                <a:ea typeface="IPAexGothic"/>
                <a:cs typeface="IPAexGothic"/>
              </a:defRPr>
            </a:lvl3pPr>
            <a:lvl4pPr algn="l">
              <a:buNone/>
              <a:defRPr sz="1575" b="0">
                <a:solidFill>
                  <a:srgbClr val="586872"/>
                </a:solidFill>
                <a:latin typeface="IPAexGothic"/>
                <a:ea typeface="IPAexGothic"/>
                <a:cs typeface="IPAexGothic"/>
              </a:defRPr>
            </a:lvl4pPr>
            <a:lvl5pPr algn="l">
              <a:buNone/>
              <a:defRPr sz="1575" b="0">
                <a:solidFill>
                  <a:srgbClr val="586872"/>
                </a:solidFill>
                <a:latin typeface="IPAexGothic"/>
                <a:ea typeface="IPAexGothic"/>
                <a:cs typeface="IPAexGothic"/>
              </a:defRPr>
            </a:lvl5pPr>
            <a:lvl6pPr algn="l">
              <a:buNone/>
              <a:defRPr sz="1575" b="0">
                <a:solidFill>
                  <a:srgbClr val="586872"/>
                </a:solidFill>
                <a:latin typeface="IPAexGothic"/>
                <a:ea typeface="IPAexGothic"/>
                <a:cs typeface="IPAexGothic"/>
              </a:defRPr>
            </a:lvl6pPr>
            <a:lvl7pPr algn="l">
              <a:buNone/>
              <a:defRPr sz="1575" b="0">
                <a:solidFill>
                  <a:srgbClr val="586872"/>
                </a:solidFill>
                <a:latin typeface="IPAexGothic"/>
                <a:ea typeface="IPAexGothic"/>
                <a:cs typeface="IPAexGothic"/>
              </a:defRPr>
            </a:lvl7pPr>
            <a:lvl8pPr algn="l">
              <a:buNone/>
              <a:defRPr sz="1575" b="0">
                <a:solidFill>
                  <a:srgbClr val="586872"/>
                </a:solidFill>
                <a:latin typeface="IPAexGothic"/>
                <a:ea typeface="IPAexGothic"/>
                <a:cs typeface="IPAexGothic"/>
              </a:defRPr>
            </a:lvl8pPr>
            <a:lvl9pPr algn="l">
              <a:buNone/>
              <a:defRPr sz="1575" b="0">
                <a:solidFill>
                  <a:srgbClr val="586872"/>
                </a:solidFill>
                <a:latin typeface="IPAexGothic"/>
                <a:ea typeface="IPAexGothic"/>
                <a:cs typeface="IPAexGothic"/>
              </a:defRPr>
            </a:lvl9pPr>
          </a:lstStyle>
          <a:p xmlns:a="http://schemas.openxmlformats.org/drawingml/2006/main">
            <a:pPr algn="l">
              <a:buNone/>
              <a:defRPr sz="1575" b="0">
                <a:solidFill>
                  <a:srgbClr val="586872"/>
                </a:solidFill>
                <a:latin typeface="IPAexGothic"/>
                <a:ea typeface="IPAexGothic"/>
                <a:cs typeface="IPAexGothic"/>
              </a:defRPr>
            </a:pPr>
            <a:r>
              <a:rPr sz="1575" b="0">
                <a:solidFill>
                  <a:srgbClr val="586872"/>
                </a:solidFill>
                <a:latin typeface="IPAexGothic"/>
                <a:ea typeface="IPAexGothic"/>
                <a:cs typeface="IPAexGothic"/>
              </a:rPr>
              <a:t>確立度の合格と、学習代替性や削除許可は別の評価。統計手法自体は既存手法を用いる</a:t>
            </a:r>
          </a:p>
        </p:txBody>
      </p:sp>
      <p:sp>
        <p:nvSpPr>
          <p:cNvPr id="12" name="page-number">
            <a:extLst xmlns:a="http://schemas.openxmlformats.org/drawingml/2006/main">
              <a:ext uri="{FF2B5EF4-FFF2-40B4-BE49-F238E27FC236}">
                <a16:creationId xmlns:a16="http://schemas.microsoft.com/office/drawing/2014/main" id="{BE7D262D-7497-414F-B192-A6185567EF60}"/>
              </a:ext>
            </a:extLst>
          </p:cNvPr>
          <p:cNvSpPr>
            <a:spLocks xmlns:a="http://schemas.openxmlformats.org/drawingml/2006/main" noGrp="1"/>
          </p:cNvSpPr>
          <p:nvPr/>
        </p:nvSpPr>
        <p:spPr>
          <a:xfrm xmlns:a="http://schemas.openxmlformats.org/drawingml/2006/main">
            <a:off x="11239500" y="64484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872"/>
                </a:solidFill>
                <a:latin typeface="IPAexGothic"/>
                <a:ea typeface="IPAexGothic"/>
                <a:cs typeface="IPAexGothic"/>
              </a:defRPr>
            </a:defPPr>
            <a:lvl1pPr algn="r">
              <a:buNone/>
              <a:defRPr sz="1275" b="0">
                <a:solidFill>
                  <a:srgbClr val="586872"/>
                </a:solidFill>
                <a:latin typeface="IPAexGothic"/>
                <a:ea typeface="IPAexGothic"/>
                <a:cs typeface="IPAexGothic"/>
              </a:defRPr>
            </a:lvl1pPr>
            <a:lvl2pPr algn="r">
              <a:buNone/>
              <a:defRPr sz="1275" b="0">
                <a:solidFill>
                  <a:srgbClr val="586872"/>
                </a:solidFill>
                <a:latin typeface="IPAexGothic"/>
                <a:ea typeface="IPAexGothic"/>
                <a:cs typeface="IPAexGothic"/>
              </a:defRPr>
            </a:lvl2pPr>
            <a:lvl3pPr algn="r">
              <a:buNone/>
              <a:defRPr sz="1275" b="0">
                <a:solidFill>
                  <a:srgbClr val="586872"/>
                </a:solidFill>
                <a:latin typeface="IPAexGothic"/>
                <a:ea typeface="IPAexGothic"/>
                <a:cs typeface="IPAexGothic"/>
              </a:defRPr>
            </a:lvl3pPr>
            <a:lvl4pPr algn="r">
              <a:buNone/>
              <a:defRPr sz="1275" b="0">
                <a:solidFill>
                  <a:srgbClr val="586872"/>
                </a:solidFill>
                <a:latin typeface="IPAexGothic"/>
                <a:ea typeface="IPAexGothic"/>
                <a:cs typeface="IPAexGothic"/>
              </a:defRPr>
            </a:lvl4pPr>
            <a:lvl5pPr algn="r">
              <a:buNone/>
              <a:defRPr sz="1275" b="0">
                <a:solidFill>
                  <a:srgbClr val="586872"/>
                </a:solidFill>
                <a:latin typeface="IPAexGothic"/>
                <a:ea typeface="IPAexGothic"/>
                <a:cs typeface="IPAexGothic"/>
              </a:defRPr>
            </a:lvl5pPr>
            <a:lvl6pPr algn="r">
              <a:buNone/>
              <a:defRPr sz="1275" b="0">
                <a:solidFill>
                  <a:srgbClr val="586872"/>
                </a:solidFill>
                <a:latin typeface="IPAexGothic"/>
                <a:ea typeface="IPAexGothic"/>
                <a:cs typeface="IPAexGothic"/>
              </a:defRPr>
            </a:lvl6pPr>
            <a:lvl7pPr algn="r">
              <a:buNone/>
              <a:defRPr sz="1275" b="0">
                <a:solidFill>
                  <a:srgbClr val="586872"/>
                </a:solidFill>
                <a:latin typeface="IPAexGothic"/>
                <a:ea typeface="IPAexGothic"/>
                <a:cs typeface="IPAexGothic"/>
              </a:defRPr>
            </a:lvl7pPr>
            <a:lvl8pPr algn="r">
              <a:buNone/>
              <a:defRPr sz="1275" b="0">
                <a:solidFill>
                  <a:srgbClr val="586872"/>
                </a:solidFill>
                <a:latin typeface="IPAexGothic"/>
                <a:ea typeface="IPAexGothic"/>
                <a:cs typeface="IPAexGothic"/>
              </a:defRPr>
            </a:lvl8pPr>
            <a:lvl9pPr algn="r">
              <a:buNone/>
              <a:defRPr sz="1275" b="0">
                <a:solidFill>
                  <a:srgbClr val="586872"/>
                </a:solidFill>
                <a:latin typeface="IPAexGothic"/>
                <a:ea typeface="IPAexGothic"/>
                <a:cs typeface="IPAexGothic"/>
              </a:defRPr>
            </a:lvl9pPr>
          </a:lstStyle>
          <a:p xmlns:a="http://schemas.openxmlformats.org/drawingml/2006/main">
            <a:pPr algn="r">
              <a:buNone/>
              <a:defRPr sz="1275" b="0">
                <a:solidFill>
                  <a:srgbClr val="586872"/>
                </a:solidFill>
                <a:latin typeface="IPAexGothic"/>
                <a:ea typeface="IPAexGothic"/>
                <a:cs typeface="IPAexGothic"/>
              </a:defRPr>
            </a:pPr>
            <a:r>
              <a:rPr sz="1275" b="0">
                <a:solidFill>
                  <a:srgbClr val="586872"/>
                </a:solidFill>
                <a:latin typeface="IPAexGothic"/>
                <a:ea typeface="IPAexGothic"/>
                <a:cs typeface="IPAexGothic"/>
              </a:rPr>
              <a:t>20</a:t>
            </a:r>
          </a:p>
        </p:txBody>
      </p:sp>
    </p:spTree>
    <p:extLst>
      <p:ext uri="{BB962C8B-B14F-4D97-AF65-F5344CB8AC3E}">
        <p14:creationId xmlns:p14="http://schemas.microsoft.com/office/powerpoint/2010/main" val="94933987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headline">
            <a:extLst xmlns:a="http://schemas.openxmlformats.org/drawingml/2006/main">
              <a:ext uri="{FF2B5EF4-FFF2-40B4-BE49-F238E27FC236}">
                <a16:creationId xmlns:a16="http://schemas.microsoft.com/office/drawing/2014/main" id="{30A3FECC-C19C-4577-B3D2-1407EBF5C74A}"/>
              </a:ext>
            </a:extLst>
          </p:cNvPr>
          <p:cNvSpPr>
            <a:spLocks xmlns:a="http://schemas.openxmlformats.org/drawingml/2006/main" noGrp="1"/>
          </p:cNvSpPr>
          <p:nvPr/>
        </p:nvSpPr>
        <p:spPr>
          <a:xfrm xmlns:a="http://schemas.openxmlformats.org/drawingml/2006/main">
            <a:off x="590550" y="333375"/>
            <a:ext cx="1095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3300" b="1">
                <a:solidFill>
                  <a:srgbClr val="172B3A"/>
                </a:solidFill>
                <a:latin typeface="IPAexGothic"/>
                <a:ea typeface="IPAexGothic"/>
                <a:cs typeface="IPAexGothic"/>
              </a:defRPr>
            </a:defPPr>
            <a:lvl1pPr algn="l">
              <a:buNone/>
              <a:defRPr sz="3300" b="1">
                <a:solidFill>
                  <a:srgbClr val="172B3A"/>
                </a:solidFill>
                <a:latin typeface="IPAexGothic"/>
                <a:ea typeface="IPAexGothic"/>
                <a:cs typeface="IPAexGothic"/>
              </a:defRPr>
            </a:lvl1pPr>
            <a:lvl2pPr algn="l">
              <a:buNone/>
              <a:defRPr sz="3300" b="1">
                <a:solidFill>
                  <a:srgbClr val="172B3A"/>
                </a:solidFill>
                <a:latin typeface="IPAexGothic"/>
                <a:ea typeface="IPAexGothic"/>
                <a:cs typeface="IPAexGothic"/>
              </a:defRPr>
            </a:lvl2pPr>
            <a:lvl3pPr algn="l">
              <a:buNone/>
              <a:defRPr sz="3300" b="1">
                <a:solidFill>
                  <a:srgbClr val="172B3A"/>
                </a:solidFill>
                <a:latin typeface="IPAexGothic"/>
                <a:ea typeface="IPAexGothic"/>
                <a:cs typeface="IPAexGothic"/>
              </a:defRPr>
            </a:lvl3pPr>
            <a:lvl4pPr algn="l">
              <a:buNone/>
              <a:defRPr sz="3300" b="1">
                <a:solidFill>
                  <a:srgbClr val="172B3A"/>
                </a:solidFill>
                <a:latin typeface="IPAexGothic"/>
                <a:ea typeface="IPAexGothic"/>
                <a:cs typeface="IPAexGothic"/>
              </a:defRPr>
            </a:lvl4pPr>
            <a:lvl5pPr algn="l">
              <a:buNone/>
              <a:defRPr sz="3300" b="1">
                <a:solidFill>
                  <a:srgbClr val="172B3A"/>
                </a:solidFill>
                <a:latin typeface="IPAexGothic"/>
                <a:ea typeface="IPAexGothic"/>
                <a:cs typeface="IPAexGothic"/>
              </a:defRPr>
            </a:lvl5pPr>
            <a:lvl6pPr algn="l">
              <a:buNone/>
              <a:defRPr sz="3300" b="1">
                <a:solidFill>
                  <a:srgbClr val="172B3A"/>
                </a:solidFill>
                <a:latin typeface="IPAexGothic"/>
                <a:ea typeface="IPAexGothic"/>
                <a:cs typeface="IPAexGothic"/>
              </a:defRPr>
            </a:lvl6pPr>
            <a:lvl7pPr algn="l">
              <a:buNone/>
              <a:defRPr sz="3300" b="1">
                <a:solidFill>
                  <a:srgbClr val="172B3A"/>
                </a:solidFill>
                <a:latin typeface="IPAexGothic"/>
                <a:ea typeface="IPAexGothic"/>
                <a:cs typeface="IPAexGothic"/>
              </a:defRPr>
            </a:lvl7pPr>
            <a:lvl8pPr algn="l">
              <a:buNone/>
              <a:defRPr sz="3300" b="1">
                <a:solidFill>
                  <a:srgbClr val="172B3A"/>
                </a:solidFill>
                <a:latin typeface="IPAexGothic"/>
                <a:ea typeface="IPAexGothic"/>
                <a:cs typeface="IPAexGothic"/>
              </a:defRPr>
            </a:lvl8pPr>
            <a:lvl9pPr algn="l">
              <a:buNone/>
              <a:defRPr sz="3300" b="1">
                <a:solidFill>
                  <a:srgbClr val="172B3A"/>
                </a:solidFill>
                <a:latin typeface="IPAexGothic"/>
                <a:ea typeface="IPAexGothic"/>
                <a:cs typeface="IPAexGothic"/>
              </a:defRPr>
            </a:lvl9pPr>
          </a:lstStyle>
          <a:p xmlns:a="http://schemas.openxmlformats.org/drawingml/2006/main">
            <a:pPr algn="l">
              <a:buNone/>
              <a:defRPr sz="3300" b="1">
                <a:solidFill>
                  <a:srgbClr val="172B3A"/>
                </a:solidFill>
                <a:latin typeface="IPAexGothic"/>
                <a:ea typeface="IPAexGothic"/>
                <a:cs typeface="IPAexGothic"/>
              </a:defRPr>
            </a:pPr>
            <a:r>
              <a:rPr sz="3300" b="1">
                <a:solidFill>
                  <a:srgbClr val="172B3A"/>
                </a:solidFill>
                <a:latin typeface="IPAexGothic"/>
                <a:ea typeface="IPAexGothic"/>
                <a:cs typeface="IPAexGothic"/>
              </a:rPr>
              <a:t>③ 確立度の評価基準の一例</a:t>
            </a:r>
          </a:p>
        </p:txBody>
      </p:sp>
      <p:sp>
        <p:nvSpPr>
          <p:cNvPr id="2" name="summary">
            <a:extLst xmlns:a="http://schemas.openxmlformats.org/drawingml/2006/main">
              <a:ext uri="{FF2B5EF4-FFF2-40B4-BE49-F238E27FC236}">
                <a16:creationId xmlns:a16="http://schemas.microsoft.com/office/drawing/2014/main" id="{7ACF9EA6-45A4-481C-8E3D-2B6D61C4DDBC}"/>
              </a:ext>
            </a:extLst>
          </p:cNvPr>
          <p:cNvSpPr>
            <a:spLocks xmlns:a="http://schemas.openxmlformats.org/drawingml/2006/main" noGrp="1"/>
          </p:cNvSpPr>
          <p:nvPr/>
        </p:nvSpPr>
        <p:spPr>
          <a:xfrm xmlns:a="http://schemas.openxmlformats.org/drawingml/2006/main">
            <a:off x="609600" y="1028700"/>
            <a:ext cx="10896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1725" b="0">
                <a:solidFill>
                  <a:srgbClr val="586872"/>
                </a:solidFill>
                <a:latin typeface="IPAexGothic"/>
                <a:ea typeface="IPAexGothic"/>
                <a:cs typeface="IPAexGothic"/>
              </a:defRPr>
            </a:defPPr>
            <a:lvl1pPr algn="l">
              <a:buNone/>
              <a:defRPr sz="1725" b="0">
                <a:solidFill>
                  <a:srgbClr val="586872"/>
                </a:solidFill>
                <a:latin typeface="IPAexGothic"/>
                <a:ea typeface="IPAexGothic"/>
                <a:cs typeface="IPAexGothic"/>
              </a:defRPr>
            </a:lvl1pPr>
            <a:lvl2pPr algn="l">
              <a:buNone/>
              <a:defRPr sz="1725" b="0">
                <a:solidFill>
                  <a:srgbClr val="586872"/>
                </a:solidFill>
                <a:latin typeface="IPAexGothic"/>
                <a:ea typeface="IPAexGothic"/>
                <a:cs typeface="IPAexGothic"/>
              </a:defRPr>
            </a:lvl2pPr>
            <a:lvl3pPr algn="l">
              <a:buNone/>
              <a:defRPr sz="1725" b="0">
                <a:solidFill>
                  <a:srgbClr val="586872"/>
                </a:solidFill>
                <a:latin typeface="IPAexGothic"/>
                <a:ea typeface="IPAexGothic"/>
                <a:cs typeface="IPAexGothic"/>
              </a:defRPr>
            </a:lvl3pPr>
            <a:lvl4pPr algn="l">
              <a:buNone/>
              <a:defRPr sz="1725" b="0">
                <a:solidFill>
                  <a:srgbClr val="586872"/>
                </a:solidFill>
                <a:latin typeface="IPAexGothic"/>
                <a:ea typeface="IPAexGothic"/>
                <a:cs typeface="IPAexGothic"/>
              </a:defRPr>
            </a:lvl4pPr>
            <a:lvl5pPr algn="l">
              <a:buNone/>
              <a:defRPr sz="1725" b="0">
                <a:solidFill>
                  <a:srgbClr val="586872"/>
                </a:solidFill>
                <a:latin typeface="IPAexGothic"/>
                <a:ea typeface="IPAexGothic"/>
                <a:cs typeface="IPAexGothic"/>
              </a:defRPr>
            </a:lvl5pPr>
            <a:lvl6pPr algn="l">
              <a:buNone/>
              <a:defRPr sz="1725" b="0">
                <a:solidFill>
                  <a:srgbClr val="586872"/>
                </a:solidFill>
                <a:latin typeface="IPAexGothic"/>
                <a:ea typeface="IPAexGothic"/>
                <a:cs typeface="IPAexGothic"/>
              </a:defRPr>
            </a:lvl6pPr>
            <a:lvl7pPr algn="l">
              <a:buNone/>
              <a:defRPr sz="1725" b="0">
                <a:solidFill>
                  <a:srgbClr val="586872"/>
                </a:solidFill>
                <a:latin typeface="IPAexGothic"/>
                <a:ea typeface="IPAexGothic"/>
                <a:cs typeface="IPAexGothic"/>
              </a:defRPr>
            </a:lvl7pPr>
            <a:lvl8pPr algn="l">
              <a:buNone/>
              <a:defRPr sz="1725" b="0">
                <a:solidFill>
                  <a:srgbClr val="586872"/>
                </a:solidFill>
                <a:latin typeface="IPAexGothic"/>
                <a:ea typeface="IPAexGothic"/>
                <a:cs typeface="IPAexGothic"/>
              </a:defRPr>
            </a:lvl8pPr>
            <a:lvl9pPr algn="l">
              <a:buNone/>
              <a:defRPr sz="1725" b="0">
                <a:solidFill>
                  <a:srgbClr val="586872"/>
                </a:solidFill>
                <a:latin typeface="IPAexGothic"/>
                <a:ea typeface="IPAexGothic"/>
                <a:cs typeface="IPAexGothic"/>
              </a:defRPr>
            </a:lvl9pPr>
          </a:lstStyle>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重なる窓の件数を独立した出現数として水増しせず、閉じた出現と条件別の記録を使います。</a:t>
            </a:r>
          </a:p>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距離の不確かさと期間別の再現性を評価します。下の値は未検証の初期基準であり、一例です。</a:t>
            </a:r>
          </a:p>
        </p:txBody>
      </p:sp>
      <p:sp>
        <p:nvSpPr>
          <p:cNvPr id="3" name="page-number">
            <a:extLst xmlns:a="http://schemas.openxmlformats.org/drawingml/2006/main">
              <a:ext uri="{FF2B5EF4-FFF2-40B4-BE49-F238E27FC236}">
                <a16:creationId xmlns:a16="http://schemas.microsoft.com/office/drawing/2014/main" id="{97493195-2B53-43C9-AE6E-0D4B0C06D7C3}"/>
              </a:ext>
            </a:extLst>
          </p:cNvPr>
          <p:cNvSpPr>
            <a:spLocks xmlns:a="http://schemas.openxmlformats.org/drawingml/2006/main" noGrp="1"/>
          </p:cNvSpPr>
          <p:nvPr/>
        </p:nvSpPr>
        <p:spPr>
          <a:xfrm xmlns:a="http://schemas.openxmlformats.org/drawingml/2006/main">
            <a:off x="11239500" y="644842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1275" b="0">
                <a:solidFill>
                  <a:srgbClr val="586872"/>
                </a:solidFill>
                <a:latin typeface="IPAexGothic"/>
                <a:ea typeface="IPAexGothic"/>
                <a:cs typeface="IPAexGothic"/>
              </a:defRPr>
            </a:defPPr>
            <a:lvl1pPr algn="l">
              <a:buNone/>
              <a:defRPr sz="1275" b="0">
                <a:solidFill>
                  <a:srgbClr val="586872"/>
                </a:solidFill>
                <a:latin typeface="IPAexGothic"/>
                <a:ea typeface="IPAexGothic"/>
                <a:cs typeface="IPAexGothic"/>
              </a:defRPr>
            </a:lvl1pPr>
            <a:lvl2pPr algn="l">
              <a:buNone/>
              <a:defRPr sz="1275" b="0">
                <a:solidFill>
                  <a:srgbClr val="586872"/>
                </a:solidFill>
                <a:latin typeface="IPAexGothic"/>
                <a:ea typeface="IPAexGothic"/>
                <a:cs typeface="IPAexGothic"/>
              </a:defRPr>
            </a:lvl2pPr>
            <a:lvl3pPr algn="l">
              <a:buNone/>
              <a:defRPr sz="1275" b="0">
                <a:solidFill>
                  <a:srgbClr val="586872"/>
                </a:solidFill>
                <a:latin typeface="IPAexGothic"/>
                <a:ea typeface="IPAexGothic"/>
                <a:cs typeface="IPAexGothic"/>
              </a:defRPr>
            </a:lvl3pPr>
            <a:lvl4pPr algn="l">
              <a:buNone/>
              <a:defRPr sz="1275" b="0">
                <a:solidFill>
                  <a:srgbClr val="586872"/>
                </a:solidFill>
                <a:latin typeface="IPAexGothic"/>
                <a:ea typeface="IPAexGothic"/>
                <a:cs typeface="IPAexGothic"/>
              </a:defRPr>
            </a:lvl4pPr>
            <a:lvl5pPr algn="l">
              <a:buNone/>
              <a:defRPr sz="1275" b="0">
                <a:solidFill>
                  <a:srgbClr val="586872"/>
                </a:solidFill>
                <a:latin typeface="IPAexGothic"/>
                <a:ea typeface="IPAexGothic"/>
                <a:cs typeface="IPAexGothic"/>
              </a:defRPr>
            </a:lvl5pPr>
            <a:lvl6pPr algn="l">
              <a:buNone/>
              <a:defRPr sz="1275" b="0">
                <a:solidFill>
                  <a:srgbClr val="586872"/>
                </a:solidFill>
                <a:latin typeface="IPAexGothic"/>
                <a:ea typeface="IPAexGothic"/>
                <a:cs typeface="IPAexGothic"/>
              </a:defRPr>
            </a:lvl6pPr>
            <a:lvl7pPr algn="l">
              <a:buNone/>
              <a:defRPr sz="1275" b="0">
                <a:solidFill>
                  <a:srgbClr val="586872"/>
                </a:solidFill>
                <a:latin typeface="IPAexGothic"/>
                <a:ea typeface="IPAexGothic"/>
                <a:cs typeface="IPAexGothic"/>
              </a:defRPr>
            </a:lvl7pPr>
            <a:lvl8pPr algn="l">
              <a:buNone/>
              <a:defRPr sz="1275" b="0">
                <a:solidFill>
                  <a:srgbClr val="586872"/>
                </a:solidFill>
                <a:latin typeface="IPAexGothic"/>
                <a:ea typeface="IPAexGothic"/>
                <a:cs typeface="IPAexGothic"/>
              </a:defRPr>
            </a:lvl8pPr>
            <a:lvl9pPr algn="l">
              <a:buNone/>
              <a:defRPr sz="1275" b="0">
                <a:solidFill>
                  <a:srgbClr val="586872"/>
                </a:solidFill>
                <a:latin typeface="IPAexGothic"/>
                <a:ea typeface="IPAexGothic"/>
                <a:cs typeface="IPAexGothic"/>
              </a:defRPr>
            </a:lvl9pPr>
          </a:lstStyle>
          <a:p xmlns:a="http://schemas.openxmlformats.org/drawingml/2006/main">
            <a:pPr algn="l">
              <a:buNone/>
              <a:defRPr sz="1275" b="0">
                <a:solidFill>
                  <a:srgbClr val="586872"/>
                </a:solidFill>
                <a:latin typeface="IPAexGothic"/>
                <a:ea typeface="IPAexGothic"/>
                <a:cs typeface="IPAexGothic"/>
              </a:defRPr>
            </a:pPr>
            <a:r>
              <a:rPr sz="1275" b="0">
                <a:solidFill>
                  <a:srgbClr val="586872"/>
                </a:solidFill>
                <a:latin typeface="IPAexGothic"/>
                <a:ea typeface="IPAexGothic"/>
                <a:cs typeface="IPAexGothic"/>
              </a:rPr>
              <a:t>21</a:t>
            </a:r>
          </a:p>
        </p:txBody>
      </p:sp>
      <p:graphicFrame>
        <p:nvGraphicFramePr>
          <p:cNvPr id="7" name="">
            <a:extLst xmlns:a="http://schemas.openxmlformats.org/drawingml/2006/main">
              <a:ext uri="{FF2B5EF4-FFF2-40B4-BE49-F238E27FC236}">
                <a16:creationId xmlns:a16="http://schemas.microsoft.com/office/drawing/2014/main" id="{E36FABFB-07C7-4568-9724-E37AF45BB409}"/>
              </a:ext>
            </a:extLst>
          </p:cNvPr>
          <p:cNvGraphicFramePr/>
          <p:nvPr/>
        </p:nvGraphicFramePr>
        <p:xfrm>
          <a:off xmlns:a="http://schemas.openxmlformats.org/drawingml/2006/main" x="609600" y="1762125"/>
          <a:ext xmlns:a="http://schemas.openxmlformats.org/drawingml/2006/main" cx="10972800" cy="3952875"/>
        </p:xfrm>
        <a:graphic xmlns:a="http://schemas.openxmlformats.org/drawingml/2006/main">
          <a:graphicData uri="http://schemas.openxmlformats.org/drawingml/2006/table">
            <a:tbl>
              <a:tblPr firstRow="1" bandRow="0"/>
              <a:tblGrid>
                <a:gridCol w="2428875"/>
                <a:gridCol w="8543925"/>
              </a:tblGrid>
              <a:tr h="790575">
                <a:tc>
                  <a:txBody>
                    <a:bodyPr wrap="square" lIns="114300" tIns="66675" rIns="114300" bIns="66675"/>
                    <a:lstStyle/>
                    <a:p>
                      <a:r>
                        <a:rPr sz="1800" b="1">
                          <a:solidFill>
                            <a:srgbClr val="172B3A"/>
                          </a:solidFill>
                          <a:latin typeface="IPAexGothic"/>
                          <a:ea typeface="IPAexGothic"/>
                          <a:cs typeface="IPAexGothic"/>
                        </a:rPr>
                        <a:t>確認項目</a:t>
                      </a:r>
                    </a:p>
                  </a:txBody>
                  <a:tcPr marL="91440" marR="91440" marT="45720" marB="45720" anchor="ctr">
                    <a:lnL w="9525">
                      <a:solidFill>
                        <a:srgbClr val="BCCAD2"/>
                      </a:solidFill>
                      <a:prstDash val="solid"/>
                    </a:lnL>
                    <a:lnR w="9525">
                      <a:solidFill>
                        <a:srgbClr val="BCCAD2"/>
                      </a:solidFill>
                      <a:prstDash val="solid"/>
                    </a:lnR>
                    <a:lnT w="9525">
                      <a:solidFill>
                        <a:srgbClr val="BCCAD2"/>
                      </a:solidFill>
                      <a:prstDash val="solid"/>
                    </a:lnT>
                    <a:lnB w="9525">
                      <a:solidFill>
                        <a:srgbClr val="BCCAD2"/>
                      </a:solidFill>
                      <a:prstDash val="solid"/>
                    </a:lnB>
                    <a:solidFill>
                      <a:srgbClr val="EAF1F5"/>
                    </a:solidFill>
                  </a:tcPr>
                </a:tc>
                <a:tc>
                  <a:txBody>
                    <a:bodyPr wrap="square" lIns="114300" tIns="66675" rIns="114300" bIns="66675"/>
                    <a:lstStyle/>
                    <a:p>
                      <a:r>
                        <a:rPr sz="1800" b="1">
                          <a:solidFill>
                            <a:srgbClr val="172B3A"/>
                          </a:solidFill>
                          <a:latin typeface="IPAexGothic"/>
                          <a:ea typeface="IPAexGothic"/>
                          <a:cs typeface="IPAexGothic"/>
                        </a:rPr>
                        <a:t>本文で一つ選んだ方法・仮の基準</a:t>
                      </a:r>
                    </a:p>
                  </a:txBody>
                  <a:tcPr marL="91440" marR="91440" marT="45720" marB="45720" anchor="ctr">
                    <a:lnR w="9525">
                      <a:solidFill>
                        <a:srgbClr val="BCCAD2"/>
                      </a:solidFill>
                      <a:prstDash val="solid"/>
                    </a:lnR>
                    <a:lnT w="9525">
                      <a:solidFill>
                        <a:srgbClr val="BCCAD2"/>
                      </a:solidFill>
                      <a:prstDash val="solid"/>
                    </a:lnT>
                    <a:lnB w="9525">
                      <a:solidFill>
                        <a:srgbClr val="BCCAD2"/>
                      </a:solidFill>
                      <a:prstDash val="solid"/>
                    </a:lnB>
                    <a:solidFill>
                      <a:srgbClr val="EAF1F5"/>
                    </a:solidFill>
                  </a:tcPr>
                </a:tc>
              </a:tr>
              <a:tr h="790575">
                <a:tc>
                  <a:txBody>
                    <a:bodyPr wrap="square" lIns="114300" tIns="66675" rIns="114300" bIns="66675"/>
                    <a:lstStyle/>
                    <a:p>
                      <a:r>
                        <a:rPr sz="1800" b="0">
                          <a:solidFill>
                            <a:srgbClr val="172B3A"/>
                          </a:solidFill>
                          <a:latin typeface="IPAexGothic"/>
                          <a:ea typeface="IPAexGothic"/>
                          <a:cs typeface="IPAexGothic"/>
                        </a:rPr>
                        <a:t>件数と観測の広がり</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FFFFF"/>
                    </a:solidFill>
                  </a:tcPr>
                </a:tc>
                <a:tc>
                  <a:txBody>
                    <a:bodyPr wrap="square" lIns="114300" tIns="66675" rIns="114300" bIns="66675"/>
                    <a:lstStyle/>
                    <a:p>
                      <a:r>
                        <a:rPr sz="1800" b="0">
                          <a:solidFill>
                            <a:srgbClr val="172B3A"/>
                          </a:solidFill>
                          <a:latin typeface="IPAexGothic"/>
                          <a:ea typeface="IPAexGothic"/>
                          <a:cs typeface="IPAexGothic"/>
                        </a:rPr>
                        <a:t>パターン・設備・負荷ごとに閉じた固有出現100件以上、30運転日以上。</a:t>
                      </a:r>
                    </a:p>
                    <a:p>
                      <a:r>
                        <a:rPr sz="1800" b="0">
                          <a:solidFill>
                            <a:srgbClr val="172B3A"/>
                          </a:solidFill>
                          <a:latin typeface="IPAexGothic"/>
                          <a:ea typeface="IPAexGothic"/>
                          <a:cs typeface="IPAexGothic"/>
                        </a:rPr>
                        <a:t>三期間に分け、各期間20出現以上。満たさなければ保持を継続する。</a:t>
                      </a:r>
                    </a:p>
                  </a:txBody>
                  <a:tcPr marL="91440" marR="91440" marT="45720" marB="45720" anchor="ctr">
                    <a:lnR w="9525">
                      <a:solidFill>
                        <a:srgbClr val="BCCAD2"/>
                      </a:solidFill>
                      <a:prstDash val="solid"/>
                    </a:lnR>
                    <a:lnB w="9525">
                      <a:solidFill>
                        <a:srgbClr val="BCCAD2"/>
                      </a:solidFill>
                      <a:prstDash val="solid"/>
                    </a:lnB>
                    <a:solidFill>
                      <a:srgbClr val="FFFFFF"/>
                    </a:solidFill>
                  </a:tcPr>
                </a:tc>
              </a:tr>
              <a:tr h="790575">
                <a:tc>
                  <a:txBody>
                    <a:bodyPr wrap="square" lIns="114300" tIns="66675" rIns="114300" bIns="66675"/>
                    <a:lstStyle/>
                    <a:p>
                      <a:r>
                        <a:rPr sz="1800" b="0">
                          <a:solidFill>
                            <a:srgbClr val="172B3A"/>
                          </a:solidFill>
                          <a:latin typeface="IPAexGothic"/>
                          <a:ea typeface="IPAexGothic"/>
                          <a:cs typeface="IPAexGothic"/>
                        </a:rPr>
                        <a:t>距離の不確かさ</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8FAFB"/>
                    </a:solidFill>
                  </a:tcPr>
                </a:tc>
                <a:tc>
                  <a:txBody>
                    <a:bodyPr wrap="square" lIns="114300" tIns="66675" rIns="114300" bIns="66675"/>
                    <a:lstStyle/>
                    <a:p>
                      <a:r>
                        <a:rPr sz="1800" b="0">
                          <a:solidFill>
                            <a:srgbClr val="172B3A"/>
                          </a:solidFill>
                          <a:latin typeface="IPAexGothic"/>
                          <a:ea typeface="IPAexGothic"/>
                          <a:cs typeface="IPAexGothic"/>
                        </a:rPr>
                        <a:t>設備・運転日単位のまとまりを10,000回再標本化する。</a:t>
                      </a:r>
                    </a:p>
                    <a:p>
                      <a:r>
                        <a:rPr sz="1800" b="0">
                          <a:solidFill>
                            <a:srgbClr val="172B3A"/>
                          </a:solidFill>
                          <a:latin typeface="IPAexGothic"/>
                          <a:ea typeface="IPAexGothic"/>
                          <a:cs typeface="IPAexGothic"/>
                        </a:rPr>
                        <a:t>平均距離の95％信頼区間の全幅が0.05以内かを確認する例。</a:t>
                      </a:r>
                    </a:p>
                  </a:txBody>
                  <a:tcPr marL="91440" marR="91440" marT="45720" marB="45720" anchor="ctr">
                    <a:lnR w="9525">
                      <a:solidFill>
                        <a:srgbClr val="BCCAD2"/>
                      </a:solidFill>
                      <a:prstDash val="solid"/>
                    </a:lnR>
                    <a:lnB w="9525">
                      <a:solidFill>
                        <a:srgbClr val="BCCAD2"/>
                      </a:solidFill>
                      <a:prstDash val="solid"/>
                    </a:lnB>
                    <a:solidFill>
                      <a:srgbClr val="F8FAFB"/>
                    </a:solidFill>
                  </a:tcPr>
                </a:tc>
              </a:tr>
              <a:tr h="790575">
                <a:tc>
                  <a:txBody>
                    <a:bodyPr wrap="square" lIns="114300" tIns="66675" rIns="114300" bIns="66675"/>
                    <a:lstStyle/>
                    <a:p>
                      <a:r>
                        <a:rPr sz="1800" b="0">
                          <a:solidFill>
                            <a:srgbClr val="172B3A"/>
                          </a:solidFill>
                          <a:latin typeface="IPAexGothic"/>
                          <a:ea typeface="IPAexGothic"/>
                          <a:cs typeface="IPAexGothic"/>
                        </a:rPr>
                        <a:t>期間を変えた再現性</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FFFFF"/>
                    </a:solidFill>
                  </a:tcPr>
                </a:tc>
                <a:tc>
                  <a:txBody>
                    <a:bodyPr wrap="square" lIns="114300" tIns="66675" rIns="114300" bIns="66675"/>
                    <a:lstStyle/>
                    <a:p>
                      <a:r>
                        <a:rPr sz="1800" b="0">
                          <a:solidFill>
                            <a:srgbClr val="172B3A"/>
                          </a:solidFill>
                          <a:latin typeface="IPAexGothic"/>
                          <a:ea typeface="IPAexGothic"/>
                          <a:cs typeface="IPAexGothic"/>
                        </a:rPr>
                        <a:t>三期間の平均距離の最大差を0.05以内とする例。</a:t>
                      </a:r>
                    </a:p>
                    <a:p>
                      <a:r>
                        <a:rPr sz="1800" b="0">
                          <a:solidFill>
                            <a:srgbClr val="172B3A"/>
                          </a:solidFill>
                          <a:latin typeface="IPAexGothic"/>
                          <a:ea typeface="IPAexGothic"/>
                          <a:cs typeface="IPAexGothic"/>
                        </a:rPr>
                        <a:t>正常・異常との関連も期間別に記録し、関係が逆転する範囲を保留する。</a:t>
                      </a:r>
                    </a:p>
                  </a:txBody>
                  <a:tcPr marL="91440" marR="91440" marT="45720" marB="45720" anchor="ctr">
                    <a:lnR w="9525">
                      <a:solidFill>
                        <a:srgbClr val="BCCAD2"/>
                      </a:solidFill>
                      <a:prstDash val="solid"/>
                    </a:lnR>
                    <a:lnB w="9525">
                      <a:solidFill>
                        <a:srgbClr val="BCCAD2"/>
                      </a:solidFill>
                      <a:prstDash val="solid"/>
                    </a:lnB>
                    <a:solidFill>
                      <a:srgbClr val="FFFFFF"/>
                    </a:solidFill>
                  </a:tcPr>
                </a:tc>
              </a:tr>
              <a:tr h="790575">
                <a:tc>
                  <a:txBody>
                    <a:bodyPr wrap="square" lIns="114300" tIns="66675" rIns="114300" bIns="66675"/>
                    <a:lstStyle/>
                    <a:p>
                      <a:r>
                        <a:rPr sz="1800" b="0">
                          <a:solidFill>
                            <a:srgbClr val="172B3A"/>
                          </a:solidFill>
                          <a:latin typeface="IPAexGothic"/>
                          <a:ea typeface="IPAexGothic"/>
                          <a:cs typeface="IPAexGothic"/>
                        </a:rPr>
                        <a:t>窓ごとの出現率</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8FAFB"/>
                    </a:solidFill>
                  </a:tcPr>
                </a:tc>
                <a:tc>
                  <a:txBody>
                    <a:bodyPr wrap="square" lIns="114300" tIns="66675" rIns="114300" bIns="66675"/>
                    <a:lstStyle/>
                    <a:p>
                      <a:r>
                        <a:rPr sz="1800" b="0">
                          <a:solidFill>
                            <a:srgbClr val="172B3A"/>
                          </a:solidFill>
                          <a:latin typeface="IPAexGothic"/>
                          <a:ea typeface="IPAexGothic"/>
                          <a:cs typeface="IPAexGothic"/>
                        </a:rPr>
                        <a:t>正常窓・異常窓のうちP001へ対応した窓の割合は、出現回数と別の量。</a:t>
                      </a:r>
                    </a:p>
                    <a:p>
                      <a:r>
                        <a:rPr sz="1800" b="0">
                          <a:solidFill>
                            <a:srgbClr val="172B3A"/>
                          </a:solidFill>
                          <a:latin typeface="IPAexGothic"/>
                          <a:ea typeface="IPAexGothic"/>
                          <a:cs typeface="IPAexGothic"/>
                        </a:rPr>
                        <a:t>窓の相関を考慮し、運転日単位の再標本化で不確かさを求める。</a:t>
                      </a:r>
                    </a:p>
                  </a:txBody>
                  <a:tcPr marL="91440" marR="91440" marT="45720" marB="45720" anchor="ctr">
                    <a:lnR w="9525">
                      <a:solidFill>
                        <a:srgbClr val="BCCAD2"/>
                      </a:solidFill>
                      <a:prstDash val="solid"/>
                    </a:lnR>
                    <a:lnB w="9525">
                      <a:solidFill>
                        <a:srgbClr val="BCCAD2"/>
                      </a:solidFill>
                      <a:prstDash val="solid"/>
                    </a:lnB>
                    <a:solidFill>
                      <a:srgbClr val="F8FAFB"/>
                    </a:solidFill>
                  </a:tcPr>
                </a:tc>
              </a:tr>
            </a:tbl>
          </a:graphicData>
        </a:graphic>
      </p:graphicFrame>
      <p:sp>
        <p:nvSpPr>
          <p:cNvPr id="8" name="text-3">
            <a:extLst xmlns:a="http://schemas.openxmlformats.org/drawingml/2006/main">
              <a:ext uri="{FF2B5EF4-FFF2-40B4-BE49-F238E27FC236}">
                <a16:creationId xmlns:a16="http://schemas.microsoft.com/office/drawing/2014/main" id="{560F79A5-99F6-4E0D-826F-3257BB156715}"/>
              </a:ext>
            </a:extLst>
          </p:cNvPr>
          <p:cNvSpPr>
            <a:spLocks xmlns:a="http://schemas.openxmlformats.org/drawingml/2006/main" noGrp="1"/>
          </p:cNvSpPr>
          <p:nvPr/>
        </p:nvSpPr>
        <p:spPr>
          <a:xfrm xmlns:a="http://schemas.openxmlformats.org/drawingml/2006/main">
            <a:off x="609600" y="5953125"/>
            <a:ext cx="10906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1575" b="0">
                <a:solidFill>
                  <a:srgbClr val="586872"/>
                </a:solidFill>
                <a:latin typeface="IPAexGothic"/>
                <a:ea typeface="IPAexGothic"/>
                <a:cs typeface="IPAexGothic"/>
              </a:defRPr>
            </a:defPPr>
            <a:lvl1pPr algn="l">
              <a:buNone/>
              <a:defRPr sz="1575" b="0">
                <a:solidFill>
                  <a:srgbClr val="586872"/>
                </a:solidFill>
                <a:latin typeface="IPAexGothic"/>
                <a:ea typeface="IPAexGothic"/>
                <a:cs typeface="IPAexGothic"/>
              </a:defRPr>
            </a:lvl1pPr>
            <a:lvl2pPr algn="l">
              <a:buNone/>
              <a:defRPr sz="1575" b="0">
                <a:solidFill>
                  <a:srgbClr val="586872"/>
                </a:solidFill>
                <a:latin typeface="IPAexGothic"/>
                <a:ea typeface="IPAexGothic"/>
                <a:cs typeface="IPAexGothic"/>
              </a:defRPr>
            </a:lvl2pPr>
            <a:lvl3pPr algn="l">
              <a:buNone/>
              <a:defRPr sz="1575" b="0">
                <a:solidFill>
                  <a:srgbClr val="586872"/>
                </a:solidFill>
                <a:latin typeface="IPAexGothic"/>
                <a:ea typeface="IPAexGothic"/>
                <a:cs typeface="IPAexGothic"/>
              </a:defRPr>
            </a:lvl3pPr>
            <a:lvl4pPr algn="l">
              <a:buNone/>
              <a:defRPr sz="1575" b="0">
                <a:solidFill>
                  <a:srgbClr val="586872"/>
                </a:solidFill>
                <a:latin typeface="IPAexGothic"/>
                <a:ea typeface="IPAexGothic"/>
                <a:cs typeface="IPAexGothic"/>
              </a:defRPr>
            </a:lvl4pPr>
            <a:lvl5pPr algn="l">
              <a:buNone/>
              <a:defRPr sz="1575" b="0">
                <a:solidFill>
                  <a:srgbClr val="586872"/>
                </a:solidFill>
                <a:latin typeface="IPAexGothic"/>
                <a:ea typeface="IPAexGothic"/>
                <a:cs typeface="IPAexGothic"/>
              </a:defRPr>
            </a:lvl5pPr>
            <a:lvl6pPr algn="l">
              <a:buNone/>
              <a:defRPr sz="1575" b="0">
                <a:solidFill>
                  <a:srgbClr val="586872"/>
                </a:solidFill>
                <a:latin typeface="IPAexGothic"/>
                <a:ea typeface="IPAexGothic"/>
                <a:cs typeface="IPAexGothic"/>
              </a:defRPr>
            </a:lvl6pPr>
            <a:lvl7pPr algn="l">
              <a:buNone/>
              <a:defRPr sz="1575" b="0">
                <a:solidFill>
                  <a:srgbClr val="586872"/>
                </a:solidFill>
                <a:latin typeface="IPAexGothic"/>
                <a:ea typeface="IPAexGothic"/>
                <a:cs typeface="IPAexGothic"/>
              </a:defRPr>
            </a:lvl7pPr>
            <a:lvl8pPr algn="l">
              <a:buNone/>
              <a:defRPr sz="1575" b="0">
                <a:solidFill>
                  <a:srgbClr val="586872"/>
                </a:solidFill>
                <a:latin typeface="IPAexGothic"/>
                <a:ea typeface="IPAexGothic"/>
                <a:cs typeface="IPAexGothic"/>
              </a:defRPr>
            </a:lvl8pPr>
            <a:lvl9pPr algn="l">
              <a:buNone/>
              <a:defRPr sz="1575" b="0">
                <a:solidFill>
                  <a:srgbClr val="586872"/>
                </a:solidFill>
                <a:latin typeface="IPAexGothic"/>
                <a:ea typeface="IPAexGothic"/>
                <a:cs typeface="IPAexGothic"/>
              </a:defRPr>
            </a:lvl9pPr>
          </a:lstStyle>
          <a:p xmlns:a="http://schemas.openxmlformats.org/drawingml/2006/main">
            <a:pPr algn="l">
              <a:buNone/>
              <a:defRPr sz="1575" b="0">
                <a:solidFill>
                  <a:srgbClr val="586872"/>
                </a:solidFill>
                <a:latin typeface="IPAexGothic"/>
                <a:ea typeface="IPAexGothic"/>
                <a:cs typeface="IPAexGothic"/>
              </a:defRPr>
            </a:pPr>
            <a:r>
              <a:rPr sz="1575" b="0">
                <a:solidFill>
                  <a:srgbClr val="586872"/>
                </a:solidFill>
                <a:latin typeface="IPAexGothic"/>
                <a:ea typeface="IPAexGothic"/>
                <a:cs typeface="IPAexGothic"/>
              </a:rPr>
              <a:t>距離は無次元。再標本化等は既存手法で、基準の適切さと群の意味は実データで検証する</a:t>
            </a:r>
          </a:p>
        </p:txBody>
      </p:sp>
    </p:spTree>
    <p:extLst>
      <p:ext uri="{BB962C8B-B14F-4D97-AF65-F5344CB8AC3E}">
        <p14:creationId xmlns:p14="http://schemas.microsoft.com/office/powerpoint/2010/main" val="186795767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2" name="">
            <a:extLst xmlns:a="http://schemas.openxmlformats.org/drawingml/2006/main">
              <a:ext uri="{FF2B5EF4-FFF2-40B4-BE49-F238E27FC236}">
                <a16:creationId xmlns:a16="http://schemas.microsoft.com/office/drawing/2014/main" id="{2D695BE1-1504-459C-A269-3008ECA1E07F}"/>
              </a:ext>
            </a:extLst>
          </p:cNvPr>
          <p:cNvCxnSpPr>
            <a:stCxn xmlns:a="http://schemas.openxmlformats.org/drawingml/2006/main" id="7" idx="2"/>
            <a:endCxn xmlns:a="http://schemas.openxmlformats.org/drawingml/2006/main" id="8" idx="3"/>
          </p:cNvCxnSpPr>
          <p:nvPr/>
        </p:nvCxnSpPr>
        <p:spPr>
          <a:xfrm xmlns:a="http://schemas.openxmlformats.org/drawingml/2006/main">
            <a:off x="9291638" y="3952875"/>
            <a:ext cx="423863" cy="1228725"/>
          </a:xfrm>
          <a:prstGeom xmlns:a="http://schemas.openxmlformats.org/drawingml/2006/main" prst="bentConnector4">
            <a:avLst/>
          </a:prstGeom>
          <a:ln xmlns:a="http://schemas.openxmlformats.org/drawingml/2006/main" w="19050">
            <a:solidFill>
              <a:srgbClr val="236487"/>
            </a:solidFill>
            <a:prstDash val="solid"/>
            <a:tailEnd type="arrow" w="med" len="med"/>
          </a:ln>
        </p:spPr>
      </p:cxnSp>
      <p:cxnSp>
        <p:nvCxnSpPr>
          <p:cNvPr id="11" name="">
            <a:extLst xmlns:a="http://schemas.openxmlformats.org/drawingml/2006/main">
              <a:ext uri="{FF2B5EF4-FFF2-40B4-BE49-F238E27FC236}">
                <a16:creationId xmlns:a16="http://schemas.microsoft.com/office/drawing/2014/main" id="{69C95CE2-FDE9-4714-B84E-78DFF70C493E}"/>
              </a:ext>
            </a:extLst>
          </p:cNvPr>
          <p:cNvCxnSpPr>
            <a:stCxn xmlns:a="http://schemas.openxmlformats.org/drawingml/2006/main" id="5" idx="2"/>
            <a:endCxn xmlns:a="http://schemas.openxmlformats.org/drawingml/2006/main" id="8" idx="1"/>
          </p:cNvCxnSpPr>
          <p:nvPr/>
        </p:nvCxnSpPr>
        <p:spPr>
          <a:xfrm xmlns:a="http://schemas.openxmlformats.org/drawingml/2006/main" flipH="1">
            <a:off x="2495550" y="3952875"/>
            <a:ext cx="404813" cy="1228725"/>
          </a:xfrm>
          <a:prstGeom xmlns:a="http://schemas.openxmlformats.org/drawingml/2006/main" prst="bentConnector4">
            <a:avLst/>
          </a:prstGeom>
          <a:ln xmlns:a="http://schemas.openxmlformats.org/drawingml/2006/main" w="19050">
            <a:solidFill>
              <a:srgbClr val="236487"/>
            </a:solidFill>
            <a:prstDash val="solid"/>
            <a:tailEnd type="arrow" w="med" len="med"/>
          </a:ln>
        </p:spPr>
      </p:cxnSp>
      <p:cxnSp>
        <p:nvCxnSpPr>
          <p:cNvPr id="10" name="">
            <a:extLst xmlns:a="http://schemas.openxmlformats.org/drawingml/2006/main">
              <a:ext uri="{FF2B5EF4-FFF2-40B4-BE49-F238E27FC236}">
                <a16:creationId xmlns:a16="http://schemas.microsoft.com/office/drawing/2014/main" id="{0CF38D00-E5EC-46DB-A977-CDB1A771BED2}"/>
              </a:ext>
            </a:extLst>
          </p:cNvPr>
          <p:cNvCxnSpPr>
            <a:stCxn xmlns:a="http://schemas.openxmlformats.org/drawingml/2006/main" id="6" idx="2"/>
            <a:endCxn xmlns:a="http://schemas.openxmlformats.org/drawingml/2006/main" id="7" idx="0"/>
          </p:cNvCxnSpPr>
          <p:nvPr/>
        </p:nvCxnSpPr>
        <p:spPr>
          <a:xfrm xmlns:a="http://schemas.openxmlformats.org/drawingml/2006/main">
            <a:off x="9291638" y="2638425"/>
            <a:ext cx="0" cy="552450"/>
          </a:xfrm>
          <a:prstGeom xmlns:a="http://schemas.openxmlformats.org/drawingml/2006/main" prst="straightConnector1">
            <a:avLst/>
          </a:prstGeom>
          <a:ln xmlns:a="http://schemas.openxmlformats.org/drawingml/2006/main" w="19050">
            <a:solidFill>
              <a:srgbClr val="236487"/>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DA9F59FF-6613-4BFE-A690-8AAD2A66069D}"/>
              </a:ext>
            </a:extLst>
          </p:cNvPr>
          <p:cNvCxnSpPr>
            <a:stCxn xmlns:a="http://schemas.openxmlformats.org/drawingml/2006/main" id="4" idx="2"/>
            <a:endCxn xmlns:a="http://schemas.openxmlformats.org/drawingml/2006/main" id="5" idx="0"/>
          </p:cNvCxnSpPr>
          <p:nvPr/>
        </p:nvCxnSpPr>
        <p:spPr>
          <a:xfrm xmlns:a="http://schemas.openxmlformats.org/drawingml/2006/main">
            <a:off x="2900363" y="2638425"/>
            <a:ext cx="0" cy="552450"/>
          </a:xfrm>
          <a:prstGeom xmlns:a="http://schemas.openxmlformats.org/drawingml/2006/main" prst="straightConnector1">
            <a:avLst/>
          </a:prstGeom>
          <a:ln xmlns:a="http://schemas.openxmlformats.org/drawingml/2006/main" w="19050">
            <a:solidFill>
              <a:srgbClr val="236487"/>
            </a:solidFill>
            <a:prstDash val="solid"/>
            <a:tailEnd type="arrow" w="med" len="med"/>
          </a:ln>
        </p:spPr>
      </p:cxnSp>
      <p:sp>
        <p:nvSpPr>
          <p:cNvPr id="14" name="headline">
            <a:extLst xmlns:a="http://schemas.openxmlformats.org/drawingml/2006/main">
              <a:ext uri="{FF2B5EF4-FFF2-40B4-BE49-F238E27FC236}">
                <a16:creationId xmlns:a16="http://schemas.microsoft.com/office/drawing/2014/main" id="{374BACD4-2EDC-4081-B966-A9051972A252}"/>
              </a:ext>
            </a:extLst>
          </p:cNvPr>
          <p:cNvSpPr>
            <a:spLocks xmlns:a="http://schemas.openxmlformats.org/drawingml/2006/main" noGrp="1"/>
          </p:cNvSpPr>
          <p:nvPr/>
        </p:nvSpPr>
        <p:spPr>
          <a:xfrm xmlns:a="http://schemas.openxmlformats.org/drawingml/2006/main">
            <a:off x="590550" y="333375"/>
            <a:ext cx="1095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72B3A"/>
                </a:solidFill>
                <a:latin typeface="IPAexGothic"/>
                <a:ea typeface="IPAexGothic"/>
                <a:cs typeface="IPAexGothic"/>
              </a:defRPr>
            </a:defPPr>
            <a:lvl1pPr algn="l">
              <a:buNone/>
              <a:defRPr sz="3300" b="1">
                <a:solidFill>
                  <a:srgbClr val="172B3A"/>
                </a:solidFill>
                <a:latin typeface="IPAexGothic"/>
                <a:ea typeface="IPAexGothic"/>
                <a:cs typeface="IPAexGothic"/>
              </a:defRPr>
            </a:lvl1pPr>
            <a:lvl2pPr algn="l">
              <a:buNone/>
              <a:defRPr sz="3300" b="1">
                <a:solidFill>
                  <a:srgbClr val="172B3A"/>
                </a:solidFill>
                <a:latin typeface="IPAexGothic"/>
                <a:ea typeface="IPAexGothic"/>
                <a:cs typeface="IPAexGothic"/>
              </a:defRPr>
            </a:lvl2pPr>
            <a:lvl3pPr algn="l">
              <a:buNone/>
              <a:defRPr sz="3300" b="1">
                <a:solidFill>
                  <a:srgbClr val="172B3A"/>
                </a:solidFill>
                <a:latin typeface="IPAexGothic"/>
                <a:ea typeface="IPAexGothic"/>
                <a:cs typeface="IPAexGothic"/>
              </a:defRPr>
            </a:lvl3pPr>
            <a:lvl4pPr algn="l">
              <a:buNone/>
              <a:defRPr sz="3300" b="1">
                <a:solidFill>
                  <a:srgbClr val="172B3A"/>
                </a:solidFill>
                <a:latin typeface="IPAexGothic"/>
                <a:ea typeface="IPAexGothic"/>
                <a:cs typeface="IPAexGothic"/>
              </a:defRPr>
            </a:lvl4pPr>
            <a:lvl5pPr algn="l">
              <a:buNone/>
              <a:defRPr sz="3300" b="1">
                <a:solidFill>
                  <a:srgbClr val="172B3A"/>
                </a:solidFill>
                <a:latin typeface="IPAexGothic"/>
                <a:ea typeface="IPAexGothic"/>
                <a:cs typeface="IPAexGothic"/>
              </a:defRPr>
            </a:lvl5pPr>
            <a:lvl6pPr algn="l">
              <a:buNone/>
              <a:defRPr sz="3300" b="1">
                <a:solidFill>
                  <a:srgbClr val="172B3A"/>
                </a:solidFill>
                <a:latin typeface="IPAexGothic"/>
                <a:ea typeface="IPAexGothic"/>
                <a:cs typeface="IPAexGothic"/>
              </a:defRPr>
            </a:lvl6pPr>
            <a:lvl7pPr algn="l">
              <a:buNone/>
              <a:defRPr sz="3300" b="1">
                <a:solidFill>
                  <a:srgbClr val="172B3A"/>
                </a:solidFill>
                <a:latin typeface="IPAexGothic"/>
                <a:ea typeface="IPAexGothic"/>
                <a:cs typeface="IPAexGothic"/>
              </a:defRPr>
            </a:lvl7pPr>
            <a:lvl8pPr algn="l">
              <a:buNone/>
              <a:defRPr sz="3300" b="1">
                <a:solidFill>
                  <a:srgbClr val="172B3A"/>
                </a:solidFill>
                <a:latin typeface="IPAexGothic"/>
                <a:ea typeface="IPAexGothic"/>
                <a:cs typeface="IPAexGothic"/>
              </a:defRPr>
            </a:lvl8pPr>
            <a:lvl9pPr algn="l">
              <a:buNone/>
              <a:defRPr sz="3300" b="1">
                <a:solidFill>
                  <a:srgbClr val="172B3A"/>
                </a:solidFill>
                <a:latin typeface="IPAexGothic"/>
                <a:ea typeface="IPAexGothic"/>
                <a:cs typeface="IPAexGothic"/>
              </a:defRPr>
            </a:lvl9pPr>
          </a:lstStyle>
          <a:p xmlns:a="http://schemas.openxmlformats.org/drawingml/2006/main">
            <a:pPr algn="l">
              <a:buNone/>
              <a:defRPr sz="3300" b="1">
                <a:solidFill>
                  <a:srgbClr val="172B3A"/>
                </a:solidFill>
                <a:latin typeface="IPAexGothic"/>
                <a:ea typeface="IPAexGothic"/>
                <a:cs typeface="IPAexGothic"/>
              </a:defRPr>
            </a:pPr>
            <a:r>
              <a:rPr sz="3300" b="1">
                <a:solidFill>
                  <a:srgbClr val="172B3A"/>
                </a:solidFill>
                <a:latin typeface="IPAexGothic"/>
                <a:ea typeface="IPAexGothic"/>
                <a:cs typeface="IPAexGothic"/>
              </a:rPr>
              <a:t>③ 元データ側と出現情報側の性能比較</a:t>
            </a:r>
          </a:p>
        </p:txBody>
      </p:sp>
      <p:sp>
        <p:nvSpPr>
          <p:cNvPr id="2" name="summary">
            <a:extLst xmlns:a="http://schemas.openxmlformats.org/drawingml/2006/main">
              <a:ext uri="{FF2B5EF4-FFF2-40B4-BE49-F238E27FC236}">
                <a16:creationId xmlns:a16="http://schemas.microsoft.com/office/drawing/2014/main" id="{66747C7F-9C6C-444F-B4D8-F96F972B1F07}"/>
              </a:ext>
            </a:extLst>
          </p:cNvPr>
          <p:cNvSpPr>
            <a:spLocks xmlns:a="http://schemas.openxmlformats.org/drawingml/2006/main" noGrp="1"/>
          </p:cNvSpPr>
          <p:nvPr/>
        </p:nvSpPr>
        <p:spPr>
          <a:xfrm xmlns:a="http://schemas.openxmlformats.org/drawingml/2006/main">
            <a:off x="609600" y="1028700"/>
            <a:ext cx="10896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86872"/>
                </a:solidFill>
                <a:latin typeface="IPAexGothic"/>
                <a:ea typeface="IPAexGothic"/>
                <a:cs typeface="IPAexGothic"/>
              </a:defRPr>
            </a:defPPr>
            <a:lvl1pPr algn="l">
              <a:buNone/>
              <a:defRPr sz="1800" b="0">
                <a:solidFill>
                  <a:srgbClr val="586872"/>
                </a:solidFill>
                <a:latin typeface="IPAexGothic"/>
                <a:ea typeface="IPAexGothic"/>
                <a:cs typeface="IPAexGothic"/>
              </a:defRPr>
            </a:lvl1pPr>
            <a:lvl2pPr algn="l">
              <a:buNone/>
              <a:defRPr sz="1800" b="0">
                <a:solidFill>
                  <a:srgbClr val="586872"/>
                </a:solidFill>
                <a:latin typeface="IPAexGothic"/>
                <a:ea typeface="IPAexGothic"/>
                <a:cs typeface="IPAexGothic"/>
              </a:defRPr>
            </a:lvl2pPr>
            <a:lvl3pPr algn="l">
              <a:buNone/>
              <a:defRPr sz="1800" b="0">
                <a:solidFill>
                  <a:srgbClr val="586872"/>
                </a:solidFill>
                <a:latin typeface="IPAexGothic"/>
                <a:ea typeface="IPAexGothic"/>
                <a:cs typeface="IPAexGothic"/>
              </a:defRPr>
            </a:lvl3pPr>
            <a:lvl4pPr algn="l">
              <a:buNone/>
              <a:defRPr sz="1800" b="0">
                <a:solidFill>
                  <a:srgbClr val="586872"/>
                </a:solidFill>
                <a:latin typeface="IPAexGothic"/>
                <a:ea typeface="IPAexGothic"/>
                <a:cs typeface="IPAexGothic"/>
              </a:defRPr>
            </a:lvl4pPr>
            <a:lvl5pPr algn="l">
              <a:buNone/>
              <a:defRPr sz="1800" b="0">
                <a:solidFill>
                  <a:srgbClr val="586872"/>
                </a:solidFill>
                <a:latin typeface="IPAexGothic"/>
                <a:ea typeface="IPAexGothic"/>
                <a:cs typeface="IPAexGothic"/>
              </a:defRPr>
            </a:lvl5pPr>
            <a:lvl6pPr algn="l">
              <a:buNone/>
              <a:defRPr sz="1800" b="0">
                <a:solidFill>
                  <a:srgbClr val="586872"/>
                </a:solidFill>
                <a:latin typeface="IPAexGothic"/>
                <a:ea typeface="IPAexGothic"/>
                <a:cs typeface="IPAexGothic"/>
              </a:defRPr>
            </a:lvl6pPr>
            <a:lvl7pPr algn="l">
              <a:buNone/>
              <a:defRPr sz="1800" b="0">
                <a:solidFill>
                  <a:srgbClr val="586872"/>
                </a:solidFill>
                <a:latin typeface="IPAexGothic"/>
                <a:ea typeface="IPAexGothic"/>
                <a:cs typeface="IPAexGothic"/>
              </a:defRPr>
            </a:lvl7pPr>
            <a:lvl8pPr algn="l">
              <a:buNone/>
              <a:defRPr sz="1800" b="0">
                <a:solidFill>
                  <a:srgbClr val="586872"/>
                </a:solidFill>
                <a:latin typeface="IPAexGothic"/>
                <a:ea typeface="IPAexGothic"/>
                <a:cs typeface="IPAexGothic"/>
              </a:defRPr>
            </a:lvl8pPr>
            <a:lvl9pPr algn="l">
              <a:buNone/>
              <a:defRPr sz="1800" b="0">
                <a:solidFill>
                  <a:srgbClr val="586872"/>
                </a:solidFill>
                <a:latin typeface="IPAexGothic"/>
                <a:ea typeface="IPAexGothic"/>
                <a:cs typeface="IPAexGothic"/>
              </a:defRPr>
            </a:lvl9pPr>
          </a:lstStyle>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元データから作る特徴量を出現情報から作る特徴量へ替えても、判定性能を保てるか調べます。</a:t>
            </a:r>
          </a:p>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同じ検証事例で二つのモデルを比べ、全体と条件別の性能が事前の許容範囲に入るか確認します。</a:t>
            </a:r>
          </a:p>
        </p:txBody>
      </p:sp>
      <p:sp>
        <p:nvSpPr>
          <p:cNvPr id="3" name="text-2">
            <a:extLst xmlns:a="http://schemas.openxmlformats.org/drawingml/2006/main">
              <a:ext uri="{FF2B5EF4-FFF2-40B4-BE49-F238E27FC236}">
                <a16:creationId xmlns:a16="http://schemas.microsoft.com/office/drawing/2014/main" id="{157276FD-AE11-43C2-A622-10BBB2E08AA5}"/>
              </a:ext>
            </a:extLst>
          </p:cNvPr>
          <p:cNvSpPr>
            <a:spLocks xmlns:a="http://schemas.openxmlformats.org/drawingml/2006/main" noGrp="1"/>
          </p:cNvSpPr>
          <p:nvPr/>
        </p:nvSpPr>
        <p:spPr>
          <a:xfrm xmlns:a="http://schemas.openxmlformats.org/drawingml/2006/main">
            <a:off x="11239500" y="644842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872"/>
                </a:solidFill>
                <a:latin typeface="IPAexGothic"/>
                <a:ea typeface="IPAexGothic"/>
                <a:cs typeface="IPAexGothic"/>
              </a:defRPr>
            </a:defPPr>
            <a:lvl1pPr algn="r">
              <a:buNone/>
              <a:defRPr sz="1275" b="0">
                <a:solidFill>
                  <a:srgbClr val="586872"/>
                </a:solidFill>
                <a:latin typeface="IPAexGothic"/>
                <a:ea typeface="IPAexGothic"/>
                <a:cs typeface="IPAexGothic"/>
              </a:defRPr>
            </a:lvl1pPr>
            <a:lvl2pPr algn="r">
              <a:buNone/>
              <a:defRPr sz="1275" b="0">
                <a:solidFill>
                  <a:srgbClr val="586872"/>
                </a:solidFill>
                <a:latin typeface="IPAexGothic"/>
                <a:ea typeface="IPAexGothic"/>
                <a:cs typeface="IPAexGothic"/>
              </a:defRPr>
            </a:lvl2pPr>
            <a:lvl3pPr algn="r">
              <a:buNone/>
              <a:defRPr sz="1275" b="0">
                <a:solidFill>
                  <a:srgbClr val="586872"/>
                </a:solidFill>
                <a:latin typeface="IPAexGothic"/>
                <a:ea typeface="IPAexGothic"/>
                <a:cs typeface="IPAexGothic"/>
              </a:defRPr>
            </a:lvl3pPr>
            <a:lvl4pPr algn="r">
              <a:buNone/>
              <a:defRPr sz="1275" b="0">
                <a:solidFill>
                  <a:srgbClr val="586872"/>
                </a:solidFill>
                <a:latin typeface="IPAexGothic"/>
                <a:ea typeface="IPAexGothic"/>
                <a:cs typeface="IPAexGothic"/>
              </a:defRPr>
            </a:lvl4pPr>
            <a:lvl5pPr algn="r">
              <a:buNone/>
              <a:defRPr sz="1275" b="0">
                <a:solidFill>
                  <a:srgbClr val="586872"/>
                </a:solidFill>
                <a:latin typeface="IPAexGothic"/>
                <a:ea typeface="IPAexGothic"/>
                <a:cs typeface="IPAexGothic"/>
              </a:defRPr>
            </a:lvl5pPr>
            <a:lvl6pPr algn="r">
              <a:buNone/>
              <a:defRPr sz="1275" b="0">
                <a:solidFill>
                  <a:srgbClr val="586872"/>
                </a:solidFill>
                <a:latin typeface="IPAexGothic"/>
                <a:ea typeface="IPAexGothic"/>
                <a:cs typeface="IPAexGothic"/>
              </a:defRPr>
            </a:lvl6pPr>
            <a:lvl7pPr algn="r">
              <a:buNone/>
              <a:defRPr sz="1275" b="0">
                <a:solidFill>
                  <a:srgbClr val="586872"/>
                </a:solidFill>
                <a:latin typeface="IPAexGothic"/>
                <a:ea typeface="IPAexGothic"/>
                <a:cs typeface="IPAexGothic"/>
              </a:defRPr>
            </a:lvl7pPr>
            <a:lvl8pPr algn="r">
              <a:buNone/>
              <a:defRPr sz="1275" b="0">
                <a:solidFill>
                  <a:srgbClr val="586872"/>
                </a:solidFill>
                <a:latin typeface="IPAexGothic"/>
                <a:ea typeface="IPAexGothic"/>
                <a:cs typeface="IPAexGothic"/>
              </a:defRPr>
            </a:lvl8pPr>
            <a:lvl9pPr algn="r">
              <a:buNone/>
              <a:defRPr sz="1275" b="0">
                <a:solidFill>
                  <a:srgbClr val="586872"/>
                </a:solidFill>
                <a:latin typeface="IPAexGothic"/>
                <a:ea typeface="IPAexGothic"/>
                <a:cs typeface="IPAexGothic"/>
              </a:defRPr>
            </a:lvl9pPr>
          </a:lstStyle>
          <a:p xmlns:a="http://schemas.openxmlformats.org/drawingml/2006/main">
            <a:pPr algn="r">
              <a:buNone/>
              <a:defRPr sz="1275" b="0">
                <a:solidFill>
                  <a:srgbClr val="586872"/>
                </a:solidFill>
                <a:latin typeface="IPAexGothic"/>
                <a:ea typeface="IPAexGothic"/>
                <a:cs typeface="IPAexGothic"/>
              </a:defRPr>
            </a:pPr>
            <a:r>
              <a:rPr sz="1275" b="0">
                <a:solidFill>
                  <a:srgbClr val="586872"/>
                </a:solidFill>
                <a:latin typeface="IPAexGothic"/>
                <a:ea typeface="IPAexGothic"/>
                <a:cs typeface="IPAexGothic"/>
              </a:rPr>
              <a:t>22</a:t>
            </a:r>
          </a:p>
        </p:txBody>
      </p:sp>
      <p:sp>
        <p:nvSpPr>
          <p:cNvPr id="4" name="diagram-3">
            <a:extLst xmlns:a="http://schemas.openxmlformats.org/drawingml/2006/main">
              <a:ext uri="{FF2B5EF4-FFF2-40B4-BE49-F238E27FC236}">
                <a16:creationId xmlns:a16="http://schemas.microsoft.com/office/drawing/2014/main" id="{993AC1D5-AE73-4A1B-AEB3-52650A093B10}"/>
              </a:ext>
            </a:extLst>
          </p:cNvPr>
          <p:cNvSpPr>
            <a:spLocks xmlns:a="http://schemas.openxmlformats.org/drawingml/2006/main" noGrp="1"/>
          </p:cNvSpPr>
          <p:nvPr/>
        </p:nvSpPr>
        <p:spPr>
          <a:xfrm xmlns:a="http://schemas.openxmlformats.org/drawingml/2006/main">
            <a:off x="638175" y="1781175"/>
            <a:ext cx="4524375" cy="857250"/>
          </a:xfrm>
          <a:prstGeom xmlns:a="http://schemas.openxmlformats.org/drawingml/2006/main" prst="rect">
            <a:avLst/>
          </a:prstGeom>
          <a:solidFill xmlns:a="http://schemas.openxmlformats.org/drawingml/2006/main">
            <a:srgbClr val="EAF1F5"/>
          </a:solidFill>
          <a:ln xmlns:a="http://schemas.openxmlformats.org/drawingml/2006/main" w="14288">
            <a:solidFill>
              <a:srgbClr val="236487"/>
            </a:solidFill>
            <a:prstDash val="solid"/>
          </a:ln>
        </p:spPr>
        <p:txBody>
          <a:bodyPr xmlns:a="http://schemas.openxmlformats.org/drawingml/2006/main" wrap="square" lIns="114300" tIns="114300" rIns="114300" bIns="114300" anchor="ctr">
            <a:noAutofit/>
          </a:bodyPr>
          <a:lstStyle xmlns:a="http://schemas.openxmlformats.org/drawingml/2006/main">
            <a:defPPr algn="ctr">
              <a:defRPr sz="1950" b="0">
                <a:solidFill>
                  <a:srgbClr val="172B3A"/>
                </a:solidFill>
                <a:latin typeface="IPAexGothic"/>
                <a:ea typeface="IPAexGothic"/>
                <a:cs typeface="IPAexGothic"/>
              </a:defRPr>
            </a:defPPr>
            <a:lvl1pPr algn="ctr">
              <a:buNone/>
              <a:defRPr sz="1950" b="0">
                <a:solidFill>
                  <a:srgbClr val="172B3A"/>
                </a:solidFill>
                <a:latin typeface="IPAexGothic"/>
                <a:ea typeface="IPAexGothic"/>
                <a:cs typeface="IPAexGothic"/>
              </a:defRPr>
            </a:lvl1pPr>
            <a:lvl2pPr algn="ctr">
              <a:buNone/>
              <a:defRPr sz="1950" b="0">
                <a:solidFill>
                  <a:srgbClr val="172B3A"/>
                </a:solidFill>
                <a:latin typeface="IPAexGothic"/>
                <a:ea typeface="IPAexGothic"/>
                <a:cs typeface="IPAexGothic"/>
              </a:defRPr>
            </a:lvl2pPr>
            <a:lvl3pPr algn="ctr">
              <a:buNone/>
              <a:defRPr sz="1950" b="0">
                <a:solidFill>
                  <a:srgbClr val="172B3A"/>
                </a:solidFill>
                <a:latin typeface="IPAexGothic"/>
                <a:ea typeface="IPAexGothic"/>
                <a:cs typeface="IPAexGothic"/>
              </a:defRPr>
            </a:lvl3pPr>
            <a:lvl4pPr algn="ctr">
              <a:buNone/>
              <a:defRPr sz="1950" b="0">
                <a:solidFill>
                  <a:srgbClr val="172B3A"/>
                </a:solidFill>
                <a:latin typeface="IPAexGothic"/>
                <a:ea typeface="IPAexGothic"/>
                <a:cs typeface="IPAexGothic"/>
              </a:defRPr>
            </a:lvl4pPr>
            <a:lvl5pPr algn="ctr">
              <a:buNone/>
              <a:defRPr sz="1950" b="0">
                <a:solidFill>
                  <a:srgbClr val="172B3A"/>
                </a:solidFill>
                <a:latin typeface="IPAexGothic"/>
                <a:ea typeface="IPAexGothic"/>
                <a:cs typeface="IPAexGothic"/>
              </a:defRPr>
            </a:lvl5pPr>
            <a:lvl6pPr algn="ctr">
              <a:buNone/>
              <a:defRPr sz="1950" b="0">
                <a:solidFill>
                  <a:srgbClr val="172B3A"/>
                </a:solidFill>
                <a:latin typeface="IPAexGothic"/>
                <a:ea typeface="IPAexGothic"/>
                <a:cs typeface="IPAexGothic"/>
              </a:defRPr>
            </a:lvl6pPr>
            <a:lvl7pPr algn="ctr">
              <a:buNone/>
              <a:defRPr sz="1950" b="0">
                <a:solidFill>
                  <a:srgbClr val="172B3A"/>
                </a:solidFill>
                <a:latin typeface="IPAexGothic"/>
                <a:ea typeface="IPAexGothic"/>
                <a:cs typeface="IPAexGothic"/>
              </a:defRPr>
            </a:lvl7pPr>
            <a:lvl8pPr algn="ctr">
              <a:buNone/>
              <a:defRPr sz="1950" b="0">
                <a:solidFill>
                  <a:srgbClr val="172B3A"/>
                </a:solidFill>
                <a:latin typeface="IPAexGothic"/>
                <a:ea typeface="IPAexGothic"/>
                <a:cs typeface="IPAexGothic"/>
              </a:defRPr>
            </a:lvl8pPr>
            <a:lvl9pPr algn="ctr">
              <a:buNone/>
              <a:defRPr sz="1950" b="0">
                <a:solidFill>
                  <a:srgbClr val="172B3A"/>
                </a:solidFill>
                <a:latin typeface="IPAexGothic"/>
                <a:ea typeface="IPAexGothic"/>
                <a:cs typeface="IPAexGothic"/>
              </a:defRPr>
            </a:lvl9pPr>
          </a:lstStyle>
          <a:p xmlns:a="http://schemas.openxmlformats.org/drawingml/2006/main">
            <a:pPr algn="ctr">
              <a:buNone/>
              <a:defRPr sz="1950" b="0">
                <a:solidFill>
                  <a:srgbClr val="172B3A"/>
                </a:solidFill>
                <a:latin typeface="IPAexGothic"/>
                <a:ea typeface="IPAexGothic"/>
                <a:cs typeface="IPAexGothic"/>
              </a:defRPr>
            </a:pPr>
            <a:r>
              <a:rPr sz="1950" b="0">
                <a:solidFill>
                  <a:srgbClr val="172B3A"/>
                </a:solidFill>
                <a:latin typeface="IPAexGothic"/>
                <a:ea typeface="IPAexGothic"/>
                <a:cs typeface="IPAexGothic"/>
              </a:rPr>
              <a:t>元データ：30秒の振動・温度</a:t>
            </a:r>
          </a:p>
          <a:p xmlns:a="http://schemas.openxmlformats.org/drawingml/2006/main">
            <a:pPr algn="ctr">
              <a:buNone/>
              <a:defRPr sz="1950" b="0">
                <a:solidFill>
                  <a:srgbClr val="172B3A"/>
                </a:solidFill>
                <a:latin typeface="IPAexGothic"/>
                <a:ea typeface="IPAexGothic"/>
                <a:cs typeface="IPAexGothic"/>
              </a:defRPr>
            </a:pPr>
            <a:r>
              <a:rPr sz="1950" b="0">
                <a:solidFill>
                  <a:srgbClr val="172B3A"/>
                </a:solidFill>
                <a:latin typeface="IPAexGothic"/>
                <a:ea typeface="IPAexGothic"/>
                <a:cs typeface="IPAexGothic"/>
              </a:rPr>
              <a:t>学習側で尺度をそろえた60値</a:t>
            </a:r>
          </a:p>
        </p:txBody>
      </p:sp>
      <p:sp>
        <p:nvSpPr>
          <p:cNvPr id="5" name="diagram-4">
            <a:extLst xmlns:a="http://schemas.openxmlformats.org/drawingml/2006/main">
              <a:ext uri="{FF2B5EF4-FFF2-40B4-BE49-F238E27FC236}">
                <a16:creationId xmlns:a16="http://schemas.microsoft.com/office/drawing/2014/main" id="{576D34B0-FCA1-4D68-AFF0-BE6ECF254728}"/>
              </a:ext>
            </a:extLst>
          </p:cNvPr>
          <p:cNvSpPr>
            <a:spLocks xmlns:a="http://schemas.openxmlformats.org/drawingml/2006/main" noGrp="1"/>
          </p:cNvSpPr>
          <p:nvPr/>
        </p:nvSpPr>
        <p:spPr>
          <a:xfrm xmlns:a="http://schemas.openxmlformats.org/drawingml/2006/main">
            <a:off x="638175" y="3190875"/>
            <a:ext cx="4524375" cy="762000"/>
          </a:xfrm>
          <a:prstGeom xmlns:a="http://schemas.openxmlformats.org/drawingml/2006/main" prst="rect">
            <a:avLst/>
          </a:prstGeom>
          <a:solidFill xmlns:a="http://schemas.openxmlformats.org/drawingml/2006/main">
            <a:srgbClr val="EAF1F5"/>
          </a:solidFill>
          <a:ln xmlns:a="http://schemas.openxmlformats.org/drawingml/2006/main" w="14288">
            <a:solidFill>
              <a:srgbClr val="236487"/>
            </a:solidFill>
            <a:prstDash val="solid"/>
          </a:ln>
        </p:spPr>
        <p:txBody>
          <a:bodyPr xmlns:a="http://schemas.openxmlformats.org/drawingml/2006/main" wrap="square" lIns="114300" tIns="114300" rIns="114300" bIns="114300" anchor="ctr">
            <a:noAutofit/>
          </a:bodyPr>
          <a:lstStyle xmlns:a="http://schemas.openxmlformats.org/drawingml/2006/main">
            <a:defPPr algn="ctr">
              <a:defRPr sz="1950" b="0">
                <a:solidFill>
                  <a:srgbClr val="172B3A"/>
                </a:solidFill>
                <a:latin typeface="IPAexGothic"/>
                <a:ea typeface="IPAexGothic"/>
                <a:cs typeface="IPAexGothic"/>
              </a:defRPr>
            </a:defPPr>
            <a:lvl1pPr algn="ctr">
              <a:buNone/>
              <a:defRPr sz="1950" b="0">
                <a:solidFill>
                  <a:srgbClr val="172B3A"/>
                </a:solidFill>
                <a:latin typeface="IPAexGothic"/>
                <a:ea typeface="IPAexGothic"/>
                <a:cs typeface="IPAexGothic"/>
              </a:defRPr>
            </a:lvl1pPr>
            <a:lvl2pPr algn="ctr">
              <a:buNone/>
              <a:defRPr sz="1950" b="0">
                <a:solidFill>
                  <a:srgbClr val="172B3A"/>
                </a:solidFill>
                <a:latin typeface="IPAexGothic"/>
                <a:ea typeface="IPAexGothic"/>
                <a:cs typeface="IPAexGothic"/>
              </a:defRPr>
            </a:lvl2pPr>
            <a:lvl3pPr algn="ctr">
              <a:buNone/>
              <a:defRPr sz="1950" b="0">
                <a:solidFill>
                  <a:srgbClr val="172B3A"/>
                </a:solidFill>
                <a:latin typeface="IPAexGothic"/>
                <a:ea typeface="IPAexGothic"/>
                <a:cs typeface="IPAexGothic"/>
              </a:defRPr>
            </a:lvl3pPr>
            <a:lvl4pPr algn="ctr">
              <a:buNone/>
              <a:defRPr sz="1950" b="0">
                <a:solidFill>
                  <a:srgbClr val="172B3A"/>
                </a:solidFill>
                <a:latin typeface="IPAexGothic"/>
                <a:ea typeface="IPAexGothic"/>
                <a:cs typeface="IPAexGothic"/>
              </a:defRPr>
            </a:lvl4pPr>
            <a:lvl5pPr algn="ctr">
              <a:buNone/>
              <a:defRPr sz="1950" b="0">
                <a:solidFill>
                  <a:srgbClr val="172B3A"/>
                </a:solidFill>
                <a:latin typeface="IPAexGothic"/>
                <a:ea typeface="IPAexGothic"/>
                <a:cs typeface="IPAexGothic"/>
              </a:defRPr>
            </a:lvl5pPr>
            <a:lvl6pPr algn="ctr">
              <a:buNone/>
              <a:defRPr sz="1950" b="0">
                <a:solidFill>
                  <a:srgbClr val="172B3A"/>
                </a:solidFill>
                <a:latin typeface="IPAexGothic"/>
                <a:ea typeface="IPAexGothic"/>
                <a:cs typeface="IPAexGothic"/>
              </a:defRPr>
            </a:lvl6pPr>
            <a:lvl7pPr algn="ctr">
              <a:buNone/>
              <a:defRPr sz="1950" b="0">
                <a:solidFill>
                  <a:srgbClr val="172B3A"/>
                </a:solidFill>
                <a:latin typeface="IPAexGothic"/>
                <a:ea typeface="IPAexGothic"/>
                <a:cs typeface="IPAexGothic"/>
              </a:defRPr>
            </a:lvl7pPr>
            <a:lvl8pPr algn="ctr">
              <a:buNone/>
              <a:defRPr sz="1950" b="0">
                <a:solidFill>
                  <a:srgbClr val="172B3A"/>
                </a:solidFill>
                <a:latin typeface="IPAexGothic"/>
                <a:ea typeface="IPAexGothic"/>
                <a:cs typeface="IPAexGothic"/>
              </a:defRPr>
            </a:lvl8pPr>
            <a:lvl9pPr algn="ctr">
              <a:buNone/>
              <a:defRPr sz="1950" b="0">
                <a:solidFill>
                  <a:srgbClr val="172B3A"/>
                </a:solidFill>
                <a:latin typeface="IPAexGothic"/>
                <a:ea typeface="IPAexGothic"/>
                <a:cs typeface="IPAexGothic"/>
              </a:defRPr>
            </a:lvl9pPr>
          </a:lstStyle>
          <a:p xmlns:a="http://schemas.openxmlformats.org/drawingml/2006/main">
            <a:pPr algn="ctr">
              <a:buNone/>
              <a:defRPr sz="1950" b="0">
                <a:solidFill>
                  <a:srgbClr val="172B3A"/>
                </a:solidFill>
                <a:latin typeface="IPAexGothic"/>
                <a:ea typeface="IPAexGothic"/>
                <a:cs typeface="IPAexGothic"/>
              </a:defRPr>
            </a:pPr>
            <a:r>
              <a:rPr sz="1950" b="0">
                <a:solidFill>
                  <a:srgbClr val="172B3A"/>
                </a:solidFill>
                <a:latin typeface="IPAexGothic"/>
                <a:ea typeface="IPAexGothic"/>
                <a:cs typeface="IPAexGothic"/>
              </a:rPr>
              <a:t>比較基準のモデル</a:t>
            </a:r>
          </a:p>
          <a:p xmlns:a="http://schemas.openxmlformats.org/drawingml/2006/main">
            <a:pPr algn="ctr">
              <a:buNone/>
              <a:defRPr sz="1950" b="0">
                <a:solidFill>
                  <a:srgbClr val="172B3A"/>
                </a:solidFill>
                <a:latin typeface="IPAexGothic"/>
                <a:ea typeface="IPAexGothic"/>
                <a:cs typeface="IPAexGothic"/>
              </a:defRPr>
            </a:pPr>
            <a:r>
              <a:rPr sz="1950" b="0">
                <a:solidFill>
                  <a:srgbClr val="172B3A"/>
                </a:solidFill>
                <a:latin typeface="IPAexGothic"/>
                <a:ea typeface="IPAexGothic"/>
                <a:cs typeface="IPAexGothic"/>
              </a:rPr>
              <a:t>ロジスティック回帰</a:t>
            </a:r>
          </a:p>
        </p:txBody>
      </p:sp>
      <p:sp>
        <p:nvSpPr>
          <p:cNvPr id="6" name="diagram-5">
            <a:extLst xmlns:a="http://schemas.openxmlformats.org/drawingml/2006/main">
              <a:ext uri="{FF2B5EF4-FFF2-40B4-BE49-F238E27FC236}">
                <a16:creationId xmlns:a16="http://schemas.microsoft.com/office/drawing/2014/main" id="{A4D9A10D-140E-4530-96AA-9911F2DC7D08}"/>
              </a:ext>
            </a:extLst>
          </p:cNvPr>
          <p:cNvSpPr>
            <a:spLocks xmlns:a="http://schemas.openxmlformats.org/drawingml/2006/main" noGrp="1"/>
          </p:cNvSpPr>
          <p:nvPr/>
        </p:nvSpPr>
        <p:spPr>
          <a:xfrm xmlns:a="http://schemas.openxmlformats.org/drawingml/2006/main">
            <a:off x="7029450" y="1781175"/>
            <a:ext cx="4524375" cy="857250"/>
          </a:xfrm>
          <a:prstGeom xmlns:a="http://schemas.openxmlformats.org/drawingml/2006/main" prst="rect">
            <a:avLst/>
          </a:prstGeom>
          <a:solidFill xmlns:a="http://schemas.openxmlformats.org/drawingml/2006/main">
            <a:srgbClr val="EAF1F5"/>
          </a:solidFill>
          <a:ln xmlns:a="http://schemas.openxmlformats.org/drawingml/2006/main" w="14288">
            <a:solidFill>
              <a:srgbClr val="236487"/>
            </a:solidFill>
            <a:prstDash val="solid"/>
          </a:ln>
        </p:spPr>
        <p:txBody>
          <a:bodyPr xmlns:a="http://schemas.openxmlformats.org/drawingml/2006/main" wrap="square" lIns="114300" tIns="114300" rIns="114300" bIns="114300" anchor="ctr">
            <a:noAutofit/>
          </a:bodyPr>
          <a:lstStyle xmlns:a="http://schemas.openxmlformats.org/drawingml/2006/main">
            <a:defPPr algn="ctr">
              <a:defRPr sz="1950" b="0">
                <a:solidFill>
                  <a:srgbClr val="172B3A"/>
                </a:solidFill>
                <a:latin typeface="IPAexGothic"/>
                <a:ea typeface="IPAexGothic"/>
                <a:cs typeface="IPAexGothic"/>
              </a:defRPr>
            </a:defPPr>
            <a:lvl1pPr algn="ctr">
              <a:buNone/>
              <a:defRPr sz="1950" b="0">
                <a:solidFill>
                  <a:srgbClr val="172B3A"/>
                </a:solidFill>
                <a:latin typeface="IPAexGothic"/>
                <a:ea typeface="IPAexGothic"/>
                <a:cs typeface="IPAexGothic"/>
              </a:defRPr>
            </a:lvl1pPr>
            <a:lvl2pPr algn="ctr">
              <a:buNone/>
              <a:defRPr sz="1950" b="0">
                <a:solidFill>
                  <a:srgbClr val="172B3A"/>
                </a:solidFill>
                <a:latin typeface="IPAexGothic"/>
                <a:ea typeface="IPAexGothic"/>
                <a:cs typeface="IPAexGothic"/>
              </a:defRPr>
            </a:lvl2pPr>
            <a:lvl3pPr algn="ctr">
              <a:buNone/>
              <a:defRPr sz="1950" b="0">
                <a:solidFill>
                  <a:srgbClr val="172B3A"/>
                </a:solidFill>
                <a:latin typeface="IPAexGothic"/>
                <a:ea typeface="IPAexGothic"/>
                <a:cs typeface="IPAexGothic"/>
              </a:defRPr>
            </a:lvl3pPr>
            <a:lvl4pPr algn="ctr">
              <a:buNone/>
              <a:defRPr sz="1950" b="0">
                <a:solidFill>
                  <a:srgbClr val="172B3A"/>
                </a:solidFill>
                <a:latin typeface="IPAexGothic"/>
                <a:ea typeface="IPAexGothic"/>
                <a:cs typeface="IPAexGothic"/>
              </a:defRPr>
            </a:lvl4pPr>
            <a:lvl5pPr algn="ctr">
              <a:buNone/>
              <a:defRPr sz="1950" b="0">
                <a:solidFill>
                  <a:srgbClr val="172B3A"/>
                </a:solidFill>
                <a:latin typeface="IPAexGothic"/>
                <a:ea typeface="IPAexGothic"/>
                <a:cs typeface="IPAexGothic"/>
              </a:defRPr>
            </a:lvl5pPr>
            <a:lvl6pPr algn="ctr">
              <a:buNone/>
              <a:defRPr sz="1950" b="0">
                <a:solidFill>
                  <a:srgbClr val="172B3A"/>
                </a:solidFill>
                <a:latin typeface="IPAexGothic"/>
                <a:ea typeface="IPAexGothic"/>
                <a:cs typeface="IPAexGothic"/>
              </a:defRPr>
            </a:lvl6pPr>
            <a:lvl7pPr algn="ctr">
              <a:buNone/>
              <a:defRPr sz="1950" b="0">
                <a:solidFill>
                  <a:srgbClr val="172B3A"/>
                </a:solidFill>
                <a:latin typeface="IPAexGothic"/>
                <a:ea typeface="IPAexGothic"/>
                <a:cs typeface="IPAexGothic"/>
              </a:defRPr>
            </a:lvl7pPr>
            <a:lvl8pPr algn="ctr">
              <a:buNone/>
              <a:defRPr sz="1950" b="0">
                <a:solidFill>
                  <a:srgbClr val="172B3A"/>
                </a:solidFill>
                <a:latin typeface="IPAexGothic"/>
                <a:ea typeface="IPAexGothic"/>
                <a:cs typeface="IPAexGothic"/>
              </a:defRPr>
            </a:lvl8pPr>
            <a:lvl9pPr algn="ctr">
              <a:buNone/>
              <a:defRPr sz="1950" b="0">
                <a:solidFill>
                  <a:srgbClr val="172B3A"/>
                </a:solidFill>
                <a:latin typeface="IPAexGothic"/>
                <a:ea typeface="IPAexGothic"/>
                <a:cs typeface="IPAexGothic"/>
              </a:defRPr>
            </a:lvl9pPr>
          </a:lstStyle>
          <a:p xmlns:a="http://schemas.openxmlformats.org/drawingml/2006/main">
            <a:pPr algn="ctr">
              <a:buNone/>
              <a:defRPr sz="1950" b="0">
                <a:solidFill>
                  <a:srgbClr val="172B3A"/>
                </a:solidFill>
                <a:latin typeface="IPAexGothic"/>
                <a:ea typeface="IPAexGothic"/>
                <a:cs typeface="IPAexGothic"/>
              </a:defRPr>
            </a:pPr>
            <a:r>
              <a:rPr sz="1950" b="0">
                <a:solidFill>
                  <a:srgbClr val="172B3A"/>
                </a:solidFill>
                <a:latin typeface="IPAexGothic"/>
                <a:ea typeface="IPAexGothic"/>
                <a:cs typeface="IPAexGothic"/>
              </a:rPr>
              <a:t>同じ30秒窓の出現情報</a:t>
            </a:r>
          </a:p>
          <a:p xmlns:a="http://schemas.openxmlformats.org/drawingml/2006/main">
            <a:pPr algn="ctr">
              <a:buNone/>
              <a:defRPr sz="1950" b="0">
                <a:solidFill>
                  <a:srgbClr val="172B3A"/>
                </a:solidFill>
                <a:latin typeface="IPAexGothic"/>
                <a:ea typeface="IPAexGothic"/>
                <a:cs typeface="IPAexGothic"/>
              </a:defRPr>
            </a:pPr>
            <a:r>
              <a:rPr sz="1950" b="0">
                <a:solidFill>
                  <a:srgbClr val="172B3A"/>
                </a:solidFill>
                <a:latin typeface="IPAexGothic"/>
                <a:ea typeface="IPAexGothic"/>
                <a:cs typeface="IPAexGothic"/>
              </a:rPr>
              <a:t>パターンの一致有無・距離4項目</a:t>
            </a:r>
          </a:p>
        </p:txBody>
      </p:sp>
      <p:sp>
        <p:nvSpPr>
          <p:cNvPr id="7" name="diagram-6">
            <a:extLst xmlns:a="http://schemas.openxmlformats.org/drawingml/2006/main">
              <a:ext uri="{FF2B5EF4-FFF2-40B4-BE49-F238E27FC236}">
                <a16:creationId xmlns:a16="http://schemas.microsoft.com/office/drawing/2014/main" id="{8C9CF389-A2A9-4789-ACFE-E081289D17FD}"/>
              </a:ext>
            </a:extLst>
          </p:cNvPr>
          <p:cNvSpPr>
            <a:spLocks xmlns:a="http://schemas.openxmlformats.org/drawingml/2006/main" noGrp="1"/>
          </p:cNvSpPr>
          <p:nvPr/>
        </p:nvSpPr>
        <p:spPr>
          <a:xfrm xmlns:a="http://schemas.openxmlformats.org/drawingml/2006/main">
            <a:off x="7029450" y="3190875"/>
            <a:ext cx="4524375" cy="762000"/>
          </a:xfrm>
          <a:prstGeom xmlns:a="http://schemas.openxmlformats.org/drawingml/2006/main" prst="rect">
            <a:avLst/>
          </a:prstGeom>
          <a:solidFill xmlns:a="http://schemas.openxmlformats.org/drawingml/2006/main">
            <a:srgbClr val="EAF1F5"/>
          </a:solidFill>
          <a:ln xmlns:a="http://schemas.openxmlformats.org/drawingml/2006/main" w="14288">
            <a:solidFill>
              <a:srgbClr val="236487"/>
            </a:solidFill>
            <a:prstDash val="solid"/>
          </a:ln>
        </p:spPr>
        <p:txBody>
          <a:bodyPr xmlns:a="http://schemas.openxmlformats.org/drawingml/2006/main" wrap="square" lIns="114300" tIns="114300" rIns="114300" bIns="114300" anchor="ctr">
            <a:noAutofit/>
          </a:bodyPr>
          <a:lstStyle xmlns:a="http://schemas.openxmlformats.org/drawingml/2006/main">
            <a:defPPr algn="ctr">
              <a:defRPr sz="1950" b="0">
                <a:solidFill>
                  <a:srgbClr val="172B3A"/>
                </a:solidFill>
                <a:latin typeface="IPAexGothic"/>
                <a:ea typeface="IPAexGothic"/>
                <a:cs typeface="IPAexGothic"/>
              </a:defRPr>
            </a:defPPr>
            <a:lvl1pPr algn="ctr">
              <a:buNone/>
              <a:defRPr sz="1950" b="0">
                <a:solidFill>
                  <a:srgbClr val="172B3A"/>
                </a:solidFill>
                <a:latin typeface="IPAexGothic"/>
                <a:ea typeface="IPAexGothic"/>
                <a:cs typeface="IPAexGothic"/>
              </a:defRPr>
            </a:lvl1pPr>
            <a:lvl2pPr algn="ctr">
              <a:buNone/>
              <a:defRPr sz="1950" b="0">
                <a:solidFill>
                  <a:srgbClr val="172B3A"/>
                </a:solidFill>
                <a:latin typeface="IPAexGothic"/>
                <a:ea typeface="IPAexGothic"/>
                <a:cs typeface="IPAexGothic"/>
              </a:defRPr>
            </a:lvl2pPr>
            <a:lvl3pPr algn="ctr">
              <a:buNone/>
              <a:defRPr sz="1950" b="0">
                <a:solidFill>
                  <a:srgbClr val="172B3A"/>
                </a:solidFill>
                <a:latin typeface="IPAexGothic"/>
                <a:ea typeface="IPAexGothic"/>
                <a:cs typeface="IPAexGothic"/>
              </a:defRPr>
            </a:lvl3pPr>
            <a:lvl4pPr algn="ctr">
              <a:buNone/>
              <a:defRPr sz="1950" b="0">
                <a:solidFill>
                  <a:srgbClr val="172B3A"/>
                </a:solidFill>
                <a:latin typeface="IPAexGothic"/>
                <a:ea typeface="IPAexGothic"/>
                <a:cs typeface="IPAexGothic"/>
              </a:defRPr>
            </a:lvl4pPr>
            <a:lvl5pPr algn="ctr">
              <a:buNone/>
              <a:defRPr sz="1950" b="0">
                <a:solidFill>
                  <a:srgbClr val="172B3A"/>
                </a:solidFill>
                <a:latin typeface="IPAexGothic"/>
                <a:ea typeface="IPAexGothic"/>
                <a:cs typeface="IPAexGothic"/>
              </a:defRPr>
            </a:lvl5pPr>
            <a:lvl6pPr algn="ctr">
              <a:buNone/>
              <a:defRPr sz="1950" b="0">
                <a:solidFill>
                  <a:srgbClr val="172B3A"/>
                </a:solidFill>
                <a:latin typeface="IPAexGothic"/>
                <a:ea typeface="IPAexGothic"/>
                <a:cs typeface="IPAexGothic"/>
              </a:defRPr>
            </a:lvl6pPr>
            <a:lvl7pPr algn="ctr">
              <a:buNone/>
              <a:defRPr sz="1950" b="0">
                <a:solidFill>
                  <a:srgbClr val="172B3A"/>
                </a:solidFill>
                <a:latin typeface="IPAexGothic"/>
                <a:ea typeface="IPAexGothic"/>
                <a:cs typeface="IPAexGothic"/>
              </a:defRPr>
            </a:lvl7pPr>
            <a:lvl8pPr algn="ctr">
              <a:buNone/>
              <a:defRPr sz="1950" b="0">
                <a:solidFill>
                  <a:srgbClr val="172B3A"/>
                </a:solidFill>
                <a:latin typeface="IPAexGothic"/>
                <a:ea typeface="IPAexGothic"/>
                <a:cs typeface="IPAexGothic"/>
              </a:defRPr>
            </a:lvl8pPr>
            <a:lvl9pPr algn="ctr">
              <a:buNone/>
              <a:defRPr sz="1950" b="0">
                <a:solidFill>
                  <a:srgbClr val="172B3A"/>
                </a:solidFill>
                <a:latin typeface="IPAexGothic"/>
                <a:ea typeface="IPAexGothic"/>
                <a:cs typeface="IPAexGothic"/>
              </a:defRPr>
            </a:lvl9pPr>
          </a:lstStyle>
          <a:p xmlns:a="http://schemas.openxmlformats.org/drawingml/2006/main">
            <a:pPr algn="ctr">
              <a:buNone/>
              <a:defRPr sz="1950" b="0">
                <a:solidFill>
                  <a:srgbClr val="172B3A"/>
                </a:solidFill>
                <a:latin typeface="IPAexGothic"/>
                <a:ea typeface="IPAexGothic"/>
                <a:cs typeface="IPAexGothic"/>
              </a:defRPr>
            </a:pPr>
            <a:r>
              <a:rPr sz="1950" b="0">
                <a:solidFill>
                  <a:srgbClr val="172B3A"/>
                </a:solidFill>
                <a:latin typeface="IPAexGothic"/>
                <a:ea typeface="IPAexGothic"/>
                <a:cs typeface="IPAexGothic"/>
              </a:rPr>
              <a:t>代替候補のモデル</a:t>
            </a:r>
          </a:p>
          <a:p xmlns:a="http://schemas.openxmlformats.org/drawingml/2006/main">
            <a:pPr algn="ctr">
              <a:buNone/>
              <a:defRPr sz="1950" b="0">
                <a:solidFill>
                  <a:srgbClr val="172B3A"/>
                </a:solidFill>
                <a:latin typeface="IPAexGothic"/>
                <a:ea typeface="IPAexGothic"/>
                <a:cs typeface="IPAexGothic"/>
              </a:defRPr>
            </a:pPr>
            <a:r>
              <a:rPr sz="1950" b="0">
                <a:solidFill>
                  <a:srgbClr val="172B3A"/>
                </a:solidFill>
                <a:latin typeface="IPAexGothic"/>
                <a:ea typeface="IPAexGothic"/>
                <a:cs typeface="IPAexGothic"/>
              </a:rPr>
              <a:t>ロジスティック回帰</a:t>
            </a:r>
          </a:p>
        </p:txBody>
      </p:sp>
      <p:sp>
        <p:nvSpPr>
          <p:cNvPr id="8" name="diagram-7">
            <a:extLst xmlns:a="http://schemas.openxmlformats.org/drawingml/2006/main">
              <a:ext uri="{FF2B5EF4-FFF2-40B4-BE49-F238E27FC236}">
                <a16:creationId xmlns:a16="http://schemas.microsoft.com/office/drawing/2014/main" id="{F0EDADE7-7954-4887-8A80-801BE7C19BC5}"/>
              </a:ext>
            </a:extLst>
          </p:cNvPr>
          <p:cNvSpPr>
            <a:spLocks xmlns:a="http://schemas.openxmlformats.org/drawingml/2006/main" noGrp="1"/>
          </p:cNvSpPr>
          <p:nvPr/>
        </p:nvSpPr>
        <p:spPr>
          <a:xfrm xmlns:a="http://schemas.openxmlformats.org/drawingml/2006/main">
            <a:off x="2724150" y="4676775"/>
            <a:ext cx="6762750" cy="1009650"/>
          </a:xfrm>
          <a:prstGeom xmlns:a="http://schemas.openxmlformats.org/drawingml/2006/main" prst="rect">
            <a:avLst/>
          </a:prstGeom>
          <a:solidFill xmlns:a="http://schemas.openxmlformats.org/drawingml/2006/main">
            <a:srgbClr val="E4F1ED"/>
          </a:solidFill>
          <a:ln xmlns:a="http://schemas.openxmlformats.org/drawingml/2006/main" w="14288">
            <a:solidFill>
              <a:srgbClr val="247C76"/>
            </a:solidFill>
            <a:prstDash val="solid"/>
          </a:ln>
        </p:spPr>
        <p:txBody>
          <a:bodyPr xmlns:a="http://schemas.openxmlformats.org/drawingml/2006/main" wrap="square" lIns="114300" tIns="114300" rIns="114300" bIns="114300" anchor="ctr">
            <a:noAutofit/>
          </a:bodyPr>
          <a:lstStyle xmlns:a="http://schemas.openxmlformats.org/drawingml/2006/main">
            <a:defPPr algn="ctr">
              <a:defRPr sz="2025" b="0">
                <a:solidFill>
                  <a:srgbClr val="172B3A"/>
                </a:solidFill>
                <a:latin typeface="IPAexGothic"/>
                <a:ea typeface="IPAexGothic"/>
                <a:cs typeface="IPAexGothic"/>
              </a:defRPr>
            </a:defPPr>
            <a:lvl1pPr algn="ctr">
              <a:buNone/>
              <a:defRPr sz="2025" b="0">
                <a:solidFill>
                  <a:srgbClr val="172B3A"/>
                </a:solidFill>
                <a:latin typeface="IPAexGothic"/>
                <a:ea typeface="IPAexGothic"/>
                <a:cs typeface="IPAexGothic"/>
              </a:defRPr>
            </a:lvl1pPr>
            <a:lvl2pPr algn="ctr">
              <a:buNone/>
              <a:defRPr sz="2025" b="0">
                <a:solidFill>
                  <a:srgbClr val="172B3A"/>
                </a:solidFill>
                <a:latin typeface="IPAexGothic"/>
                <a:ea typeface="IPAexGothic"/>
                <a:cs typeface="IPAexGothic"/>
              </a:defRPr>
            </a:lvl2pPr>
            <a:lvl3pPr algn="ctr">
              <a:buNone/>
              <a:defRPr sz="2025" b="0">
                <a:solidFill>
                  <a:srgbClr val="172B3A"/>
                </a:solidFill>
                <a:latin typeface="IPAexGothic"/>
                <a:ea typeface="IPAexGothic"/>
                <a:cs typeface="IPAexGothic"/>
              </a:defRPr>
            </a:lvl3pPr>
            <a:lvl4pPr algn="ctr">
              <a:buNone/>
              <a:defRPr sz="2025" b="0">
                <a:solidFill>
                  <a:srgbClr val="172B3A"/>
                </a:solidFill>
                <a:latin typeface="IPAexGothic"/>
                <a:ea typeface="IPAexGothic"/>
                <a:cs typeface="IPAexGothic"/>
              </a:defRPr>
            </a:lvl4pPr>
            <a:lvl5pPr algn="ctr">
              <a:buNone/>
              <a:defRPr sz="2025" b="0">
                <a:solidFill>
                  <a:srgbClr val="172B3A"/>
                </a:solidFill>
                <a:latin typeface="IPAexGothic"/>
                <a:ea typeface="IPAexGothic"/>
                <a:cs typeface="IPAexGothic"/>
              </a:defRPr>
            </a:lvl5pPr>
            <a:lvl6pPr algn="ctr">
              <a:buNone/>
              <a:defRPr sz="2025" b="0">
                <a:solidFill>
                  <a:srgbClr val="172B3A"/>
                </a:solidFill>
                <a:latin typeface="IPAexGothic"/>
                <a:ea typeface="IPAexGothic"/>
                <a:cs typeface="IPAexGothic"/>
              </a:defRPr>
            </a:lvl6pPr>
            <a:lvl7pPr algn="ctr">
              <a:buNone/>
              <a:defRPr sz="2025" b="0">
                <a:solidFill>
                  <a:srgbClr val="172B3A"/>
                </a:solidFill>
                <a:latin typeface="IPAexGothic"/>
                <a:ea typeface="IPAexGothic"/>
                <a:cs typeface="IPAexGothic"/>
              </a:defRPr>
            </a:lvl7pPr>
            <a:lvl8pPr algn="ctr">
              <a:buNone/>
              <a:defRPr sz="2025" b="0">
                <a:solidFill>
                  <a:srgbClr val="172B3A"/>
                </a:solidFill>
                <a:latin typeface="IPAexGothic"/>
                <a:ea typeface="IPAexGothic"/>
                <a:cs typeface="IPAexGothic"/>
              </a:defRPr>
            </a:lvl8pPr>
            <a:lvl9pPr algn="ctr">
              <a:buNone/>
              <a:defRPr sz="2025" b="0">
                <a:solidFill>
                  <a:srgbClr val="172B3A"/>
                </a:solidFill>
                <a:latin typeface="IPAexGothic"/>
                <a:ea typeface="IPAexGothic"/>
                <a:cs typeface="IPAexGothic"/>
              </a:defRPr>
            </a:lvl9pPr>
          </a:lstStyle>
          <a:p xmlns:a="http://schemas.openxmlformats.org/drawingml/2006/main">
            <a:pPr algn="ctr">
              <a:buNone/>
              <a:defRPr sz="2025" b="0">
                <a:solidFill>
                  <a:srgbClr val="172B3A"/>
                </a:solidFill>
                <a:latin typeface="IPAexGothic"/>
                <a:ea typeface="IPAexGothic"/>
                <a:cs typeface="IPAexGothic"/>
              </a:defRPr>
            </a:pPr>
            <a:r>
              <a:rPr sz="2025" b="0">
                <a:solidFill>
                  <a:srgbClr val="172B3A"/>
                </a:solidFill>
                <a:latin typeface="IPAexGothic"/>
                <a:ea typeface="IPAexGothic"/>
                <a:cs typeface="IPAexGothic"/>
              </a:rPr>
              <a:t>共通の検証事例で評価</a:t>
            </a:r>
          </a:p>
          <a:p xmlns:a="http://schemas.openxmlformats.org/drawingml/2006/main">
            <a:pPr algn="ctr">
              <a:buNone/>
              <a:defRPr sz="2025" b="0">
                <a:solidFill>
                  <a:srgbClr val="172B3A"/>
                </a:solidFill>
                <a:latin typeface="IPAexGothic"/>
                <a:ea typeface="IPAexGothic"/>
                <a:cs typeface="IPAexGothic"/>
              </a:defRPr>
            </a:pPr>
            <a:r>
              <a:rPr sz="2025" b="0">
                <a:solidFill>
                  <a:srgbClr val="172B3A"/>
                </a:solidFill>
                <a:latin typeface="IPAexGothic"/>
                <a:ea typeface="IPAexGothic"/>
                <a:cs typeface="IPAexGothic"/>
              </a:rPr>
              <a:t>見逃し、誤警報、条件別性能と不確かさ</a:t>
            </a:r>
          </a:p>
        </p:txBody>
      </p:sp>
      <p:sp>
        <p:nvSpPr>
          <p:cNvPr id="13" name="text-12">
            <a:extLst xmlns:a="http://schemas.openxmlformats.org/drawingml/2006/main">
              <a:ext uri="{FF2B5EF4-FFF2-40B4-BE49-F238E27FC236}">
                <a16:creationId xmlns:a16="http://schemas.microsoft.com/office/drawing/2014/main" id="{F9B28404-9F5C-48FC-9CA9-98A1966D0AAD}"/>
              </a:ext>
            </a:extLst>
          </p:cNvPr>
          <p:cNvSpPr>
            <a:spLocks xmlns:a="http://schemas.openxmlformats.org/drawingml/2006/main" noGrp="1"/>
          </p:cNvSpPr>
          <p:nvPr/>
        </p:nvSpPr>
        <p:spPr>
          <a:xfrm xmlns:a="http://schemas.openxmlformats.org/drawingml/2006/main">
            <a:off x="609600" y="5953125"/>
            <a:ext cx="10906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86872"/>
                </a:solidFill>
                <a:latin typeface="IPAexGothic"/>
                <a:ea typeface="IPAexGothic"/>
                <a:cs typeface="IPAexGothic"/>
              </a:defRPr>
            </a:defPPr>
            <a:lvl1pPr algn="l">
              <a:buNone/>
              <a:defRPr sz="1575" b="0">
                <a:solidFill>
                  <a:srgbClr val="586872"/>
                </a:solidFill>
                <a:latin typeface="IPAexGothic"/>
                <a:ea typeface="IPAexGothic"/>
                <a:cs typeface="IPAexGothic"/>
              </a:defRPr>
            </a:lvl1pPr>
            <a:lvl2pPr algn="l">
              <a:buNone/>
              <a:defRPr sz="1575" b="0">
                <a:solidFill>
                  <a:srgbClr val="586872"/>
                </a:solidFill>
                <a:latin typeface="IPAexGothic"/>
                <a:ea typeface="IPAexGothic"/>
                <a:cs typeface="IPAexGothic"/>
              </a:defRPr>
            </a:lvl2pPr>
            <a:lvl3pPr algn="l">
              <a:buNone/>
              <a:defRPr sz="1575" b="0">
                <a:solidFill>
                  <a:srgbClr val="586872"/>
                </a:solidFill>
                <a:latin typeface="IPAexGothic"/>
                <a:ea typeface="IPAexGothic"/>
                <a:cs typeface="IPAexGothic"/>
              </a:defRPr>
            </a:lvl3pPr>
            <a:lvl4pPr algn="l">
              <a:buNone/>
              <a:defRPr sz="1575" b="0">
                <a:solidFill>
                  <a:srgbClr val="586872"/>
                </a:solidFill>
                <a:latin typeface="IPAexGothic"/>
                <a:ea typeface="IPAexGothic"/>
                <a:cs typeface="IPAexGothic"/>
              </a:defRPr>
            </a:lvl4pPr>
            <a:lvl5pPr algn="l">
              <a:buNone/>
              <a:defRPr sz="1575" b="0">
                <a:solidFill>
                  <a:srgbClr val="586872"/>
                </a:solidFill>
                <a:latin typeface="IPAexGothic"/>
                <a:ea typeface="IPAexGothic"/>
                <a:cs typeface="IPAexGothic"/>
              </a:defRPr>
            </a:lvl5pPr>
            <a:lvl6pPr algn="l">
              <a:buNone/>
              <a:defRPr sz="1575" b="0">
                <a:solidFill>
                  <a:srgbClr val="586872"/>
                </a:solidFill>
                <a:latin typeface="IPAexGothic"/>
                <a:ea typeface="IPAexGothic"/>
                <a:cs typeface="IPAexGothic"/>
              </a:defRPr>
            </a:lvl6pPr>
            <a:lvl7pPr algn="l">
              <a:buNone/>
              <a:defRPr sz="1575" b="0">
                <a:solidFill>
                  <a:srgbClr val="586872"/>
                </a:solidFill>
                <a:latin typeface="IPAexGothic"/>
                <a:ea typeface="IPAexGothic"/>
                <a:cs typeface="IPAexGothic"/>
              </a:defRPr>
            </a:lvl7pPr>
            <a:lvl8pPr algn="l">
              <a:buNone/>
              <a:defRPr sz="1575" b="0">
                <a:solidFill>
                  <a:srgbClr val="586872"/>
                </a:solidFill>
                <a:latin typeface="IPAexGothic"/>
                <a:ea typeface="IPAexGothic"/>
                <a:cs typeface="IPAexGothic"/>
              </a:defRPr>
            </a:lvl8pPr>
            <a:lvl9pPr algn="l">
              <a:buNone/>
              <a:defRPr sz="1575" b="0">
                <a:solidFill>
                  <a:srgbClr val="586872"/>
                </a:solidFill>
                <a:latin typeface="IPAexGothic"/>
                <a:ea typeface="IPAexGothic"/>
                <a:cs typeface="IPAexGothic"/>
              </a:defRPr>
            </a:lvl9pPr>
          </a:lstStyle>
          <a:p xmlns:a="http://schemas.openxmlformats.org/drawingml/2006/main">
            <a:pPr algn="l">
              <a:buNone/>
              <a:defRPr sz="1575" b="0">
                <a:solidFill>
                  <a:srgbClr val="586872"/>
                </a:solidFill>
                <a:latin typeface="IPAexGothic"/>
                <a:ea typeface="IPAexGothic"/>
                <a:cs typeface="IPAexGothic"/>
              </a:defRPr>
            </a:pPr>
            <a:r>
              <a:rPr sz="1575" b="0">
                <a:solidFill>
                  <a:srgbClr val="586872"/>
                </a:solidFill>
                <a:latin typeface="IPAexGothic"/>
                <a:ea typeface="IPAexGothic"/>
                <a:cs typeface="IPAexGothic"/>
              </a:rPr>
              <a:t>本例は両側で同じ学習方式を使い、入力表現を替えて比較。別のモデルを使う構成も可能</a:t>
            </a:r>
          </a:p>
        </p:txBody>
      </p:sp>
    </p:spTree>
    <p:extLst>
      <p:ext uri="{BB962C8B-B14F-4D97-AF65-F5344CB8AC3E}">
        <p14:creationId xmlns:p14="http://schemas.microsoft.com/office/powerpoint/2010/main" val="2087090179"/>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headline">
            <a:extLst xmlns:a="http://schemas.openxmlformats.org/drawingml/2006/main">
              <a:ext uri="{FF2B5EF4-FFF2-40B4-BE49-F238E27FC236}">
                <a16:creationId xmlns:a16="http://schemas.microsoft.com/office/drawing/2014/main" id="{3F5FB7CF-43C3-4E4E-8512-E48C6C448C4F}"/>
              </a:ext>
            </a:extLst>
          </p:cNvPr>
          <p:cNvSpPr>
            <a:spLocks xmlns:a="http://schemas.openxmlformats.org/drawingml/2006/main" noGrp="1"/>
          </p:cNvSpPr>
          <p:nvPr/>
        </p:nvSpPr>
        <p:spPr>
          <a:xfrm xmlns:a="http://schemas.openxmlformats.org/drawingml/2006/main">
            <a:off x="590550" y="333375"/>
            <a:ext cx="1095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3300" b="1">
                <a:solidFill>
                  <a:srgbClr val="172B3A"/>
                </a:solidFill>
                <a:latin typeface="IPAexGothic"/>
                <a:ea typeface="IPAexGothic"/>
                <a:cs typeface="IPAexGothic"/>
              </a:defRPr>
            </a:defPPr>
            <a:lvl1pPr algn="l">
              <a:buNone/>
              <a:defRPr sz="3300" b="1">
                <a:solidFill>
                  <a:srgbClr val="172B3A"/>
                </a:solidFill>
                <a:latin typeface="IPAexGothic"/>
                <a:ea typeface="IPAexGothic"/>
                <a:cs typeface="IPAexGothic"/>
              </a:defRPr>
            </a:lvl1pPr>
            <a:lvl2pPr algn="l">
              <a:buNone/>
              <a:defRPr sz="3300" b="1">
                <a:solidFill>
                  <a:srgbClr val="172B3A"/>
                </a:solidFill>
                <a:latin typeface="IPAexGothic"/>
                <a:ea typeface="IPAexGothic"/>
                <a:cs typeface="IPAexGothic"/>
              </a:defRPr>
            </a:lvl2pPr>
            <a:lvl3pPr algn="l">
              <a:buNone/>
              <a:defRPr sz="3300" b="1">
                <a:solidFill>
                  <a:srgbClr val="172B3A"/>
                </a:solidFill>
                <a:latin typeface="IPAexGothic"/>
                <a:ea typeface="IPAexGothic"/>
                <a:cs typeface="IPAexGothic"/>
              </a:defRPr>
            </a:lvl3pPr>
            <a:lvl4pPr algn="l">
              <a:buNone/>
              <a:defRPr sz="3300" b="1">
                <a:solidFill>
                  <a:srgbClr val="172B3A"/>
                </a:solidFill>
                <a:latin typeface="IPAexGothic"/>
                <a:ea typeface="IPAexGothic"/>
                <a:cs typeface="IPAexGothic"/>
              </a:defRPr>
            </a:lvl4pPr>
            <a:lvl5pPr algn="l">
              <a:buNone/>
              <a:defRPr sz="3300" b="1">
                <a:solidFill>
                  <a:srgbClr val="172B3A"/>
                </a:solidFill>
                <a:latin typeface="IPAexGothic"/>
                <a:ea typeface="IPAexGothic"/>
                <a:cs typeface="IPAexGothic"/>
              </a:defRPr>
            </a:lvl5pPr>
            <a:lvl6pPr algn="l">
              <a:buNone/>
              <a:defRPr sz="3300" b="1">
                <a:solidFill>
                  <a:srgbClr val="172B3A"/>
                </a:solidFill>
                <a:latin typeface="IPAexGothic"/>
                <a:ea typeface="IPAexGothic"/>
                <a:cs typeface="IPAexGothic"/>
              </a:defRPr>
            </a:lvl6pPr>
            <a:lvl7pPr algn="l">
              <a:buNone/>
              <a:defRPr sz="3300" b="1">
                <a:solidFill>
                  <a:srgbClr val="172B3A"/>
                </a:solidFill>
                <a:latin typeface="IPAexGothic"/>
                <a:ea typeface="IPAexGothic"/>
                <a:cs typeface="IPAexGothic"/>
              </a:defRPr>
            </a:lvl7pPr>
            <a:lvl8pPr algn="l">
              <a:buNone/>
              <a:defRPr sz="3300" b="1">
                <a:solidFill>
                  <a:srgbClr val="172B3A"/>
                </a:solidFill>
                <a:latin typeface="IPAexGothic"/>
                <a:ea typeface="IPAexGothic"/>
                <a:cs typeface="IPAexGothic"/>
              </a:defRPr>
            </a:lvl8pPr>
            <a:lvl9pPr algn="l">
              <a:buNone/>
              <a:defRPr sz="3300" b="1">
                <a:solidFill>
                  <a:srgbClr val="172B3A"/>
                </a:solidFill>
                <a:latin typeface="IPAexGothic"/>
                <a:ea typeface="IPAexGothic"/>
                <a:cs typeface="IPAexGothic"/>
              </a:defRPr>
            </a:lvl9pPr>
          </a:lstStyle>
          <a:p xmlns:a="http://schemas.openxmlformats.org/drawingml/2006/main">
            <a:pPr algn="l">
              <a:buNone/>
              <a:defRPr sz="3300" b="1">
                <a:solidFill>
                  <a:srgbClr val="172B3A"/>
                </a:solidFill>
                <a:latin typeface="IPAexGothic"/>
                <a:ea typeface="IPAexGothic"/>
                <a:cs typeface="IPAexGothic"/>
              </a:defRPr>
            </a:pPr>
            <a:r>
              <a:rPr sz="3300" b="1">
                <a:solidFill>
                  <a:srgbClr val="172B3A"/>
                </a:solidFill>
                <a:latin typeface="IPAexGothic"/>
                <a:ea typeface="IPAexGothic"/>
                <a:cs typeface="IPAexGothic"/>
              </a:rPr>
              <a:t>③ 学習と代替評価の実装例</a:t>
            </a:r>
          </a:p>
        </p:txBody>
      </p:sp>
      <p:sp>
        <p:nvSpPr>
          <p:cNvPr id="2" name="summary">
            <a:extLst xmlns:a="http://schemas.openxmlformats.org/drawingml/2006/main">
              <a:ext uri="{FF2B5EF4-FFF2-40B4-BE49-F238E27FC236}">
                <a16:creationId xmlns:a16="http://schemas.microsoft.com/office/drawing/2014/main" id="{7CC73F3F-2AAC-41A0-94B7-36BC4219E9B1}"/>
              </a:ext>
            </a:extLst>
          </p:cNvPr>
          <p:cNvSpPr>
            <a:spLocks xmlns:a="http://schemas.openxmlformats.org/drawingml/2006/main" noGrp="1"/>
          </p:cNvSpPr>
          <p:nvPr/>
        </p:nvSpPr>
        <p:spPr>
          <a:xfrm xmlns:a="http://schemas.openxmlformats.org/drawingml/2006/main">
            <a:off x="609600" y="1028700"/>
            <a:ext cx="10896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1725" b="0">
                <a:solidFill>
                  <a:srgbClr val="586872"/>
                </a:solidFill>
                <a:latin typeface="IPAexGothic"/>
                <a:ea typeface="IPAexGothic"/>
                <a:cs typeface="IPAexGothic"/>
              </a:defRPr>
            </a:defPPr>
            <a:lvl1pPr algn="l">
              <a:buNone/>
              <a:defRPr sz="1725" b="0">
                <a:solidFill>
                  <a:srgbClr val="586872"/>
                </a:solidFill>
                <a:latin typeface="IPAexGothic"/>
                <a:ea typeface="IPAexGothic"/>
                <a:cs typeface="IPAexGothic"/>
              </a:defRPr>
            </a:lvl1pPr>
            <a:lvl2pPr algn="l">
              <a:buNone/>
              <a:defRPr sz="1725" b="0">
                <a:solidFill>
                  <a:srgbClr val="586872"/>
                </a:solidFill>
                <a:latin typeface="IPAexGothic"/>
                <a:ea typeface="IPAexGothic"/>
                <a:cs typeface="IPAexGothic"/>
              </a:defRPr>
            </a:lvl2pPr>
            <a:lvl3pPr algn="l">
              <a:buNone/>
              <a:defRPr sz="1725" b="0">
                <a:solidFill>
                  <a:srgbClr val="586872"/>
                </a:solidFill>
                <a:latin typeface="IPAexGothic"/>
                <a:ea typeface="IPAexGothic"/>
                <a:cs typeface="IPAexGothic"/>
              </a:defRPr>
            </a:lvl3pPr>
            <a:lvl4pPr algn="l">
              <a:buNone/>
              <a:defRPr sz="1725" b="0">
                <a:solidFill>
                  <a:srgbClr val="586872"/>
                </a:solidFill>
                <a:latin typeface="IPAexGothic"/>
                <a:ea typeface="IPAexGothic"/>
                <a:cs typeface="IPAexGothic"/>
              </a:defRPr>
            </a:lvl4pPr>
            <a:lvl5pPr algn="l">
              <a:buNone/>
              <a:defRPr sz="1725" b="0">
                <a:solidFill>
                  <a:srgbClr val="586872"/>
                </a:solidFill>
                <a:latin typeface="IPAexGothic"/>
                <a:ea typeface="IPAexGothic"/>
                <a:cs typeface="IPAexGothic"/>
              </a:defRPr>
            </a:lvl5pPr>
            <a:lvl6pPr algn="l">
              <a:buNone/>
              <a:defRPr sz="1725" b="0">
                <a:solidFill>
                  <a:srgbClr val="586872"/>
                </a:solidFill>
                <a:latin typeface="IPAexGothic"/>
                <a:ea typeface="IPAexGothic"/>
                <a:cs typeface="IPAexGothic"/>
              </a:defRPr>
            </a:lvl6pPr>
            <a:lvl7pPr algn="l">
              <a:buNone/>
              <a:defRPr sz="1725" b="0">
                <a:solidFill>
                  <a:srgbClr val="586872"/>
                </a:solidFill>
                <a:latin typeface="IPAexGothic"/>
                <a:ea typeface="IPAexGothic"/>
                <a:cs typeface="IPAexGothic"/>
              </a:defRPr>
            </a:lvl7pPr>
            <a:lvl8pPr algn="l">
              <a:buNone/>
              <a:defRPr sz="1725" b="0">
                <a:solidFill>
                  <a:srgbClr val="586872"/>
                </a:solidFill>
                <a:latin typeface="IPAexGothic"/>
                <a:ea typeface="IPAexGothic"/>
                <a:cs typeface="IPAexGothic"/>
              </a:defRPr>
            </a:lvl8pPr>
            <a:lvl9pPr algn="l">
              <a:buNone/>
              <a:defRPr sz="1725" b="0">
                <a:solidFill>
                  <a:srgbClr val="586872"/>
                </a:solidFill>
                <a:latin typeface="IPAexGothic"/>
                <a:ea typeface="IPAexGothic"/>
                <a:cs typeface="IPAexGothic"/>
              </a:defRPr>
            </a:lvl9pPr>
          </a:lstStyle>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同じ30秒窓の正常・異常を判定する二つのモデルを、別々の入力表現で学習します。</a:t>
            </a:r>
          </a:p>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群の番号を正解にせず、設備の外部判定等による同じ正解を使います。抽出と性能評価は分離します。</a:t>
            </a:r>
          </a:p>
        </p:txBody>
      </p:sp>
      <p:sp>
        <p:nvSpPr>
          <p:cNvPr id="3" name="page-number">
            <a:extLst xmlns:a="http://schemas.openxmlformats.org/drawingml/2006/main">
              <a:ext uri="{FF2B5EF4-FFF2-40B4-BE49-F238E27FC236}">
                <a16:creationId xmlns:a16="http://schemas.microsoft.com/office/drawing/2014/main" id="{A9818EC8-6764-4271-B61E-8C56506BD466}"/>
              </a:ext>
            </a:extLst>
          </p:cNvPr>
          <p:cNvSpPr>
            <a:spLocks xmlns:a="http://schemas.openxmlformats.org/drawingml/2006/main" noGrp="1"/>
          </p:cNvSpPr>
          <p:nvPr/>
        </p:nvSpPr>
        <p:spPr>
          <a:xfrm xmlns:a="http://schemas.openxmlformats.org/drawingml/2006/main">
            <a:off x="11239500" y="644842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1275" b="0">
                <a:solidFill>
                  <a:srgbClr val="586872"/>
                </a:solidFill>
                <a:latin typeface="IPAexGothic"/>
                <a:ea typeface="IPAexGothic"/>
                <a:cs typeface="IPAexGothic"/>
              </a:defRPr>
            </a:defPPr>
            <a:lvl1pPr algn="l">
              <a:buNone/>
              <a:defRPr sz="1275" b="0">
                <a:solidFill>
                  <a:srgbClr val="586872"/>
                </a:solidFill>
                <a:latin typeface="IPAexGothic"/>
                <a:ea typeface="IPAexGothic"/>
                <a:cs typeface="IPAexGothic"/>
              </a:defRPr>
            </a:lvl1pPr>
            <a:lvl2pPr algn="l">
              <a:buNone/>
              <a:defRPr sz="1275" b="0">
                <a:solidFill>
                  <a:srgbClr val="586872"/>
                </a:solidFill>
                <a:latin typeface="IPAexGothic"/>
                <a:ea typeface="IPAexGothic"/>
                <a:cs typeface="IPAexGothic"/>
              </a:defRPr>
            </a:lvl2pPr>
            <a:lvl3pPr algn="l">
              <a:buNone/>
              <a:defRPr sz="1275" b="0">
                <a:solidFill>
                  <a:srgbClr val="586872"/>
                </a:solidFill>
                <a:latin typeface="IPAexGothic"/>
                <a:ea typeface="IPAexGothic"/>
                <a:cs typeface="IPAexGothic"/>
              </a:defRPr>
            </a:lvl3pPr>
            <a:lvl4pPr algn="l">
              <a:buNone/>
              <a:defRPr sz="1275" b="0">
                <a:solidFill>
                  <a:srgbClr val="586872"/>
                </a:solidFill>
                <a:latin typeface="IPAexGothic"/>
                <a:ea typeface="IPAexGothic"/>
                <a:cs typeface="IPAexGothic"/>
              </a:defRPr>
            </a:lvl4pPr>
            <a:lvl5pPr algn="l">
              <a:buNone/>
              <a:defRPr sz="1275" b="0">
                <a:solidFill>
                  <a:srgbClr val="586872"/>
                </a:solidFill>
                <a:latin typeface="IPAexGothic"/>
                <a:ea typeface="IPAexGothic"/>
                <a:cs typeface="IPAexGothic"/>
              </a:defRPr>
            </a:lvl5pPr>
            <a:lvl6pPr algn="l">
              <a:buNone/>
              <a:defRPr sz="1275" b="0">
                <a:solidFill>
                  <a:srgbClr val="586872"/>
                </a:solidFill>
                <a:latin typeface="IPAexGothic"/>
                <a:ea typeface="IPAexGothic"/>
                <a:cs typeface="IPAexGothic"/>
              </a:defRPr>
            </a:lvl6pPr>
            <a:lvl7pPr algn="l">
              <a:buNone/>
              <a:defRPr sz="1275" b="0">
                <a:solidFill>
                  <a:srgbClr val="586872"/>
                </a:solidFill>
                <a:latin typeface="IPAexGothic"/>
                <a:ea typeface="IPAexGothic"/>
                <a:cs typeface="IPAexGothic"/>
              </a:defRPr>
            </a:lvl7pPr>
            <a:lvl8pPr algn="l">
              <a:buNone/>
              <a:defRPr sz="1275" b="0">
                <a:solidFill>
                  <a:srgbClr val="586872"/>
                </a:solidFill>
                <a:latin typeface="IPAexGothic"/>
                <a:ea typeface="IPAexGothic"/>
                <a:cs typeface="IPAexGothic"/>
              </a:defRPr>
            </a:lvl8pPr>
            <a:lvl9pPr algn="l">
              <a:buNone/>
              <a:defRPr sz="1275" b="0">
                <a:solidFill>
                  <a:srgbClr val="586872"/>
                </a:solidFill>
                <a:latin typeface="IPAexGothic"/>
                <a:ea typeface="IPAexGothic"/>
                <a:cs typeface="IPAexGothic"/>
              </a:defRPr>
            </a:lvl9pPr>
          </a:lstStyle>
          <a:p xmlns:a="http://schemas.openxmlformats.org/drawingml/2006/main">
            <a:pPr algn="l">
              <a:buNone/>
              <a:defRPr sz="1275" b="0">
                <a:solidFill>
                  <a:srgbClr val="586872"/>
                </a:solidFill>
                <a:latin typeface="IPAexGothic"/>
                <a:ea typeface="IPAexGothic"/>
                <a:cs typeface="IPAexGothic"/>
              </a:defRPr>
            </a:pPr>
            <a:r>
              <a:rPr sz="1275" b="0">
                <a:solidFill>
                  <a:srgbClr val="586872"/>
                </a:solidFill>
                <a:latin typeface="IPAexGothic"/>
                <a:ea typeface="IPAexGothic"/>
                <a:cs typeface="IPAexGothic"/>
              </a:rPr>
              <a:t>23</a:t>
            </a:r>
          </a:p>
        </p:txBody>
      </p:sp>
      <p:graphicFrame>
        <p:nvGraphicFramePr>
          <p:cNvPr id="7" name="">
            <a:extLst xmlns:a="http://schemas.openxmlformats.org/drawingml/2006/main">
              <a:ext uri="{FF2B5EF4-FFF2-40B4-BE49-F238E27FC236}">
                <a16:creationId xmlns:a16="http://schemas.microsoft.com/office/drawing/2014/main" id="{D8617DF1-9F9C-457B-8C83-3E2687C796E4}"/>
              </a:ext>
            </a:extLst>
          </p:cNvPr>
          <p:cNvGraphicFramePr/>
          <p:nvPr/>
        </p:nvGraphicFramePr>
        <p:xfrm>
          <a:off xmlns:a="http://schemas.openxmlformats.org/drawingml/2006/main" x="609600" y="1762125"/>
          <a:ext xmlns:a="http://schemas.openxmlformats.org/drawingml/2006/main" cx="10972800" cy="3952875"/>
        </p:xfrm>
        <a:graphic xmlns:a="http://schemas.openxmlformats.org/drawingml/2006/main">
          <a:graphicData uri="http://schemas.openxmlformats.org/drawingml/2006/table">
            <a:tbl>
              <a:tblPr firstRow="1" bandRow="0"/>
              <a:tblGrid>
                <a:gridCol w="2286000"/>
                <a:gridCol w="8686800"/>
              </a:tblGrid>
              <a:tr h="790575">
                <a:tc>
                  <a:txBody>
                    <a:bodyPr wrap="square" lIns="114300" tIns="66675" rIns="114300" bIns="66675"/>
                    <a:lstStyle/>
                    <a:p>
                      <a:r>
                        <a:rPr sz="1725" b="1">
                          <a:solidFill>
                            <a:srgbClr val="172B3A"/>
                          </a:solidFill>
                          <a:latin typeface="IPAexGothic"/>
                          <a:ea typeface="IPAexGothic"/>
                          <a:cs typeface="IPAexGothic"/>
                        </a:rPr>
                        <a:t>項目</a:t>
                      </a:r>
                    </a:p>
                  </a:txBody>
                  <a:tcPr marL="91440" marR="91440" marT="45720" marB="45720" anchor="ctr">
                    <a:lnL w="9525">
                      <a:solidFill>
                        <a:srgbClr val="BCCAD2"/>
                      </a:solidFill>
                      <a:prstDash val="solid"/>
                    </a:lnL>
                    <a:lnR w="9525">
                      <a:solidFill>
                        <a:srgbClr val="BCCAD2"/>
                      </a:solidFill>
                      <a:prstDash val="solid"/>
                    </a:lnR>
                    <a:lnT w="9525">
                      <a:solidFill>
                        <a:srgbClr val="BCCAD2"/>
                      </a:solidFill>
                      <a:prstDash val="solid"/>
                    </a:lnT>
                    <a:lnB w="9525">
                      <a:solidFill>
                        <a:srgbClr val="BCCAD2"/>
                      </a:solidFill>
                      <a:prstDash val="solid"/>
                    </a:lnB>
                    <a:solidFill>
                      <a:srgbClr val="EAF1F5"/>
                    </a:solidFill>
                  </a:tcPr>
                </a:tc>
                <a:tc>
                  <a:txBody>
                    <a:bodyPr wrap="square" lIns="114300" tIns="66675" rIns="114300" bIns="66675"/>
                    <a:lstStyle/>
                    <a:p>
                      <a:r>
                        <a:rPr sz="1725" b="1">
                          <a:solidFill>
                            <a:srgbClr val="172B3A"/>
                          </a:solidFill>
                          <a:latin typeface="IPAexGothic"/>
                          <a:ea typeface="IPAexGothic"/>
                          <a:cs typeface="IPAexGothic"/>
                        </a:rPr>
                        <a:t>本文で使う一例</a:t>
                      </a:r>
                    </a:p>
                  </a:txBody>
                  <a:tcPr marL="91440" marR="91440" marT="45720" marB="45720" anchor="ctr">
                    <a:lnR w="9525">
                      <a:solidFill>
                        <a:srgbClr val="BCCAD2"/>
                      </a:solidFill>
                      <a:prstDash val="solid"/>
                    </a:lnR>
                    <a:lnT w="9525">
                      <a:solidFill>
                        <a:srgbClr val="BCCAD2"/>
                      </a:solidFill>
                      <a:prstDash val="solid"/>
                    </a:lnT>
                    <a:lnB w="9525">
                      <a:solidFill>
                        <a:srgbClr val="BCCAD2"/>
                      </a:solidFill>
                      <a:prstDash val="solid"/>
                    </a:lnB>
                    <a:solidFill>
                      <a:srgbClr val="EAF1F5"/>
                    </a:solidFill>
                  </a:tcPr>
                </a:tc>
              </a:tr>
              <a:tr h="790575">
                <a:tc>
                  <a:txBody>
                    <a:bodyPr wrap="square" lIns="114300" tIns="66675" rIns="114300" bIns="66675"/>
                    <a:lstStyle/>
                    <a:p>
                      <a:r>
                        <a:rPr sz="1725" b="0">
                          <a:solidFill>
                            <a:srgbClr val="172B3A"/>
                          </a:solidFill>
                          <a:latin typeface="IPAexGothic"/>
                          <a:ea typeface="IPAexGothic"/>
                          <a:cs typeface="IPAexGothic"/>
                        </a:rPr>
                        <a:t>学習するモデル</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FFFFF"/>
                    </a:solidFill>
                  </a:tcPr>
                </a:tc>
                <a:tc>
                  <a:txBody>
                    <a:bodyPr wrap="square" lIns="114300" tIns="66675" rIns="114300" bIns="66675"/>
                    <a:lstStyle/>
                    <a:p>
                      <a:r>
                        <a:rPr sz="1725" b="0">
                          <a:solidFill>
                            <a:srgbClr val="172B3A"/>
                          </a:solidFill>
                          <a:latin typeface="IPAexGothic"/>
                          <a:ea typeface="IPAexGothic"/>
                          <a:cs typeface="IPAexGothic"/>
                        </a:rPr>
                        <a:t>両側ともロジスティック回帰。C＝1、反復上限2,000、確率0.5で判定。</a:t>
                      </a:r>
                    </a:p>
                    <a:p>
                      <a:r>
                        <a:rPr sz="1725" b="0">
                          <a:solidFill>
                            <a:srgbClr val="172B3A"/>
                          </a:solidFill>
                          <a:latin typeface="IPAexGothic"/>
                          <a:ea typeface="IPAexGothic"/>
                          <a:cs typeface="IPAexGothic"/>
                        </a:rPr>
                        <a:t>元データ側は学習済みのセンサ尺度変換を適用。学習重みは変更しない。</a:t>
                      </a:r>
                    </a:p>
                  </a:txBody>
                  <a:tcPr marL="91440" marR="91440" marT="45720" marB="45720" anchor="ctr">
                    <a:lnR w="9525">
                      <a:solidFill>
                        <a:srgbClr val="BCCAD2"/>
                      </a:solidFill>
                      <a:prstDash val="solid"/>
                    </a:lnR>
                    <a:lnB w="9525">
                      <a:solidFill>
                        <a:srgbClr val="BCCAD2"/>
                      </a:solidFill>
                      <a:prstDash val="solid"/>
                    </a:lnB>
                    <a:solidFill>
                      <a:srgbClr val="FFFFFF"/>
                    </a:solidFill>
                  </a:tcPr>
                </a:tc>
              </a:tr>
              <a:tr h="790575">
                <a:tc>
                  <a:txBody>
                    <a:bodyPr wrap="square" lIns="114300" tIns="66675" rIns="114300" bIns="66675"/>
                    <a:lstStyle/>
                    <a:p>
                      <a:r>
                        <a:rPr sz="1725" b="0">
                          <a:solidFill>
                            <a:srgbClr val="172B3A"/>
                          </a:solidFill>
                          <a:latin typeface="IPAexGothic"/>
                          <a:ea typeface="IPAexGothic"/>
                          <a:cs typeface="IPAexGothic"/>
                        </a:rPr>
                        <a:t>入力と正解</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8FAFB"/>
                    </a:solidFill>
                  </a:tcPr>
                </a:tc>
                <a:tc>
                  <a:txBody>
                    <a:bodyPr wrap="square" lIns="114300" tIns="66675" rIns="114300" bIns="66675"/>
                    <a:lstStyle/>
                    <a:p>
                      <a:r>
                        <a:rPr sz="1725" b="0">
                          <a:solidFill>
                            <a:srgbClr val="172B3A"/>
                          </a:solidFill>
                          <a:latin typeface="IPAexGothic"/>
                          <a:ea typeface="IPAexGothic"/>
                          <a:cs typeface="IPAexGothic"/>
                        </a:rPr>
                        <a:t>元データ側は60値、代替側は二群を得た例で一致有無と距離の4項目。</a:t>
                      </a:r>
                    </a:p>
                    <a:p>
                      <a:r>
                        <a:rPr sz="1725" b="0">
                          <a:solidFill>
                            <a:srgbClr val="172B3A"/>
                          </a:solidFill>
                          <a:latin typeface="IPAexGothic"/>
                          <a:ea typeface="IPAexGothic"/>
                          <a:cs typeface="IPAexGothic"/>
                        </a:rPr>
                        <a:t>有効な同一窓の外部正解を使用。IDや正解ラベルを数値入力に入れない。</a:t>
                      </a:r>
                    </a:p>
                  </a:txBody>
                  <a:tcPr marL="91440" marR="91440" marT="45720" marB="45720" anchor="ctr">
                    <a:lnR w="9525">
                      <a:solidFill>
                        <a:srgbClr val="BCCAD2"/>
                      </a:solidFill>
                      <a:prstDash val="solid"/>
                    </a:lnR>
                    <a:lnB w="9525">
                      <a:solidFill>
                        <a:srgbClr val="BCCAD2"/>
                      </a:solidFill>
                      <a:prstDash val="solid"/>
                    </a:lnB>
                    <a:solidFill>
                      <a:srgbClr val="F8FAFB"/>
                    </a:solidFill>
                  </a:tcPr>
                </a:tc>
              </a:tr>
              <a:tr h="790575">
                <a:tc>
                  <a:txBody>
                    <a:bodyPr wrap="square" lIns="114300" tIns="66675" rIns="114300" bIns="66675"/>
                    <a:lstStyle/>
                    <a:p>
                      <a:r>
                        <a:rPr sz="1725" b="0">
                          <a:solidFill>
                            <a:srgbClr val="172B3A"/>
                          </a:solidFill>
                          <a:latin typeface="IPAexGothic"/>
                          <a:ea typeface="IPAexGothic"/>
                          <a:cs typeface="IPAexGothic"/>
                        </a:rPr>
                        <a:t>時系列での分割</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FFFFF"/>
                    </a:solidFill>
                  </a:tcPr>
                </a:tc>
                <a:tc>
                  <a:txBody>
                    <a:bodyPr wrap="square" lIns="114300" tIns="66675" rIns="114300" bIns="66675"/>
                    <a:lstStyle/>
                    <a:p>
                      <a:r>
                        <a:rPr sz="1725" b="0">
                          <a:solidFill>
                            <a:srgbClr val="172B3A"/>
                          </a:solidFill>
                          <a:latin typeface="IPAexGothic"/>
                          <a:ea typeface="IPAexGothic"/>
                          <a:cs typeface="IPAexGothic"/>
                        </a:rPr>
                        <a:t>設備・運転日をまとめ、古い順に60％学習、20％条件設定、20％最終比較。</a:t>
                      </a:r>
                    </a:p>
                    <a:p>
                      <a:r>
                        <a:rPr sz="1725" b="0">
                          <a:solidFill>
                            <a:srgbClr val="172B3A"/>
                          </a:solidFill>
                          <a:latin typeface="IPAexGothic"/>
                          <a:ea typeface="IPAexGothic"/>
                          <a:cs typeface="IPAexGothic"/>
                        </a:rPr>
                        <a:t>境界の30秒重複を除外し、同じ出現を分割しない。不足なら評価保留。</a:t>
                      </a:r>
                    </a:p>
                  </a:txBody>
                  <a:tcPr marL="91440" marR="91440" marT="45720" marB="45720" anchor="ctr">
                    <a:lnR w="9525">
                      <a:solidFill>
                        <a:srgbClr val="BCCAD2"/>
                      </a:solidFill>
                      <a:prstDash val="solid"/>
                    </a:lnR>
                    <a:lnB w="9525">
                      <a:solidFill>
                        <a:srgbClr val="BCCAD2"/>
                      </a:solidFill>
                      <a:prstDash val="solid"/>
                    </a:lnB>
                    <a:solidFill>
                      <a:srgbClr val="FFFFFF"/>
                    </a:solidFill>
                  </a:tcPr>
                </a:tc>
              </a:tr>
              <a:tr h="790575">
                <a:tc>
                  <a:txBody>
                    <a:bodyPr wrap="square" lIns="114300" tIns="66675" rIns="114300" bIns="66675"/>
                    <a:lstStyle/>
                    <a:p>
                      <a:r>
                        <a:rPr sz="1725" b="0">
                          <a:solidFill>
                            <a:srgbClr val="172B3A"/>
                          </a:solidFill>
                          <a:latin typeface="IPAexGothic"/>
                          <a:ea typeface="IPAexGothic"/>
                          <a:cs typeface="IPAexGothic"/>
                        </a:rPr>
                        <a:t>性能の合格基準</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8FAFB"/>
                    </a:solidFill>
                  </a:tcPr>
                </a:tc>
                <a:tc>
                  <a:txBody>
                    <a:bodyPr wrap="square" lIns="114300" tIns="66675" rIns="114300" bIns="66675"/>
                    <a:lstStyle/>
                    <a:p>
                      <a:r>
                        <a:rPr sz="1725" b="0">
                          <a:solidFill>
                            <a:srgbClr val="172B3A"/>
                          </a:solidFill>
                          <a:latin typeface="IPAexGothic"/>
                          <a:ea typeface="IPAexGothic"/>
                          <a:cs typeface="IPAexGothic"/>
                        </a:rPr>
                        <a:t>全体・条件別の見逃し率と誤警報率の悪化を、それぞれ2ポイント以内。</a:t>
                      </a:r>
                    </a:p>
                    <a:p>
                      <a:r>
                        <a:rPr sz="1725" b="0">
                          <a:solidFill>
                            <a:srgbClr val="172B3A"/>
                          </a:solidFill>
                          <a:latin typeface="IPAexGothic"/>
                          <a:ea typeface="IPAexGothic"/>
                          <a:cs typeface="IPAexGothic"/>
                        </a:rPr>
                        <a:t>運転日単位の上側信頼限界で確認し、比較数に応じた補正も先に定める。</a:t>
                      </a:r>
                    </a:p>
                  </a:txBody>
                  <a:tcPr marL="91440" marR="91440" marT="45720" marB="45720" anchor="ctr">
                    <a:lnR w="9525">
                      <a:solidFill>
                        <a:srgbClr val="BCCAD2"/>
                      </a:solidFill>
                      <a:prstDash val="solid"/>
                    </a:lnR>
                    <a:lnB w="9525">
                      <a:solidFill>
                        <a:srgbClr val="BCCAD2"/>
                      </a:solidFill>
                      <a:prstDash val="solid"/>
                    </a:lnB>
                    <a:solidFill>
                      <a:srgbClr val="F8FAFB"/>
                    </a:solidFill>
                  </a:tcPr>
                </a:tc>
              </a:tr>
            </a:tbl>
          </a:graphicData>
        </a:graphic>
      </p:graphicFrame>
      <p:sp>
        <p:nvSpPr>
          <p:cNvPr id="8" name="text-3">
            <a:extLst xmlns:a="http://schemas.openxmlformats.org/drawingml/2006/main">
              <a:ext uri="{FF2B5EF4-FFF2-40B4-BE49-F238E27FC236}">
                <a16:creationId xmlns:a16="http://schemas.microsoft.com/office/drawing/2014/main" id="{BC7B54FA-2EB9-4532-B2F9-7353B2503B96}"/>
              </a:ext>
            </a:extLst>
          </p:cNvPr>
          <p:cNvSpPr>
            <a:spLocks xmlns:a="http://schemas.openxmlformats.org/drawingml/2006/main" noGrp="1"/>
          </p:cNvSpPr>
          <p:nvPr/>
        </p:nvSpPr>
        <p:spPr>
          <a:xfrm xmlns:a="http://schemas.openxmlformats.org/drawingml/2006/main">
            <a:off x="609600" y="5953125"/>
            <a:ext cx="10906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1575" b="0">
                <a:solidFill>
                  <a:srgbClr val="586872"/>
                </a:solidFill>
                <a:latin typeface="IPAexGothic"/>
                <a:ea typeface="IPAexGothic"/>
                <a:cs typeface="IPAexGothic"/>
              </a:defRPr>
            </a:defPPr>
            <a:lvl1pPr algn="l">
              <a:buNone/>
              <a:defRPr sz="1575" b="0">
                <a:solidFill>
                  <a:srgbClr val="586872"/>
                </a:solidFill>
                <a:latin typeface="IPAexGothic"/>
                <a:ea typeface="IPAexGothic"/>
                <a:cs typeface="IPAexGothic"/>
              </a:defRPr>
            </a:lvl1pPr>
            <a:lvl2pPr algn="l">
              <a:buNone/>
              <a:defRPr sz="1575" b="0">
                <a:solidFill>
                  <a:srgbClr val="586872"/>
                </a:solidFill>
                <a:latin typeface="IPAexGothic"/>
                <a:ea typeface="IPAexGothic"/>
                <a:cs typeface="IPAexGothic"/>
              </a:defRPr>
            </a:lvl2pPr>
            <a:lvl3pPr algn="l">
              <a:buNone/>
              <a:defRPr sz="1575" b="0">
                <a:solidFill>
                  <a:srgbClr val="586872"/>
                </a:solidFill>
                <a:latin typeface="IPAexGothic"/>
                <a:ea typeface="IPAexGothic"/>
                <a:cs typeface="IPAexGothic"/>
              </a:defRPr>
            </a:lvl3pPr>
            <a:lvl4pPr algn="l">
              <a:buNone/>
              <a:defRPr sz="1575" b="0">
                <a:solidFill>
                  <a:srgbClr val="586872"/>
                </a:solidFill>
                <a:latin typeface="IPAexGothic"/>
                <a:ea typeface="IPAexGothic"/>
                <a:cs typeface="IPAexGothic"/>
              </a:defRPr>
            </a:lvl4pPr>
            <a:lvl5pPr algn="l">
              <a:buNone/>
              <a:defRPr sz="1575" b="0">
                <a:solidFill>
                  <a:srgbClr val="586872"/>
                </a:solidFill>
                <a:latin typeface="IPAexGothic"/>
                <a:ea typeface="IPAexGothic"/>
                <a:cs typeface="IPAexGothic"/>
              </a:defRPr>
            </a:lvl5pPr>
            <a:lvl6pPr algn="l">
              <a:buNone/>
              <a:defRPr sz="1575" b="0">
                <a:solidFill>
                  <a:srgbClr val="586872"/>
                </a:solidFill>
                <a:latin typeface="IPAexGothic"/>
                <a:ea typeface="IPAexGothic"/>
                <a:cs typeface="IPAexGothic"/>
              </a:defRPr>
            </a:lvl6pPr>
            <a:lvl7pPr algn="l">
              <a:buNone/>
              <a:defRPr sz="1575" b="0">
                <a:solidFill>
                  <a:srgbClr val="586872"/>
                </a:solidFill>
                <a:latin typeface="IPAexGothic"/>
                <a:ea typeface="IPAexGothic"/>
                <a:cs typeface="IPAexGothic"/>
              </a:defRPr>
            </a:lvl7pPr>
            <a:lvl8pPr algn="l">
              <a:buNone/>
              <a:defRPr sz="1575" b="0">
                <a:solidFill>
                  <a:srgbClr val="586872"/>
                </a:solidFill>
                <a:latin typeface="IPAexGothic"/>
                <a:ea typeface="IPAexGothic"/>
                <a:cs typeface="IPAexGothic"/>
              </a:defRPr>
            </a:lvl8pPr>
            <a:lvl9pPr algn="l">
              <a:buNone/>
              <a:defRPr sz="1575" b="0">
                <a:solidFill>
                  <a:srgbClr val="586872"/>
                </a:solidFill>
                <a:latin typeface="IPAexGothic"/>
                <a:ea typeface="IPAexGothic"/>
                <a:cs typeface="IPAexGothic"/>
              </a:defRPr>
            </a:lvl9pPr>
          </a:lstStyle>
          <a:p xmlns:a="http://schemas.openxmlformats.org/drawingml/2006/main">
            <a:pPr algn="l">
              <a:buNone/>
              <a:defRPr sz="1575" b="0">
                <a:solidFill>
                  <a:srgbClr val="586872"/>
                </a:solidFill>
                <a:latin typeface="IPAexGothic"/>
                <a:ea typeface="IPAexGothic"/>
                <a:cs typeface="IPAexGothic"/>
              </a:defRPr>
            </a:pPr>
            <a:r>
              <a:rPr sz="1575" b="0">
                <a:solidFill>
                  <a:srgbClr val="586872"/>
                </a:solidFill>
                <a:latin typeface="IPAexGothic"/>
                <a:ea typeface="IPAexGothic"/>
                <a:cs typeface="IPAexGothic"/>
              </a:rPr>
              <a:t>欠測・未知を正常側の全ゼロ入力にしない。適用外として保持し、別途評価するまで本例の判定を保留</a:t>
            </a:r>
          </a:p>
        </p:txBody>
      </p:sp>
    </p:spTree>
    <p:extLst>
      <p:ext uri="{BB962C8B-B14F-4D97-AF65-F5344CB8AC3E}">
        <p14:creationId xmlns:p14="http://schemas.microsoft.com/office/powerpoint/2010/main" val="569934298"/>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headline">
            <a:extLst xmlns:a="http://schemas.openxmlformats.org/drawingml/2006/main">
              <a:ext uri="{FF2B5EF4-FFF2-40B4-BE49-F238E27FC236}">
                <a16:creationId xmlns:a16="http://schemas.microsoft.com/office/drawing/2014/main" id="{3FFEF25E-B4FE-4700-8AE2-DD24037DCCAA}"/>
              </a:ext>
            </a:extLst>
          </p:cNvPr>
          <p:cNvSpPr>
            <a:spLocks xmlns:a="http://schemas.openxmlformats.org/drawingml/2006/main" noGrp="1"/>
          </p:cNvSpPr>
          <p:nvPr/>
        </p:nvSpPr>
        <p:spPr>
          <a:xfrm xmlns:a="http://schemas.openxmlformats.org/drawingml/2006/main">
            <a:off x="590550" y="333375"/>
            <a:ext cx="1095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2B3A"/>
                </a:solidFill>
                <a:latin typeface="IPAexGothic"/>
                <a:ea typeface="IPAexGothic"/>
                <a:cs typeface="IPAexGothic"/>
              </a:defRPr>
            </a:defPPr>
            <a:lvl1pPr algn="l">
              <a:buNone/>
              <a:defRPr sz="3300" b="1">
                <a:solidFill>
                  <a:srgbClr val="172B3A"/>
                </a:solidFill>
                <a:latin typeface="IPAexGothic"/>
                <a:ea typeface="IPAexGothic"/>
                <a:cs typeface="IPAexGothic"/>
              </a:defRPr>
            </a:lvl1pPr>
            <a:lvl2pPr algn="l">
              <a:buNone/>
              <a:defRPr sz="3300" b="1">
                <a:solidFill>
                  <a:srgbClr val="172B3A"/>
                </a:solidFill>
                <a:latin typeface="IPAexGothic"/>
                <a:ea typeface="IPAexGothic"/>
                <a:cs typeface="IPAexGothic"/>
              </a:defRPr>
            </a:lvl2pPr>
            <a:lvl3pPr algn="l">
              <a:buNone/>
              <a:defRPr sz="3300" b="1">
                <a:solidFill>
                  <a:srgbClr val="172B3A"/>
                </a:solidFill>
                <a:latin typeface="IPAexGothic"/>
                <a:ea typeface="IPAexGothic"/>
                <a:cs typeface="IPAexGothic"/>
              </a:defRPr>
            </a:lvl3pPr>
            <a:lvl4pPr algn="l">
              <a:buNone/>
              <a:defRPr sz="3300" b="1">
                <a:solidFill>
                  <a:srgbClr val="172B3A"/>
                </a:solidFill>
                <a:latin typeface="IPAexGothic"/>
                <a:ea typeface="IPAexGothic"/>
                <a:cs typeface="IPAexGothic"/>
              </a:defRPr>
            </a:lvl4pPr>
            <a:lvl5pPr algn="l">
              <a:buNone/>
              <a:defRPr sz="3300" b="1">
                <a:solidFill>
                  <a:srgbClr val="172B3A"/>
                </a:solidFill>
                <a:latin typeface="IPAexGothic"/>
                <a:ea typeface="IPAexGothic"/>
                <a:cs typeface="IPAexGothic"/>
              </a:defRPr>
            </a:lvl5pPr>
            <a:lvl6pPr algn="l">
              <a:buNone/>
              <a:defRPr sz="3300" b="1">
                <a:solidFill>
                  <a:srgbClr val="172B3A"/>
                </a:solidFill>
                <a:latin typeface="IPAexGothic"/>
                <a:ea typeface="IPAexGothic"/>
                <a:cs typeface="IPAexGothic"/>
              </a:defRPr>
            </a:lvl6pPr>
            <a:lvl7pPr algn="l">
              <a:buNone/>
              <a:defRPr sz="3300" b="1">
                <a:solidFill>
                  <a:srgbClr val="172B3A"/>
                </a:solidFill>
                <a:latin typeface="IPAexGothic"/>
                <a:ea typeface="IPAexGothic"/>
                <a:cs typeface="IPAexGothic"/>
              </a:defRPr>
            </a:lvl7pPr>
            <a:lvl8pPr algn="l">
              <a:buNone/>
              <a:defRPr sz="3300" b="1">
                <a:solidFill>
                  <a:srgbClr val="172B3A"/>
                </a:solidFill>
                <a:latin typeface="IPAexGothic"/>
                <a:ea typeface="IPAexGothic"/>
                <a:cs typeface="IPAexGothic"/>
              </a:defRPr>
            </a:lvl8pPr>
            <a:lvl9pPr algn="l">
              <a:buNone/>
              <a:defRPr sz="3300" b="1">
                <a:solidFill>
                  <a:srgbClr val="172B3A"/>
                </a:solidFill>
                <a:latin typeface="IPAexGothic"/>
                <a:ea typeface="IPAexGothic"/>
                <a:cs typeface="IPAexGothic"/>
              </a:defRPr>
            </a:lvl9pPr>
          </a:lstStyle>
          <a:p xmlns:a="http://schemas.openxmlformats.org/drawingml/2006/main">
            <a:pPr algn="l">
              <a:buNone/>
              <a:defRPr sz="3300" b="1">
                <a:solidFill>
                  <a:srgbClr val="172B3A"/>
                </a:solidFill>
                <a:latin typeface="IPAexGothic"/>
                <a:ea typeface="IPAexGothic"/>
                <a:cs typeface="IPAexGothic"/>
              </a:defRPr>
            </a:pPr>
            <a:r>
              <a:rPr sz="3300" b="1">
                <a:solidFill>
                  <a:srgbClr val="172B3A"/>
                </a:solidFill>
                <a:latin typeface="IPAexGothic"/>
                <a:ea typeface="IPAexGothic"/>
                <a:cs typeface="IPAexGothic"/>
              </a:rPr>
              <a:t>③ 評価済みの範囲と削除許可の単位</a:t>
            </a:r>
          </a:p>
        </p:txBody>
      </p:sp>
      <p:sp>
        <p:nvSpPr>
          <p:cNvPr id="2" name="summary">
            <a:extLst xmlns:a="http://schemas.openxmlformats.org/drawingml/2006/main">
              <a:ext uri="{FF2B5EF4-FFF2-40B4-BE49-F238E27FC236}">
                <a16:creationId xmlns:a16="http://schemas.microsoft.com/office/drawing/2014/main" id="{11D1F043-A25A-4782-9CA2-A3157C58AE29}"/>
              </a:ext>
            </a:extLst>
          </p:cNvPr>
          <p:cNvSpPr>
            <a:spLocks xmlns:a="http://schemas.openxmlformats.org/drawingml/2006/main" noGrp="1"/>
          </p:cNvSpPr>
          <p:nvPr/>
        </p:nvSpPr>
        <p:spPr>
          <a:xfrm xmlns:a="http://schemas.openxmlformats.org/drawingml/2006/main">
            <a:off x="609600" y="1028700"/>
            <a:ext cx="10896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872"/>
                </a:solidFill>
                <a:latin typeface="IPAexGothic"/>
                <a:ea typeface="IPAexGothic"/>
                <a:cs typeface="IPAexGothic"/>
              </a:defRPr>
            </a:defPPr>
            <a:lvl1pPr algn="l">
              <a:buNone/>
              <a:defRPr sz="1800" b="0">
                <a:solidFill>
                  <a:srgbClr val="586872"/>
                </a:solidFill>
                <a:latin typeface="IPAexGothic"/>
                <a:ea typeface="IPAexGothic"/>
                <a:cs typeface="IPAexGothic"/>
              </a:defRPr>
            </a:lvl1pPr>
            <a:lvl2pPr algn="l">
              <a:buNone/>
              <a:defRPr sz="1800" b="0">
                <a:solidFill>
                  <a:srgbClr val="586872"/>
                </a:solidFill>
                <a:latin typeface="IPAexGothic"/>
                <a:ea typeface="IPAexGothic"/>
                <a:cs typeface="IPAexGothic"/>
              </a:defRPr>
            </a:lvl2pPr>
            <a:lvl3pPr algn="l">
              <a:buNone/>
              <a:defRPr sz="1800" b="0">
                <a:solidFill>
                  <a:srgbClr val="586872"/>
                </a:solidFill>
                <a:latin typeface="IPAexGothic"/>
                <a:ea typeface="IPAexGothic"/>
                <a:cs typeface="IPAexGothic"/>
              </a:defRPr>
            </a:lvl3pPr>
            <a:lvl4pPr algn="l">
              <a:buNone/>
              <a:defRPr sz="1800" b="0">
                <a:solidFill>
                  <a:srgbClr val="586872"/>
                </a:solidFill>
                <a:latin typeface="IPAexGothic"/>
                <a:ea typeface="IPAexGothic"/>
                <a:cs typeface="IPAexGothic"/>
              </a:defRPr>
            </a:lvl4pPr>
            <a:lvl5pPr algn="l">
              <a:buNone/>
              <a:defRPr sz="1800" b="0">
                <a:solidFill>
                  <a:srgbClr val="586872"/>
                </a:solidFill>
                <a:latin typeface="IPAexGothic"/>
                <a:ea typeface="IPAexGothic"/>
                <a:cs typeface="IPAexGothic"/>
              </a:defRPr>
            </a:lvl5pPr>
            <a:lvl6pPr algn="l">
              <a:buNone/>
              <a:defRPr sz="1800" b="0">
                <a:solidFill>
                  <a:srgbClr val="586872"/>
                </a:solidFill>
                <a:latin typeface="IPAexGothic"/>
                <a:ea typeface="IPAexGothic"/>
                <a:cs typeface="IPAexGothic"/>
              </a:defRPr>
            </a:lvl6pPr>
            <a:lvl7pPr algn="l">
              <a:buNone/>
              <a:defRPr sz="1800" b="0">
                <a:solidFill>
                  <a:srgbClr val="586872"/>
                </a:solidFill>
                <a:latin typeface="IPAexGothic"/>
                <a:ea typeface="IPAexGothic"/>
                <a:cs typeface="IPAexGothic"/>
              </a:defRPr>
            </a:lvl7pPr>
            <a:lvl8pPr algn="l">
              <a:buNone/>
              <a:defRPr sz="1800" b="0">
                <a:solidFill>
                  <a:srgbClr val="586872"/>
                </a:solidFill>
                <a:latin typeface="IPAexGothic"/>
                <a:ea typeface="IPAexGothic"/>
                <a:cs typeface="IPAexGothic"/>
              </a:defRPr>
            </a:lvl8pPr>
            <a:lvl9pPr algn="l">
              <a:buNone/>
              <a:defRPr sz="1800" b="0">
                <a:solidFill>
                  <a:srgbClr val="586872"/>
                </a:solidFill>
                <a:latin typeface="IPAexGothic"/>
                <a:ea typeface="IPAexGothic"/>
                <a:cs typeface="IPAexGothic"/>
              </a:defRPr>
            </a:lvl9pPr>
          </a:lstStyle>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窓・尺度変換・中心・半径・モデル・対応表を固定し、検証した範囲だけに削除を許可します。</a:t>
            </a:r>
          </a:p>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最終比較で不足や不合格があれば、その条件では削除しません。入力が4項目という構成も一例です。</a:t>
            </a:r>
          </a:p>
        </p:txBody>
      </p:sp>
      <p:sp>
        <p:nvSpPr>
          <p:cNvPr id="5" name="page-number">
            <a:extLst xmlns:a="http://schemas.openxmlformats.org/drawingml/2006/main">
              <a:ext uri="{FF2B5EF4-FFF2-40B4-BE49-F238E27FC236}">
                <a16:creationId xmlns:a16="http://schemas.microsoft.com/office/drawing/2014/main" id="{740F3207-28E5-4960-89DD-9B2D3634C09D}"/>
              </a:ext>
            </a:extLst>
          </p:cNvPr>
          <p:cNvSpPr>
            <a:spLocks xmlns:a="http://schemas.openxmlformats.org/drawingml/2006/main" noGrp="1"/>
          </p:cNvSpPr>
          <p:nvPr/>
        </p:nvSpPr>
        <p:spPr>
          <a:xfrm xmlns:a="http://schemas.openxmlformats.org/drawingml/2006/main">
            <a:off x="11239500" y="64484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872"/>
                </a:solidFill>
                <a:latin typeface="IPAexGothic"/>
                <a:ea typeface="IPAexGothic"/>
                <a:cs typeface="IPAexGothic"/>
              </a:defRPr>
            </a:defPPr>
            <a:lvl1pPr algn="r">
              <a:buNone/>
              <a:defRPr sz="1275" b="0">
                <a:solidFill>
                  <a:srgbClr val="586872"/>
                </a:solidFill>
                <a:latin typeface="IPAexGothic"/>
                <a:ea typeface="IPAexGothic"/>
                <a:cs typeface="IPAexGothic"/>
              </a:defRPr>
            </a:lvl1pPr>
            <a:lvl2pPr algn="r">
              <a:buNone/>
              <a:defRPr sz="1275" b="0">
                <a:solidFill>
                  <a:srgbClr val="586872"/>
                </a:solidFill>
                <a:latin typeface="IPAexGothic"/>
                <a:ea typeface="IPAexGothic"/>
                <a:cs typeface="IPAexGothic"/>
              </a:defRPr>
            </a:lvl2pPr>
            <a:lvl3pPr algn="r">
              <a:buNone/>
              <a:defRPr sz="1275" b="0">
                <a:solidFill>
                  <a:srgbClr val="586872"/>
                </a:solidFill>
                <a:latin typeface="IPAexGothic"/>
                <a:ea typeface="IPAexGothic"/>
                <a:cs typeface="IPAexGothic"/>
              </a:defRPr>
            </a:lvl3pPr>
            <a:lvl4pPr algn="r">
              <a:buNone/>
              <a:defRPr sz="1275" b="0">
                <a:solidFill>
                  <a:srgbClr val="586872"/>
                </a:solidFill>
                <a:latin typeface="IPAexGothic"/>
                <a:ea typeface="IPAexGothic"/>
                <a:cs typeface="IPAexGothic"/>
              </a:defRPr>
            </a:lvl4pPr>
            <a:lvl5pPr algn="r">
              <a:buNone/>
              <a:defRPr sz="1275" b="0">
                <a:solidFill>
                  <a:srgbClr val="586872"/>
                </a:solidFill>
                <a:latin typeface="IPAexGothic"/>
                <a:ea typeface="IPAexGothic"/>
                <a:cs typeface="IPAexGothic"/>
              </a:defRPr>
            </a:lvl5pPr>
            <a:lvl6pPr algn="r">
              <a:buNone/>
              <a:defRPr sz="1275" b="0">
                <a:solidFill>
                  <a:srgbClr val="586872"/>
                </a:solidFill>
                <a:latin typeface="IPAexGothic"/>
                <a:ea typeface="IPAexGothic"/>
                <a:cs typeface="IPAexGothic"/>
              </a:defRPr>
            </a:lvl6pPr>
            <a:lvl7pPr algn="r">
              <a:buNone/>
              <a:defRPr sz="1275" b="0">
                <a:solidFill>
                  <a:srgbClr val="586872"/>
                </a:solidFill>
                <a:latin typeface="IPAexGothic"/>
                <a:ea typeface="IPAexGothic"/>
                <a:cs typeface="IPAexGothic"/>
              </a:defRPr>
            </a:lvl7pPr>
            <a:lvl8pPr algn="r">
              <a:buNone/>
              <a:defRPr sz="1275" b="0">
                <a:solidFill>
                  <a:srgbClr val="586872"/>
                </a:solidFill>
                <a:latin typeface="IPAexGothic"/>
                <a:ea typeface="IPAexGothic"/>
                <a:cs typeface="IPAexGothic"/>
              </a:defRPr>
            </a:lvl8pPr>
            <a:lvl9pPr algn="r">
              <a:buNone/>
              <a:defRPr sz="1275" b="0">
                <a:solidFill>
                  <a:srgbClr val="586872"/>
                </a:solidFill>
                <a:latin typeface="IPAexGothic"/>
                <a:ea typeface="IPAexGothic"/>
                <a:cs typeface="IPAexGothic"/>
              </a:defRPr>
            </a:lvl9pPr>
          </a:lstStyle>
          <a:p xmlns:a="http://schemas.openxmlformats.org/drawingml/2006/main">
            <a:pPr algn="r">
              <a:buNone/>
              <a:defRPr sz="1275" b="0">
                <a:solidFill>
                  <a:srgbClr val="586872"/>
                </a:solidFill>
                <a:latin typeface="IPAexGothic"/>
                <a:ea typeface="IPAexGothic"/>
                <a:cs typeface="IPAexGothic"/>
              </a:defRPr>
            </a:pPr>
            <a:r>
              <a:rPr sz="1275" b="0">
                <a:solidFill>
                  <a:srgbClr val="586872"/>
                </a:solidFill>
                <a:latin typeface="IPAexGothic"/>
                <a:ea typeface="IPAexGothic"/>
                <a:cs typeface="IPAexGothic"/>
              </a:rPr>
              <a:t>24</a:t>
            </a:r>
          </a:p>
        </p:txBody>
      </p:sp>
      <p:graphicFrame>
        <p:nvGraphicFramePr>
          <p:cNvPr id="7" name="">
            <a:extLst xmlns:a="http://schemas.openxmlformats.org/drawingml/2006/main">
              <a:ext uri="{FF2B5EF4-FFF2-40B4-BE49-F238E27FC236}">
                <a16:creationId xmlns:a16="http://schemas.microsoft.com/office/drawing/2014/main" id="{941EF5D4-A111-48D3-9015-4BA4A1EFF308}"/>
              </a:ext>
            </a:extLst>
          </p:cNvPr>
          <p:cNvGraphicFramePr/>
          <p:nvPr/>
        </p:nvGraphicFramePr>
        <p:xfrm>
          <a:off xmlns:a="http://schemas.openxmlformats.org/drawingml/2006/main" x="609600" y="1762125"/>
          <a:ext xmlns:a="http://schemas.openxmlformats.org/drawingml/2006/main" cx="10972800" cy="3952875"/>
        </p:xfrm>
        <a:graphic xmlns:a="http://schemas.openxmlformats.org/drawingml/2006/main">
          <a:graphicData uri="http://schemas.openxmlformats.org/drawingml/2006/table">
            <a:tbl>
              <a:tblPr firstRow="1" bandRow="0"/>
              <a:tblGrid>
                <a:gridCol w="2857500"/>
                <a:gridCol w="8115300"/>
              </a:tblGrid>
              <a:tr h="658813">
                <a:tc>
                  <a:txBody>
                    <a:bodyPr wrap="square" lIns="114300" tIns="66675" rIns="114300" bIns="66675"/>
                    <a:lstStyle/>
                    <a:p>
                      <a:r>
                        <a:rPr sz="1725" b="1">
                          <a:solidFill>
                            <a:srgbClr val="172B3A"/>
                          </a:solidFill>
                          <a:latin typeface="IPAexGothic"/>
                          <a:ea typeface="IPAexGothic"/>
                          <a:cs typeface="IPAexGothic"/>
                        </a:rPr>
                        <a:t>確認する範囲</a:t>
                      </a:r>
                    </a:p>
                  </a:txBody>
                  <a:tcPr marL="91440" marR="91440" marT="45720" marB="45720" anchor="ctr">
                    <a:lnL w="9525">
                      <a:solidFill>
                        <a:srgbClr val="BCCAD2"/>
                      </a:solidFill>
                      <a:prstDash val="solid"/>
                    </a:lnL>
                    <a:lnR w="9525">
                      <a:solidFill>
                        <a:srgbClr val="BCCAD2"/>
                      </a:solidFill>
                      <a:prstDash val="solid"/>
                    </a:lnR>
                    <a:lnT w="9525">
                      <a:solidFill>
                        <a:srgbClr val="BCCAD2"/>
                      </a:solidFill>
                      <a:prstDash val="solid"/>
                    </a:lnT>
                    <a:lnB w="9525">
                      <a:solidFill>
                        <a:srgbClr val="BCCAD2"/>
                      </a:solidFill>
                      <a:prstDash val="solid"/>
                    </a:lnB>
                    <a:solidFill>
                      <a:srgbClr val="EAF1F5"/>
                    </a:solidFill>
                  </a:tcPr>
                </a:tc>
                <a:tc>
                  <a:txBody>
                    <a:bodyPr wrap="square" lIns="114300" tIns="66675" rIns="114300" bIns="66675"/>
                    <a:lstStyle/>
                    <a:p>
                      <a:r>
                        <a:rPr sz="1725" b="1">
                          <a:solidFill>
                            <a:srgbClr val="172B3A"/>
                          </a:solidFill>
                          <a:latin typeface="IPAexGothic"/>
                          <a:ea typeface="IPAexGothic"/>
                          <a:cs typeface="IPAexGothic"/>
                        </a:rPr>
                        <a:t>本例で記録・判断すること</a:t>
                      </a:r>
                    </a:p>
                  </a:txBody>
                  <a:tcPr marL="91440" marR="91440" marT="45720" marB="45720" anchor="ctr">
                    <a:lnR w="9525">
                      <a:solidFill>
                        <a:srgbClr val="BCCAD2"/>
                      </a:solidFill>
                      <a:prstDash val="solid"/>
                    </a:lnR>
                    <a:lnT w="9525">
                      <a:solidFill>
                        <a:srgbClr val="BCCAD2"/>
                      </a:solidFill>
                      <a:prstDash val="solid"/>
                    </a:lnT>
                    <a:lnB w="9525">
                      <a:solidFill>
                        <a:srgbClr val="BCCAD2"/>
                      </a:solidFill>
                      <a:prstDash val="solid"/>
                    </a:lnB>
                    <a:solidFill>
                      <a:srgbClr val="EAF1F5"/>
                    </a:solidFill>
                  </a:tcPr>
                </a:tc>
              </a:tr>
              <a:tr h="658813">
                <a:tc>
                  <a:txBody>
                    <a:bodyPr wrap="square" lIns="114300" tIns="66675" rIns="114300" bIns="66675"/>
                    <a:lstStyle/>
                    <a:p>
                      <a:r>
                        <a:rPr sz="1725" b="0">
                          <a:solidFill>
                            <a:srgbClr val="172B3A"/>
                          </a:solidFill>
                          <a:latin typeface="IPAexGothic"/>
                          <a:ea typeface="IPAexGothic"/>
                          <a:cs typeface="IPAexGothic"/>
                        </a:rPr>
                        <a:t>定義と窓の版</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FFFFF"/>
                    </a:solidFill>
                  </a:tcPr>
                </a:tc>
                <a:tc>
                  <a:txBody>
                    <a:bodyPr wrap="square" lIns="114300" tIns="66675" rIns="114300" bIns="66675"/>
                    <a:lstStyle/>
                    <a:p>
                      <a:r>
                        <a:rPr sz="1725" b="0">
                          <a:solidFill>
                            <a:srgbClr val="172B3A"/>
                          </a:solidFill>
                          <a:latin typeface="IPAexGothic"/>
                          <a:ea typeface="IPAexGothic"/>
                          <a:cs typeface="IPAexGothic"/>
                        </a:rPr>
                        <a:t>P001第1版・P002第1版、30秒窓・2秒移動、尺度変換・中心・半径を固定。</a:t>
                      </a:r>
                    </a:p>
                    <a:p>
                      <a:r>
                        <a:rPr sz="1725" b="0">
                          <a:solidFill>
                            <a:srgbClr val="172B3A"/>
                          </a:solidFill>
                          <a:latin typeface="IPAexGothic"/>
                          <a:ea typeface="IPAexGothic"/>
                          <a:cs typeface="IPAexGothic"/>
                        </a:rPr>
                        <a:t>窓条件・定義・入力項目が変われば、新版で再学習・再評価する。</a:t>
                      </a:r>
                    </a:p>
                  </a:txBody>
                  <a:tcPr marL="91440" marR="91440" marT="45720" marB="45720" anchor="ctr">
                    <a:lnR w="9525">
                      <a:solidFill>
                        <a:srgbClr val="BCCAD2"/>
                      </a:solidFill>
                      <a:prstDash val="solid"/>
                    </a:lnR>
                    <a:lnB w="9525">
                      <a:solidFill>
                        <a:srgbClr val="BCCAD2"/>
                      </a:solidFill>
                      <a:prstDash val="solid"/>
                    </a:lnB>
                    <a:solidFill>
                      <a:srgbClr val="FFFFFF"/>
                    </a:solidFill>
                  </a:tcPr>
                </a:tc>
              </a:tr>
              <a:tr h="658813">
                <a:tc>
                  <a:txBody>
                    <a:bodyPr wrap="square" lIns="114300" tIns="66675" rIns="114300" bIns="66675"/>
                    <a:lstStyle/>
                    <a:p>
                      <a:r>
                        <a:rPr sz="1725" b="0">
                          <a:solidFill>
                            <a:srgbClr val="172B3A"/>
                          </a:solidFill>
                          <a:latin typeface="IPAexGothic"/>
                          <a:ea typeface="IPAexGothic"/>
                          <a:cs typeface="IPAexGothic"/>
                        </a:rPr>
                        <a:t>モデルと対応表</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8FAFB"/>
                    </a:solidFill>
                  </a:tcPr>
                </a:tc>
                <a:tc>
                  <a:txBody>
                    <a:bodyPr wrap="square" lIns="114300" tIns="66675" rIns="114300" bIns="66675"/>
                    <a:lstStyle/>
                    <a:p>
                      <a:r>
                        <a:rPr sz="1725" b="0">
                          <a:solidFill>
                            <a:srgbClr val="172B3A"/>
                          </a:solidFill>
                          <a:latin typeface="IPAexGothic"/>
                          <a:ea typeface="IPAexGothic"/>
                          <a:cs typeface="IPAexGothic"/>
                        </a:rPr>
                        <a:t>モデルM第3版と対応表T第4版を組で管理。</a:t>
                      </a:r>
                    </a:p>
                    <a:p>
                      <a:r>
                        <a:rPr sz="1725" b="0">
                          <a:solidFill>
                            <a:srgbClr val="172B3A"/>
                          </a:solidFill>
                          <a:latin typeface="IPAexGothic"/>
                          <a:ea typeface="IPAexGothic"/>
                          <a:cs typeface="IPAexGothic"/>
                        </a:rPr>
                        <a:t>学習前は評価待ち、学習と三評価の後に利用・削除許可の状態を記録。</a:t>
                      </a:r>
                    </a:p>
                  </a:txBody>
                  <a:tcPr marL="91440" marR="91440" marT="45720" marB="45720" anchor="ctr">
                    <a:lnR w="9525">
                      <a:solidFill>
                        <a:srgbClr val="BCCAD2"/>
                      </a:solidFill>
                      <a:prstDash val="solid"/>
                    </a:lnR>
                    <a:lnB w="9525">
                      <a:solidFill>
                        <a:srgbClr val="BCCAD2"/>
                      </a:solidFill>
                      <a:prstDash val="solid"/>
                    </a:lnB>
                    <a:solidFill>
                      <a:srgbClr val="F8FAFB"/>
                    </a:solidFill>
                  </a:tcPr>
                </a:tc>
              </a:tr>
              <a:tr h="658813">
                <a:tc>
                  <a:txBody>
                    <a:bodyPr wrap="square" lIns="114300" tIns="66675" rIns="114300" bIns="66675"/>
                    <a:lstStyle/>
                    <a:p>
                      <a:r>
                        <a:rPr sz="1725" b="0">
                          <a:solidFill>
                            <a:srgbClr val="172B3A"/>
                          </a:solidFill>
                          <a:latin typeface="IPAexGothic"/>
                          <a:ea typeface="IPAexGothic"/>
                          <a:cs typeface="IPAexGothic"/>
                        </a:rPr>
                        <a:t>共通の検証事例</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FFFFF"/>
                    </a:solidFill>
                  </a:tcPr>
                </a:tc>
                <a:tc>
                  <a:txBody>
                    <a:bodyPr wrap="square" lIns="114300" tIns="66675" rIns="114300" bIns="66675"/>
                    <a:lstStyle/>
                    <a:p>
                      <a:r>
                        <a:rPr sz="1725" b="0">
                          <a:solidFill>
                            <a:srgbClr val="172B3A"/>
                          </a:solidFill>
                          <a:latin typeface="IPAexGothic"/>
                          <a:ea typeface="IPAexGothic"/>
                          <a:cs typeface="IPAexGothic"/>
                        </a:rPr>
                        <a:t>同じ窓ID・正解・判定時点で比較。設備・運転日を単位に</a:t>
                      </a:r>
                    </a:p>
                    <a:p>
                      <a:r>
                        <a:rPr sz="1725" b="0">
                          <a:solidFill>
                            <a:srgbClr val="172B3A"/>
                          </a:solidFill>
                          <a:latin typeface="IPAexGothic"/>
                          <a:ea typeface="IPAexGothic"/>
                          <a:cs typeface="IPAexGothic"/>
                        </a:rPr>
                        <a:t>再標本化し、比較する指標数Kに応じて誤判定率を配分する。</a:t>
                      </a:r>
                    </a:p>
                  </a:txBody>
                  <a:tcPr marL="91440" marR="91440" marT="45720" marB="45720" anchor="ctr">
                    <a:lnR w="9525">
                      <a:solidFill>
                        <a:srgbClr val="BCCAD2"/>
                      </a:solidFill>
                      <a:prstDash val="solid"/>
                    </a:lnR>
                    <a:lnB w="9525">
                      <a:solidFill>
                        <a:srgbClr val="BCCAD2"/>
                      </a:solidFill>
                      <a:prstDash val="solid"/>
                    </a:lnB>
                    <a:solidFill>
                      <a:srgbClr val="FFFFFF"/>
                    </a:solidFill>
                  </a:tcPr>
                </a:tc>
              </a:tr>
              <a:tr h="658813">
                <a:tc>
                  <a:txBody>
                    <a:bodyPr wrap="square" lIns="114300" tIns="66675" rIns="114300" bIns="66675"/>
                    <a:lstStyle/>
                    <a:p>
                      <a:r>
                        <a:rPr sz="1725" b="0">
                          <a:solidFill>
                            <a:srgbClr val="172B3A"/>
                          </a:solidFill>
                          <a:latin typeface="IPAexGothic"/>
                          <a:ea typeface="IPAexGothic"/>
                          <a:cs typeface="IPAexGothic"/>
                        </a:rPr>
                        <a:t>検証数と性能</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8FAFB"/>
                    </a:solidFill>
                  </a:tcPr>
                </a:tc>
                <a:tc>
                  <a:txBody>
                    <a:bodyPr wrap="square" lIns="114300" tIns="66675" rIns="114300" bIns="66675"/>
                    <a:lstStyle/>
                    <a:p>
                      <a:r>
                        <a:rPr sz="1725" b="0">
                          <a:solidFill>
                            <a:srgbClr val="172B3A"/>
                          </a:solidFill>
                          <a:latin typeface="IPAexGothic"/>
                          <a:ea typeface="IPAexGothic"/>
                          <a:cs typeface="IPAexGothic"/>
                        </a:rPr>
                        <a:t>最終比較では負荷別の正常・異常各200窓以上、30運転日以上。</a:t>
                      </a:r>
                    </a:p>
                    <a:p>
                      <a:r>
                        <a:rPr sz="1725" b="0">
                          <a:solidFill>
                            <a:srgbClr val="172B3A"/>
                          </a:solidFill>
                          <a:latin typeface="IPAexGothic"/>
                          <a:ea typeface="IPAexGothic"/>
                          <a:cs typeface="IPAexGothic"/>
                        </a:rPr>
                        <a:t>削除対象のパターン・条件にも200窓以上を求め、性能差を確認。</a:t>
                      </a:r>
                    </a:p>
                  </a:txBody>
                  <a:tcPr marL="91440" marR="91440" marT="45720" marB="45720" anchor="ctr">
                    <a:lnR w="9525">
                      <a:solidFill>
                        <a:srgbClr val="BCCAD2"/>
                      </a:solidFill>
                      <a:prstDash val="solid"/>
                    </a:lnR>
                    <a:lnB w="9525">
                      <a:solidFill>
                        <a:srgbClr val="BCCAD2"/>
                      </a:solidFill>
                      <a:prstDash val="solid"/>
                    </a:lnB>
                    <a:solidFill>
                      <a:srgbClr val="F8FAFB"/>
                    </a:solidFill>
                  </a:tcPr>
                </a:tc>
              </a:tr>
              <a:tr h="658813">
                <a:tc>
                  <a:txBody>
                    <a:bodyPr wrap="square" lIns="114300" tIns="66675" rIns="114300" bIns="66675"/>
                    <a:lstStyle/>
                    <a:p>
                      <a:r>
                        <a:rPr sz="1725" b="0">
                          <a:solidFill>
                            <a:srgbClr val="172B3A"/>
                          </a:solidFill>
                          <a:latin typeface="IPAexGothic"/>
                          <a:ea typeface="IPAexGothic"/>
                          <a:cs typeface="IPAexGothic"/>
                        </a:rPr>
                        <a:t>不足・未評価の条件</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FFFFF"/>
                    </a:solidFill>
                  </a:tcPr>
                </a:tc>
                <a:tc>
                  <a:txBody>
                    <a:bodyPr wrap="square" lIns="114300" tIns="66675" rIns="114300" bIns="66675"/>
                    <a:lstStyle/>
                    <a:p>
                      <a:r>
                        <a:rPr sz="1725" b="0">
                          <a:solidFill>
                            <a:srgbClr val="172B3A"/>
                          </a:solidFill>
                          <a:latin typeface="IPAexGothic"/>
                          <a:ea typeface="IPAexGothic"/>
                          <a:cs typeface="IPAexGothic"/>
                        </a:rPr>
                        <a:t>件数・観測日・正解が足りなければ削除を許可しない。</a:t>
                      </a:r>
                    </a:p>
                    <a:p>
                      <a:r>
                        <a:rPr sz="1725" b="0">
                          <a:solidFill>
                            <a:srgbClr val="172B3A"/>
                          </a:solidFill>
                          <a:latin typeface="IPAexGothic"/>
                          <a:ea typeface="IPAexGothic"/>
                          <a:cs typeface="IPAexGothic"/>
                        </a:rPr>
                        <a:t>三評価の結果と期間・版・モデル・条件を保存する。</a:t>
                      </a:r>
                    </a:p>
                  </a:txBody>
                  <a:tcPr marL="91440" marR="91440" marT="45720" marB="45720" anchor="ctr">
                    <a:lnR w="9525">
                      <a:solidFill>
                        <a:srgbClr val="BCCAD2"/>
                      </a:solidFill>
                      <a:prstDash val="solid"/>
                    </a:lnR>
                    <a:lnB w="9525">
                      <a:solidFill>
                        <a:srgbClr val="BCCAD2"/>
                      </a:solidFill>
                      <a:prstDash val="solid"/>
                    </a:lnB>
                    <a:solidFill>
                      <a:srgbClr val="FFFFFF"/>
                    </a:solidFill>
                  </a:tcPr>
                </a:tc>
              </a:tr>
            </a:tbl>
          </a:graphicData>
        </a:graphic>
      </p:graphicFrame>
      <p:sp>
        <p:nvSpPr>
          <p:cNvPr id="8" name="text-3">
            <a:extLst xmlns:a="http://schemas.openxmlformats.org/drawingml/2006/main">
              <a:ext uri="{FF2B5EF4-FFF2-40B4-BE49-F238E27FC236}">
                <a16:creationId xmlns:a16="http://schemas.microsoft.com/office/drawing/2014/main" id="{0D0726D5-0EA0-4804-98CB-912764582B80}"/>
              </a:ext>
            </a:extLst>
          </p:cNvPr>
          <p:cNvSpPr>
            <a:spLocks xmlns:a="http://schemas.openxmlformats.org/drawingml/2006/main" noGrp="1"/>
          </p:cNvSpPr>
          <p:nvPr/>
        </p:nvSpPr>
        <p:spPr>
          <a:xfrm xmlns:a="http://schemas.openxmlformats.org/drawingml/2006/main">
            <a:off x="609600" y="5953125"/>
            <a:ext cx="10906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1575" b="0">
                <a:solidFill>
                  <a:srgbClr val="586872"/>
                </a:solidFill>
                <a:latin typeface="IPAexGothic"/>
                <a:ea typeface="IPAexGothic"/>
                <a:cs typeface="IPAexGothic"/>
              </a:defRPr>
            </a:defPPr>
            <a:lvl1pPr algn="l">
              <a:buNone/>
              <a:defRPr sz="1575" b="0">
                <a:solidFill>
                  <a:srgbClr val="586872"/>
                </a:solidFill>
                <a:latin typeface="IPAexGothic"/>
                <a:ea typeface="IPAexGothic"/>
                <a:cs typeface="IPAexGothic"/>
              </a:defRPr>
            </a:lvl1pPr>
            <a:lvl2pPr algn="l">
              <a:buNone/>
              <a:defRPr sz="1575" b="0">
                <a:solidFill>
                  <a:srgbClr val="586872"/>
                </a:solidFill>
                <a:latin typeface="IPAexGothic"/>
                <a:ea typeface="IPAexGothic"/>
                <a:cs typeface="IPAexGothic"/>
              </a:defRPr>
            </a:lvl2pPr>
            <a:lvl3pPr algn="l">
              <a:buNone/>
              <a:defRPr sz="1575" b="0">
                <a:solidFill>
                  <a:srgbClr val="586872"/>
                </a:solidFill>
                <a:latin typeface="IPAexGothic"/>
                <a:ea typeface="IPAexGothic"/>
                <a:cs typeface="IPAexGothic"/>
              </a:defRPr>
            </a:lvl3pPr>
            <a:lvl4pPr algn="l">
              <a:buNone/>
              <a:defRPr sz="1575" b="0">
                <a:solidFill>
                  <a:srgbClr val="586872"/>
                </a:solidFill>
                <a:latin typeface="IPAexGothic"/>
                <a:ea typeface="IPAexGothic"/>
                <a:cs typeface="IPAexGothic"/>
              </a:defRPr>
            </a:lvl4pPr>
            <a:lvl5pPr algn="l">
              <a:buNone/>
              <a:defRPr sz="1575" b="0">
                <a:solidFill>
                  <a:srgbClr val="586872"/>
                </a:solidFill>
                <a:latin typeface="IPAexGothic"/>
                <a:ea typeface="IPAexGothic"/>
                <a:cs typeface="IPAexGothic"/>
              </a:defRPr>
            </a:lvl5pPr>
            <a:lvl6pPr algn="l">
              <a:buNone/>
              <a:defRPr sz="1575" b="0">
                <a:solidFill>
                  <a:srgbClr val="586872"/>
                </a:solidFill>
                <a:latin typeface="IPAexGothic"/>
                <a:ea typeface="IPAexGothic"/>
                <a:cs typeface="IPAexGothic"/>
              </a:defRPr>
            </a:lvl6pPr>
            <a:lvl7pPr algn="l">
              <a:buNone/>
              <a:defRPr sz="1575" b="0">
                <a:solidFill>
                  <a:srgbClr val="586872"/>
                </a:solidFill>
                <a:latin typeface="IPAexGothic"/>
                <a:ea typeface="IPAexGothic"/>
                <a:cs typeface="IPAexGothic"/>
              </a:defRPr>
            </a:lvl7pPr>
            <a:lvl8pPr algn="l">
              <a:buNone/>
              <a:defRPr sz="1575" b="0">
                <a:solidFill>
                  <a:srgbClr val="586872"/>
                </a:solidFill>
                <a:latin typeface="IPAexGothic"/>
                <a:ea typeface="IPAexGothic"/>
                <a:cs typeface="IPAexGothic"/>
              </a:defRPr>
            </a:lvl8pPr>
            <a:lvl9pPr algn="l">
              <a:buNone/>
              <a:defRPr sz="1575" b="0">
                <a:solidFill>
                  <a:srgbClr val="586872"/>
                </a:solidFill>
                <a:latin typeface="IPAexGothic"/>
                <a:ea typeface="IPAexGothic"/>
                <a:cs typeface="IPAexGothic"/>
              </a:defRPr>
            </a:lvl9pPr>
          </a:lstStyle>
          <a:p xmlns:a="http://schemas.openxmlformats.org/drawingml/2006/main">
            <a:pPr algn="l">
              <a:buNone/>
              <a:defRPr sz="1575" b="0">
                <a:solidFill>
                  <a:srgbClr val="586872"/>
                </a:solidFill>
                <a:latin typeface="IPAexGothic"/>
                <a:ea typeface="IPAexGothic"/>
                <a:cs typeface="IPAexGothic"/>
              </a:defRPr>
            </a:pPr>
            <a:r>
              <a:rPr sz="1575" b="0">
                <a:solidFill>
                  <a:srgbClr val="586872"/>
                </a:solidFill>
                <a:latin typeface="IPAexGothic"/>
                <a:ea typeface="IPAexGothic"/>
                <a:cs typeface="IPAexGothic"/>
              </a:rPr>
              <a:t>件数や許容差は説明用の仮基準。「有意差が出ない」だけでは合格としない</a:t>
            </a:r>
          </a:p>
        </p:txBody>
      </p:sp>
    </p:spTree>
    <p:extLst>
      <p:ext uri="{BB962C8B-B14F-4D97-AF65-F5344CB8AC3E}">
        <p14:creationId xmlns:p14="http://schemas.microsoft.com/office/powerpoint/2010/main" val="303793436"/>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2" name="">
            <a:extLst xmlns:a="http://schemas.openxmlformats.org/drawingml/2006/main">
              <a:ext uri="{FF2B5EF4-FFF2-40B4-BE49-F238E27FC236}">
                <a16:creationId xmlns:a16="http://schemas.microsoft.com/office/drawing/2014/main" id="{4A84A31E-1255-4A47-9141-BED72F1B753D}"/>
              </a:ext>
            </a:extLst>
          </p:cNvPr>
          <p:cNvCxnSpPr>
            <a:stCxn xmlns:a="http://schemas.openxmlformats.org/drawingml/2006/main" id="4" idx="3"/>
            <a:endCxn xmlns:a="http://schemas.openxmlformats.org/drawingml/2006/main" id="8" idx="1"/>
          </p:cNvCxnSpPr>
          <p:nvPr/>
        </p:nvCxnSpPr>
        <p:spPr>
          <a:xfrm xmlns:a="http://schemas.openxmlformats.org/drawingml/2006/main">
            <a:off x="7677150" y="3552825"/>
            <a:ext cx="1133475" cy="1504950"/>
          </a:xfrm>
          <a:prstGeom xmlns:a="http://schemas.openxmlformats.org/drawingml/2006/main" prst="bentConnector3">
            <a:avLst>
              <a:gd name="adj1" fmla="val 50000"/>
            </a:avLst>
          </a:prstGeom>
          <a:ln xmlns:a="http://schemas.openxmlformats.org/drawingml/2006/main" w="19050">
            <a:solidFill>
              <a:srgbClr val="236487"/>
            </a:solidFill>
            <a:prstDash val="solid"/>
            <a:tailEnd type="arrow" w="med" len="med"/>
          </a:ln>
        </p:spPr>
      </p:cxnSp>
      <p:cxnSp>
        <p:nvCxnSpPr>
          <p:cNvPr id="11" name="">
            <a:extLst xmlns:a="http://schemas.openxmlformats.org/drawingml/2006/main">
              <a:ext uri="{FF2B5EF4-FFF2-40B4-BE49-F238E27FC236}">
                <a16:creationId xmlns:a16="http://schemas.microsoft.com/office/drawing/2014/main" id="{26269671-BA94-4747-BF22-3EAD72D9F77C}"/>
              </a:ext>
            </a:extLst>
          </p:cNvPr>
          <p:cNvCxnSpPr>
            <a:stCxn xmlns:a="http://schemas.openxmlformats.org/drawingml/2006/main" id="4" idx="3"/>
            <a:endCxn xmlns:a="http://schemas.openxmlformats.org/drawingml/2006/main" id="7" idx="1"/>
          </p:cNvCxnSpPr>
          <p:nvPr/>
        </p:nvCxnSpPr>
        <p:spPr>
          <a:xfrm xmlns:a="http://schemas.openxmlformats.org/drawingml/2006/main" flipV="1">
            <a:off x="7677150" y="2238375"/>
            <a:ext cx="1133475" cy="1314450"/>
          </a:xfrm>
          <a:prstGeom xmlns:a="http://schemas.openxmlformats.org/drawingml/2006/main" prst="bentConnector3">
            <a:avLst>
              <a:gd name="adj1" fmla="val 50000"/>
            </a:avLst>
          </a:prstGeom>
          <a:ln xmlns:a="http://schemas.openxmlformats.org/drawingml/2006/main" w="19050">
            <a:solidFill>
              <a:srgbClr val="236487"/>
            </a:solidFill>
            <a:prstDash val="solid"/>
            <a:tailEnd type="arrow" w="med" len="med"/>
          </a:ln>
        </p:spPr>
      </p:cxnSp>
      <p:cxnSp>
        <p:nvCxnSpPr>
          <p:cNvPr id="10" name="">
            <a:extLst xmlns:a="http://schemas.openxmlformats.org/drawingml/2006/main">
              <a:ext uri="{FF2B5EF4-FFF2-40B4-BE49-F238E27FC236}">
                <a16:creationId xmlns:a16="http://schemas.microsoft.com/office/drawing/2014/main" id="{CAEC0DAA-98B8-4FBE-96DD-142FF3EC2AB9}"/>
              </a:ext>
            </a:extLst>
          </p:cNvPr>
          <p:cNvCxnSpPr>
            <a:stCxn xmlns:a="http://schemas.openxmlformats.org/drawingml/2006/main" id="6" idx="3"/>
            <a:endCxn xmlns:a="http://schemas.openxmlformats.org/drawingml/2006/main" id="4" idx="1"/>
          </p:cNvCxnSpPr>
          <p:nvPr/>
        </p:nvCxnSpPr>
        <p:spPr>
          <a:xfrm xmlns:a="http://schemas.openxmlformats.org/drawingml/2006/main" flipV="1">
            <a:off x="3429000" y="3552825"/>
            <a:ext cx="1104900" cy="1504950"/>
          </a:xfrm>
          <a:prstGeom xmlns:a="http://schemas.openxmlformats.org/drawingml/2006/main" prst="bentConnector3">
            <a:avLst>
              <a:gd name="adj1" fmla="val 50000"/>
            </a:avLst>
          </a:prstGeom>
          <a:ln xmlns:a="http://schemas.openxmlformats.org/drawingml/2006/main" w="19050">
            <a:solidFill>
              <a:srgbClr val="236487"/>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603CA296-A38F-44A3-9EEB-5637B2CAF1CB}"/>
              </a:ext>
            </a:extLst>
          </p:cNvPr>
          <p:cNvCxnSpPr>
            <a:stCxn xmlns:a="http://schemas.openxmlformats.org/drawingml/2006/main" id="5" idx="3"/>
            <a:endCxn xmlns:a="http://schemas.openxmlformats.org/drawingml/2006/main" id="4" idx="1"/>
          </p:cNvCxnSpPr>
          <p:nvPr/>
        </p:nvCxnSpPr>
        <p:spPr>
          <a:xfrm xmlns:a="http://schemas.openxmlformats.org/drawingml/2006/main">
            <a:off x="3429000" y="2238375"/>
            <a:ext cx="1104900" cy="1314450"/>
          </a:xfrm>
          <a:prstGeom xmlns:a="http://schemas.openxmlformats.org/drawingml/2006/main" prst="bentConnector3">
            <a:avLst>
              <a:gd name="adj1" fmla="val 50000"/>
            </a:avLst>
          </a:prstGeom>
          <a:ln xmlns:a="http://schemas.openxmlformats.org/drawingml/2006/main" w="19050">
            <a:solidFill>
              <a:srgbClr val="236487"/>
            </a:solidFill>
            <a:prstDash val="solid"/>
            <a:tailEnd type="arrow" w="med" len="med"/>
          </a:ln>
        </p:spPr>
      </p:cxnSp>
      <p:sp>
        <p:nvSpPr>
          <p:cNvPr id="15" name="headline">
            <a:extLst xmlns:a="http://schemas.openxmlformats.org/drawingml/2006/main">
              <a:ext uri="{FF2B5EF4-FFF2-40B4-BE49-F238E27FC236}">
                <a16:creationId xmlns:a16="http://schemas.microsoft.com/office/drawing/2014/main" id="{544F387B-B673-49BC-B0AF-DB0E8548C568}"/>
              </a:ext>
            </a:extLst>
          </p:cNvPr>
          <p:cNvSpPr>
            <a:spLocks xmlns:a="http://schemas.openxmlformats.org/drawingml/2006/main" noGrp="1"/>
          </p:cNvSpPr>
          <p:nvPr/>
        </p:nvSpPr>
        <p:spPr>
          <a:xfrm xmlns:a="http://schemas.openxmlformats.org/drawingml/2006/main">
            <a:off x="590550" y="333375"/>
            <a:ext cx="1095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72B3A"/>
                </a:solidFill>
                <a:latin typeface="IPAexGothic"/>
                <a:ea typeface="IPAexGothic"/>
                <a:cs typeface="IPAexGothic"/>
              </a:defRPr>
            </a:defPPr>
            <a:lvl1pPr algn="l">
              <a:buNone/>
              <a:defRPr sz="3300" b="1">
                <a:solidFill>
                  <a:srgbClr val="172B3A"/>
                </a:solidFill>
                <a:latin typeface="IPAexGothic"/>
                <a:ea typeface="IPAexGothic"/>
                <a:cs typeface="IPAexGothic"/>
              </a:defRPr>
            </a:lvl1pPr>
            <a:lvl2pPr algn="l">
              <a:buNone/>
              <a:defRPr sz="3300" b="1">
                <a:solidFill>
                  <a:srgbClr val="172B3A"/>
                </a:solidFill>
                <a:latin typeface="IPAexGothic"/>
                <a:ea typeface="IPAexGothic"/>
                <a:cs typeface="IPAexGothic"/>
              </a:defRPr>
            </a:lvl2pPr>
            <a:lvl3pPr algn="l">
              <a:buNone/>
              <a:defRPr sz="3300" b="1">
                <a:solidFill>
                  <a:srgbClr val="172B3A"/>
                </a:solidFill>
                <a:latin typeface="IPAexGothic"/>
                <a:ea typeface="IPAexGothic"/>
                <a:cs typeface="IPAexGothic"/>
              </a:defRPr>
            </a:lvl3pPr>
            <a:lvl4pPr algn="l">
              <a:buNone/>
              <a:defRPr sz="3300" b="1">
                <a:solidFill>
                  <a:srgbClr val="172B3A"/>
                </a:solidFill>
                <a:latin typeface="IPAexGothic"/>
                <a:ea typeface="IPAexGothic"/>
                <a:cs typeface="IPAexGothic"/>
              </a:defRPr>
            </a:lvl4pPr>
            <a:lvl5pPr algn="l">
              <a:buNone/>
              <a:defRPr sz="3300" b="1">
                <a:solidFill>
                  <a:srgbClr val="172B3A"/>
                </a:solidFill>
                <a:latin typeface="IPAexGothic"/>
                <a:ea typeface="IPAexGothic"/>
                <a:cs typeface="IPAexGothic"/>
              </a:defRPr>
            </a:lvl5pPr>
            <a:lvl6pPr algn="l">
              <a:buNone/>
              <a:defRPr sz="3300" b="1">
                <a:solidFill>
                  <a:srgbClr val="172B3A"/>
                </a:solidFill>
                <a:latin typeface="IPAexGothic"/>
                <a:ea typeface="IPAexGothic"/>
                <a:cs typeface="IPAexGothic"/>
              </a:defRPr>
            </a:lvl6pPr>
            <a:lvl7pPr algn="l">
              <a:buNone/>
              <a:defRPr sz="3300" b="1">
                <a:solidFill>
                  <a:srgbClr val="172B3A"/>
                </a:solidFill>
                <a:latin typeface="IPAexGothic"/>
                <a:ea typeface="IPAexGothic"/>
                <a:cs typeface="IPAexGothic"/>
              </a:defRPr>
            </a:lvl7pPr>
            <a:lvl8pPr algn="l">
              <a:buNone/>
              <a:defRPr sz="3300" b="1">
                <a:solidFill>
                  <a:srgbClr val="172B3A"/>
                </a:solidFill>
                <a:latin typeface="IPAexGothic"/>
                <a:ea typeface="IPAexGothic"/>
                <a:cs typeface="IPAexGothic"/>
              </a:defRPr>
            </a:lvl8pPr>
            <a:lvl9pPr algn="l">
              <a:buNone/>
              <a:defRPr sz="3300" b="1">
                <a:solidFill>
                  <a:srgbClr val="172B3A"/>
                </a:solidFill>
                <a:latin typeface="IPAexGothic"/>
                <a:ea typeface="IPAexGothic"/>
                <a:cs typeface="IPAexGothic"/>
              </a:defRPr>
            </a:lvl9pPr>
          </a:lstStyle>
          <a:p xmlns:a="http://schemas.openxmlformats.org/drawingml/2006/main">
            <a:pPr algn="l">
              <a:buNone/>
              <a:defRPr sz="3300" b="1">
                <a:solidFill>
                  <a:srgbClr val="172B3A"/>
                </a:solidFill>
                <a:latin typeface="IPAexGothic"/>
                <a:ea typeface="IPAexGothic"/>
                <a:cs typeface="IPAexGothic"/>
              </a:defRPr>
            </a:pPr>
            <a:r>
              <a:rPr sz="3300" b="1">
                <a:solidFill>
                  <a:srgbClr val="172B3A"/>
                </a:solidFill>
                <a:latin typeface="IPAexGothic"/>
                <a:ea typeface="IPAexGothic"/>
                <a:cs typeface="IPAexGothic"/>
              </a:rPr>
              <a:t>④ 知識ベースで対応づける情報</a:t>
            </a:r>
          </a:p>
        </p:txBody>
      </p:sp>
      <p:sp>
        <p:nvSpPr>
          <p:cNvPr id="2" name="summary">
            <a:extLst xmlns:a="http://schemas.openxmlformats.org/drawingml/2006/main">
              <a:ext uri="{FF2B5EF4-FFF2-40B4-BE49-F238E27FC236}">
                <a16:creationId xmlns:a16="http://schemas.microsoft.com/office/drawing/2014/main" id="{5F9B6C9E-E73E-4CCC-BC2B-E0835465AD40}"/>
              </a:ext>
            </a:extLst>
          </p:cNvPr>
          <p:cNvSpPr>
            <a:spLocks xmlns:a="http://schemas.openxmlformats.org/drawingml/2006/main" noGrp="1"/>
          </p:cNvSpPr>
          <p:nvPr/>
        </p:nvSpPr>
        <p:spPr>
          <a:xfrm xmlns:a="http://schemas.openxmlformats.org/drawingml/2006/main">
            <a:off x="609600" y="1028700"/>
            <a:ext cx="10896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86872"/>
                </a:solidFill>
                <a:latin typeface="IPAexGothic"/>
                <a:ea typeface="IPAexGothic"/>
                <a:cs typeface="IPAexGothic"/>
              </a:defRPr>
            </a:defPPr>
            <a:lvl1pPr algn="l">
              <a:buNone/>
              <a:defRPr sz="1800" b="0">
                <a:solidFill>
                  <a:srgbClr val="586872"/>
                </a:solidFill>
                <a:latin typeface="IPAexGothic"/>
                <a:ea typeface="IPAexGothic"/>
                <a:cs typeface="IPAexGothic"/>
              </a:defRPr>
            </a:lvl1pPr>
            <a:lvl2pPr algn="l">
              <a:buNone/>
              <a:defRPr sz="1800" b="0">
                <a:solidFill>
                  <a:srgbClr val="586872"/>
                </a:solidFill>
                <a:latin typeface="IPAexGothic"/>
                <a:ea typeface="IPAexGothic"/>
                <a:cs typeface="IPAexGothic"/>
              </a:defRPr>
            </a:lvl2pPr>
            <a:lvl3pPr algn="l">
              <a:buNone/>
              <a:defRPr sz="1800" b="0">
                <a:solidFill>
                  <a:srgbClr val="586872"/>
                </a:solidFill>
                <a:latin typeface="IPAexGothic"/>
                <a:ea typeface="IPAexGothic"/>
                <a:cs typeface="IPAexGothic"/>
              </a:defRPr>
            </a:lvl3pPr>
            <a:lvl4pPr algn="l">
              <a:buNone/>
              <a:defRPr sz="1800" b="0">
                <a:solidFill>
                  <a:srgbClr val="586872"/>
                </a:solidFill>
                <a:latin typeface="IPAexGothic"/>
                <a:ea typeface="IPAexGothic"/>
                <a:cs typeface="IPAexGothic"/>
              </a:defRPr>
            </a:lvl4pPr>
            <a:lvl5pPr algn="l">
              <a:buNone/>
              <a:defRPr sz="1800" b="0">
                <a:solidFill>
                  <a:srgbClr val="586872"/>
                </a:solidFill>
                <a:latin typeface="IPAexGothic"/>
                <a:ea typeface="IPAexGothic"/>
                <a:cs typeface="IPAexGothic"/>
              </a:defRPr>
            </a:lvl5pPr>
            <a:lvl6pPr algn="l">
              <a:buNone/>
              <a:defRPr sz="1800" b="0">
                <a:solidFill>
                  <a:srgbClr val="586872"/>
                </a:solidFill>
                <a:latin typeface="IPAexGothic"/>
                <a:ea typeface="IPAexGothic"/>
                <a:cs typeface="IPAexGothic"/>
              </a:defRPr>
            </a:lvl6pPr>
            <a:lvl7pPr algn="l">
              <a:buNone/>
              <a:defRPr sz="1800" b="0">
                <a:solidFill>
                  <a:srgbClr val="586872"/>
                </a:solidFill>
                <a:latin typeface="IPAexGothic"/>
                <a:ea typeface="IPAexGothic"/>
                <a:cs typeface="IPAexGothic"/>
              </a:defRPr>
            </a:lvl7pPr>
            <a:lvl8pPr algn="l">
              <a:buNone/>
              <a:defRPr sz="1800" b="0">
                <a:solidFill>
                  <a:srgbClr val="586872"/>
                </a:solidFill>
                <a:latin typeface="IPAexGothic"/>
                <a:ea typeface="IPAexGothic"/>
                <a:cs typeface="IPAexGothic"/>
              </a:defRPr>
            </a:lvl8pPr>
            <a:lvl9pPr algn="l">
              <a:buNone/>
              <a:defRPr sz="1800" b="0">
                <a:solidFill>
                  <a:srgbClr val="586872"/>
                </a:solidFill>
                <a:latin typeface="IPAexGothic"/>
                <a:ea typeface="IPAexGothic"/>
                <a:cs typeface="IPAexGothic"/>
              </a:defRPr>
            </a:lvl9pPr>
          </a:lstStyle>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知識ベースは、パターンの定義と評価結果、元データの保存状況を一緒にたどる管理記録です。</a:t>
            </a:r>
          </a:p>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定義を変えるときは版を更新し、モデルや統計がどの定義を使ったものかを区別します。</a:t>
            </a:r>
          </a:p>
        </p:txBody>
      </p:sp>
      <p:sp>
        <p:nvSpPr>
          <p:cNvPr id="3" name="text-2">
            <a:extLst xmlns:a="http://schemas.openxmlformats.org/drawingml/2006/main">
              <a:ext uri="{FF2B5EF4-FFF2-40B4-BE49-F238E27FC236}">
                <a16:creationId xmlns:a16="http://schemas.microsoft.com/office/drawing/2014/main" id="{5BDCFB57-F53A-46BF-9232-9CCA980AD4F6}"/>
              </a:ext>
            </a:extLst>
          </p:cNvPr>
          <p:cNvSpPr>
            <a:spLocks xmlns:a="http://schemas.openxmlformats.org/drawingml/2006/main" noGrp="1"/>
          </p:cNvSpPr>
          <p:nvPr/>
        </p:nvSpPr>
        <p:spPr>
          <a:xfrm xmlns:a="http://schemas.openxmlformats.org/drawingml/2006/main">
            <a:off x="11239500" y="644842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872"/>
                </a:solidFill>
                <a:latin typeface="IPAexGothic"/>
                <a:ea typeface="IPAexGothic"/>
                <a:cs typeface="IPAexGothic"/>
              </a:defRPr>
            </a:defPPr>
            <a:lvl1pPr algn="r">
              <a:buNone/>
              <a:defRPr sz="1275" b="0">
                <a:solidFill>
                  <a:srgbClr val="586872"/>
                </a:solidFill>
                <a:latin typeface="IPAexGothic"/>
                <a:ea typeface="IPAexGothic"/>
                <a:cs typeface="IPAexGothic"/>
              </a:defRPr>
            </a:lvl1pPr>
            <a:lvl2pPr algn="r">
              <a:buNone/>
              <a:defRPr sz="1275" b="0">
                <a:solidFill>
                  <a:srgbClr val="586872"/>
                </a:solidFill>
                <a:latin typeface="IPAexGothic"/>
                <a:ea typeface="IPAexGothic"/>
                <a:cs typeface="IPAexGothic"/>
              </a:defRPr>
            </a:lvl2pPr>
            <a:lvl3pPr algn="r">
              <a:buNone/>
              <a:defRPr sz="1275" b="0">
                <a:solidFill>
                  <a:srgbClr val="586872"/>
                </a:solidFill>
                <a:latin typeface="IPAexGothic"/>
                <a:ea typeface="IPAexGothic"/>
                <a:cs typeface="IPAexGothic"/>
              </a:defRPr>
            </a:lvl3pPr>
            <a:lvl4pPr algn="r">
              <a:buNone/>
              <a:defRPr sz="1275" b="0">
                <a:solidFill>
                  <a:srgbClr val="586872"/>
                </a:solidFill>
                <a:latin typeface="IPAexGothic"/>
                <a:ea typeface="IPAexGothic"/>
                <a:cs typeface="IPAexGothic"/>
              </a:defRPr>
            </a:lvl4pPr>
            <a:lvl5pPr algn="r">
              <a:buNone/>
              <a:defRPr sz="1275" b="0">
                <a:solidFill>
                  <a:srgbClr val="586872"/>
                </a:solidFill>
                <a:latin typeface="IPAexGothic"/>
                <a:ea typeface="IPAexGothic"/>
                <a:cs typeface="IPAexGothic"/>
              </a:defRPr>
            </a:lvl5pPr>
            <a:lvl6pPr algn="r">
              <a:buNone/>
              <a:defRPr sz="1275" b="0">
                <a:solidFill>
                  <a:srgbClr val="586872"/>
                </a:solidFill>
                <a:latin typeface="IPAexGothic"/>
                <a:ea typeface="IPAexGothic"/>
                <a:cs typeface="IPAexGothic"/>
              </a:defRPr>
            </a:lvl6pPr>
            <a:lvl7pPr algn="r">
              <a:buNone/>
              <a:defRPr sz="1275" b="0">
                <a:solidFill>
                  <a:srgbClr val="586872"/>
                </a:solidFill>
                <a:latin typeface="IPAexGothic"/>
                <a:ea typeface="IPAexGothic"/>
                <a:cs typeface="IPAexGothic"/>
              </a:defRPr>
            </a:lvl7pPr>
            <a:lvl8pPr algn="r">
              <a:buNone/>
              <a:defRPr sz="1275" b="0">
                <a:solidFill>
                  <a:srgbClr val="586872"/>
                </a:solidFill>
                <a:latin typeface="IPAexGothic"/>
                <a:ea typeface="IPAexGothic"/>
                <a:cs typeface="IPAexGothic"/>
              </a:defRPr>
            </a:lvl8pPr>
            <a:lvl9pPr algn="r">
              <a:buNone/>
              <a:defRPr sz="1275" b="0">
                <a:solidFill>
                  <a:srgbClr val="586872"/>
                </a:solidFill>
                <a:latin typeface="IPAexGothic"/>
                <a:ea typeface="IPAexGothic"/>
                <a:cs typeface="IPAexGothic"/>
              </a:defRPr>
            </a:lvl9pPr>
          </a:lstStyle>
          <a:p xmlns:a="http://schemas.openxmlformats.org/drawingml/2006/main">
            <a:pPr algn="r">
              <a:buNone/>
              <a:defRPr sz="1275" b="0">
                <a:solidFill>
                  <a:srgbClr val="586872"/>
                </a:solidFill>
                <a:latin typeface="IPAexGothic"/>
                <a:ea typeface="IPAexGothic"/>
                <a:cs typeface="IPAexGothic"/>
              </a:defRPr>
            </a:pPr>
            <a:r>
              <a:rPr sz="1275" b="0">
                <a:solidFill>
                  <a:srgbClr val="586872"/>
                </a:solidFill>
                <a:latin typeface="IPAexGothic"/>
                <a:ea typeface="IPAexGothic"/>
                <a:cs typeface="IPAexGothic"/>
              </a:rPr>
              <a:t>25</a:t>
            </a:r>
          </a:p>
        </p:txBody>
      </p:sp>
      <p:sp>
        <p:nvSpPr>
          <p:cNvPr id="4" name="diagram-3">
            <a:extLst xmlns:a="http://schemas.openxmlformats.org/drawingml/2006/main">
              <a:ext uri="{FF2B5EF4-FFF2-40B4-BE49-F238E27FC236}">
                <a16:creationId xmlns:a16="http://schemas.microsoft.com/office/drawing/2014/main" id="{F2DCD5B9-059C-4650-8A0E-4BF7727BE000}"/>
              </a:ext>
            </a:extLst>
          </p:cNvPr>
          <p:cNvSpPr>
            <a:spLocks xmlns:a="http://schemas.openxmlformats.org/drawingml/2006/main" noGrp="1"/>
          </p:cNvSpPr>
          <p:nvPr/>
        </p:nvSpPr>
        <p:spPr>
          <a:xfrm xmlns:a="http://schemas.openxmlformats.org/drawingml/2006/main">
            <a:off x="4533900" y="3028950"/>
            <a:ext cx="3143250" cy="1047750"/>
          </a:xfrm>
          <a:prstGeom xmlns:a="http://schemas.openxmlformats.org/drawingml/2006/main" prst="rect">
            <a:avLst/>
          </a:prstGeom>
          <a:solidFill xmlns:a="http://schemas.openxmlformats.org/drawingml/2006/main">
            <a:srgbClr val="EAF1F5"/>
          </a:solidFill>
          <a:ln xmlns:a="http://schemas.openxmlformats.org/drawingml/2006/main" w="14288">
            <a:solidFill>
              <a:srgbClr val="236487"/>
            </a:solidFill>
            <a:prstDash val="solid"/>
          </a:ln>
        </p:spPr>
        <p:txBody>
          <a:bodyPr xmlns:a="http://schemas.openxmlformats.org/drawingml/2006/main" wrap="square" lIns="114300" tIns="114300" rIns="114300" bIns="114300" anchor="ctr">
            <a:noAutofit/>
          </a:bodyPr>
          <a:lstStyle xmlns:a="http://schemas.openxmlformats.org/drawingml/2006/main">
            <a:defPPr algn="ctr">
              <a:defRPr sz="2175" b="1">
                <a:solidFill>
                  <a:srgbClr val="172B3A"/>
                </a:solidFill>
                <a:latin typeface="IPAexGothic"/>
                <a:ea typeface="IPAexGothic"/>
                <a:cs typeface="IPAexGothic"/>
              </a:defRPr>
            </a:defPPr>
            <a:lvl1pPr algn="ctr">
              <a:buNone/>
              <a:defRPr sz="2175" b="1">
                <a:solidFill>
                  <a:srgbClr val="172B3A"/>
                </a:solidFill>
                <a:latin typeface="IPAexGothic"/>
                <a:ea typeface="IPAexGothic"/>
                <a:cs typeface="IPAexGothic"/>
              </a:defRPr>
            </a:lvl1pPr>
            <a:lvl2pPr algn="ctr">
              <a:buNone/>
              <a:defRPr sz="2175" b="1">
                <a:solidFill>
                  <a:srgbClr val="172B3A"/>
                </a:solidFill>
                <a:latin typeface="IPAexGothic"/>
                <a:ea typeface="IPAexGothic"/>
                <a:cs typeface="IPAexGothic"/>
              </a:defRPr>
            </a:lvl2pPr>
            <a:lvl3pPr algn="ctr">
              <a:buNone/>
              <a:defRPr sz="2175" b="1">
                <a:solidFill>
                  <a:srgbClr val="172B3A"/>
                </a:solidFill>
                <a:latin typeface="IPAexGothic"/>
                <a:ea typeface="IPAexGothic"/>
                <a:cs typeface="IPAexGothic"/>
              </a:defRPr>
            </a:lvl3pPr>
            <a:lvl4pPr algn="ctr">
              <a:buNone/>
              <a:defRPr sz="2175" b="1">
                <a:solidFill>
                  <a:srgbClr val="172B3A"/>
                </a:solidFill>
                <a:latin typeface="IPAexGothic"/>
                <a:ea typeface="IPAexGothic"/>
                <a:cs typeface="IPAexGothic"/>
              </a:defRPr>
            </a:lvl4pPr>
            <a:lvl5pPr algn="ctr">
              <a:buNone/>
              <a:defRPr sz="2175" b="1">
                <a:solidFill>
                  <a:srgbClr val="172B3A"/>
                </a:solidFill>
                <a:latin typeface="IPAexGothic"/>
                <a:ea typeface="IPAexGothic"/>
                <a:cs typeface="IPAexGothic"/>
              </a:defRPr>
            </a:lvl5pPr>
            <a:lvl6pPr algn="ctr">
              <a:buNone/>
              <a:defRPr sz="2175" b="1">
                <a:solidFill>
                  <a:srgbClr val="172B3A"/>
                </a:solidFill>
                <a:latin typeface="IPAexGothic"/>
                <a:ea typeface="IPAexGothic"/>
                <a:cs typeface="IPAexGothic"/>
              </a:defRPr>
            </a:lvl6pPr>
            <a:lvl7pPr algn="ctr">
              <a:buNone/>
              <a:defRPr sz="2175" b="1">
                <a:solidFill>
                  <a:srgbClr val="172B3A"/>
                </a:solidFill>
                <a:latin typeface="IPAexGothic"/>
                <a:ea typeface="IPAexGothic"/>
                <a:cs typeface="IPAexGothic"/>
              </a:defRPr>
            </a:lvl7pPr>
            <a:lvl8pPr algn="ctr">
              <a:buNone/>
              <a:defRPr sz="2175" b="1">
                <a:solidFill>
                  <a:srgbClr val="172B3A"/>
                </a:solidFill>
                <a:latin typeface="IPAexGothic"/>
                <a:ea typeface="IPAexGothic"/>
                <a:cs typeface="IPAexGothic"/>
              </a:defRPr>
            </a:lvl8pPr>
            <a:lvl9pPr algn="ctr">
              <a:buNone/>
              <a:defRPr sz="2175" b="1">
                <a:solidFill>
                  <a:srgbClr val="172B3A"/>
                </a:solidFill>
                <a:latin typeface="IPAexGothic"/>
                <a:ea typeface="IPAexGothic"/>
                <a:cs typeface="IPAexGothic"/>
              </a:defRPr>
            </a:lvl9pPr>
          </a:lstStyle>
          <a:p xmlns:a="http://schemas.openxmlformats.org/drawingml/2006/main">
            <a:pPr algn="ctr">
              <a:buNone/>
              <a:defRPr sz="2175" b="1">
                <a:solidFill>
                  <a:srgbClr val="172B3A"/>
                </a:solidFill>
                <a:latin typeface="IPAexGothic"/>
                <a:ea typeface="IPAexGothic"/>
                <a:cs typeface="IPAexGothic"/>
              </a:defRPr>
            </a:pPr>
            <a:r>
              <a:rPr sz="2175" b="1">
                <a:solidFill>
                  <a:srgbClr val="172B3A"/>
                </a:solidFill>
                <a:latin typeface="IPAexGothic"/>
                <a:ea typeface="IPAexGothic"/>
                <a:cs typeface="IPAexGothic"/>
              </a:rPr>
              <a:t>パターンIDと版</a:t>
            </a:r>
          </a:p>
          <a:p xmlns:a="http://schemas.openxmlformats.org/drawingml/2006/main">
            <a:pPr algn="ctr">
              <a:buNone/>
              <a:defRPr sz="2175" b="1">
                <a:solidFill>
                  <a:srgbClr val="172B3A"/>
                </a:solidFill>
                <a:latin typeface="IPAexGothic"/>
                <a:ea typeface="IPAexGothic"/>
                <a:cs typeface="IPAexGothic"/>
              </a:defRPr>
            </a:pPr>
            <a:r>
              <a:rPr sz="2175" b="1">
                <a:solidFill>
                  <a:srgbClr val="172B3A"/>
                </a:solidFill>
                <a:latin typeface="IPAexGothic"/>
                <a:ea typeface="IPAexGothic"/>
                <a:cs typeface="IPAexGothic"/>
              </a:rPr>
              <a:t>P001 第1版</a:t>
            </a:r>
          </a:p>
        </p:txBody>
      </p:sp>
      <p:sp>
        <p:nvSpPr>
          <p:cNvPr id="5" name="diagram-4">
            <a:extLst xmlns:a="http://schemas.openxmlformats.org/drawingml/2006/main">
              <a:ext uri="{FF2B5EF4-FFF2-40B4-BE49-F238E27FC236}">
                <a16:creationId xmlns:a16="http://schemas.microsoft.com/office/drawing/2014/main" id="{3A094E72-B382-4716-B540-78EBC1BD9FB8}"/>
              </a:ext>
            </a:extLst>
          </p:cNvPr>
          <p:cNvSpPr>
            <a:spLocks xmlns:a="http://schemas.openxmlformats.org/drawingml/2006/main" noGrp="1"/>
          </p:cNvSpPr>
          <p:nvPr/>
        </p:nvSpPr>
        <p:spPr>
          <a:xfrm xmlns:a="http://schemas.openxmlformats.org/drawingml/2006/main">
            <a:off x="619125" y="1809750"/>
            <a:ext cx="2809875" cy="857250"/>
          </a:xfrm>
          <a:prstGeom xmlns:a="http://schemas.openxmlformats.org/drawingml/2006/main" prst="rect">
            <a:avLst/>
          </a:prstGeom>
          <a:solidFill xmlns:a="http://schemas.openxmlformats.org/drawingml/2006/main">
            <a:srgbClr val="EAF1F5"/>
          </a:solidFill>
          <a:ln xmlns:a="http://schemas.openxmlformats.org/drawingml/2006/main" w="14288">
            <a:solidFill>
              <a:srgbClr val="236487"/>
            </a:solidFill>
            <a:prstDash val="solid"/>
          </a:ln>
        </p:spPr>
        <p:txBody>
          <a:bodyPr xmlns:a="http://schemas.openxmlformats.org/drawingml/2006/main" wrap="square" lIns="114300" tIns="114300" rIns="114300" bIns="114300" anchor="ctr">
            <a:noAutofit/>
          </a:bodyPr>
          <a:lstStyle xmlns:a="http://schemas.openxmlformats.org/drawingml/2006/main">
            <a:defPPr algn="ctr">
              <a:defRPr sz="1950" b="0">
                <a:solidFill>
                  <a:srgbClr val="172B3A"/>
                </a:solidFill>
                <a:latin typeface="IPAexGothic"/>
                <a:ea typeface="IPAexGothic"/>
                <a:cs typeface="IPAexGothic"/>
              </a:defRPr>
            </a:defPPr>
            <a:lvl1pPr algn="ctr">
              <a:buNone/>
              <a:defRPr sz="1950" b="0">
                <a:solidFill>
                  <a:srgbClr val="172B3A"/>
                </a:solidFill>
                <a:latin typeface="IPAexGothic"/>
                <a:ea typeface="IPAexGothic"/>
                <a:cs typeface="IPAexGothic"/>
              </a:defRPr>
            </a:lvl1pPr>
            <a:lvl2pPr algn="ctr">
              <a:buNone/>
              <a:defRPr sz="1950" b="0">
                <a:solidFill>
                  <a:srgbClr val="172B3A"/>
                </a:solidFill>
                <a:latin typeface="IPAexGothic"/>
                <a:ea typeface="IPAexGothic"/>
                <a:cs typeface="IPAexGothic"/>
              </a:defRPr>
            </a:lvl2pPr>
            <a:lvl3pPr algn="ctr">
              <a:buNone/>
              <a:defRPr sz="1950" b="0">
                <a:solidFill>
                  <a:srgbClr val="172B3A"/>
                </a:solidFill>
                <a:latin typeface="IPAexGothic"/>
                <a:ea typeface="IPAexGothic"/>
                <a:cs typeface="IPAexGothic"/>
              </a:defRPr>
            </a:lvl3pPr>
            <a:lvl4pPr algn="ctr">
              <a:buNone/>
              <a:defRPr sz="1950" b="0">
                <a:solidFill>
                  <a:srgbClr val="172B3A"/>
                </a:solidFill>
                <a:latin typeface="IPAexGothic"/>
                <a:ea typeface="IPAexGothic"/>
                <a:cs typeface="IPAexGothic"/>
              </a:defRPr>
            </a:lvl4pPr>
            <a:lvl5pPr algn="ctr">
              <a:buNone/>
              <a:defRPr sz="1950" b="0">
                <a:solidFill>
                  <a:srgbClr val="172B3A"/>
                </a:solidFill>
                <a:latin typeface="IPAexGothic"/>
                <a:ea typeface="IPAexGothic"/>
                <a:cs typeface="IPAexGothic"/>
              </a:defRPr>
            </a:lvl5pPr>
            <a:lvl6pPr algn="ctr">
              <a:buNone/>
              <a:defRPr sz="1950" b="0">
                <a:solidFill>
                  <a:srgbClr val="172B3A"/>
                </a:solidFill>
                <a:latin typeface="IPAexGothic"/>
                <a:ea typeface="IPAexGothic"/>
                <a:cs typeface="IPAexGothic"/>
              </a:defRPr>
            </a:lvl6pPr>
            <a:lvl7pPr algn="ctr">
              <a:buNone/>
              <a:defRPr sz="1950" b="0">
                <a:solidFill>
                  <a:srgbClr val="172B3A"/>
                </a:solidFill>
                <a:latin typeface="IPAexGothic"/>
                <a:ea typeface="IPAexGothic"/>
                <a:cs typeface="IPAexGothic"/>
              </a:defRPr>
            </a:lvl7pPr>
            <a:lvl8pPr algn="ctr">
              <a:buNone/>
              <a:defRPr sz="1950" b="0">
                <a:solidFill>
                  <a:srgbClr val="172B3A"/>
                </a:solidFill>
                <a:latin typeface="IPAexGothic"/>
                <a:ea typeface="IPAexGothic"/>
                <a:cs typeface="IPAexGothic"/>
              </a:defRPr>
            </a:lvl8pPr>
            <a:lvl9pPr algn="ctr">
              <a:buNone/>
              <a:defRPr sz="1950" b="0">
                <a:solidFill>
                  <a:srgbClr val="172B3A"/>
                </a:solidFill>
                <a:latin typeface="IPAexGothic"/>
                <a:ea typeface="IPAexGothic"/>
                <a:cs typeface="IPAexGothic"/>
              </a:defRPr>
            </a:lvl9pPr>
          </a:lstStyle>
          <a:p xmlns:a="http://schemas.openxmlformats.org/drawingml/2006/main">
            <a:pPr algn="ctr">
              <a:buNone/>
              <a:defRPr sz="1950" b="0">
                <a:solidFill>
                  <a:srgbClr val="172B3A"/>
                </a:solidFill>
                <a:latin typeface="IPAexGothic"/>
                <a:ea typeface="IPAexGothic"/>
                <a:cs typeface="IPAexGothic"/>
              </a:defRPr>
            </a:pPr>
            <a:r>
              <a:rPr sz="1950" b="0">
                <a:solidFill>
                  <a:srgbClr val="172B3A"/>
                </a:solidFill>
                <a:latin typeface="IPAexGothic"/>
                <a:ea typeface="IPAexGothic"/>
                <a:cs typeface="IPAexGothic"/>
              </a:rPr>
              <a:t>中心波形・尺度変換・半径</a:t>
            </a:r>
          </a:p>
        </p:txBody>
      </p:sp>
      <p:sp>
        <p:nvSpPr>
          <p:cNvPr id="6" name="diagram-5">
            <a:extLst xmlns:a="http://schemas.openxmlformats.org/drawingml/2006/main">
              <a:ext uri="{FF2B5EF4-FFF2-40B4-BE49-F238E27FC236}">
                <a16:creationId xmlns:a16="http://schemas.microsoft.com/office/drawing/2014/main" id="{4D6D1141-6DC0-4976-A005-85AEA4F9BF20}"/>
              </a:ext>
            </a:extLst>
          </p:cNvPr>
          <p:cNvSpPr>
            <a:spLocks xmlns:a="http://schemas.openxmlformats.org/drawingml/2006/main" noGrp="1"/>
          </p:cNvSpPr>
          <p:nvPr/>
        </p:nvSpPr>
        <p:spPr>
          <a:xfrm xmlns:a="http://schemas.openxmlformats.org/drawingml/2006/main">
            <a:off x="619125" y="4629150"/>
            <a:ext cx="2809875" cy="857250"/>
          </a:xfrm>
          <a:prstGeom xmlns:a="http://schemas.openxmlformats.org/drawingml/2006/main" prst="rect">
            <a:avLst/>
          </a:prstGeom>
          <a:solidFill xmlns:a="http://schemas.openxmlformats.org/drawingml/2006/main">
            <a:srgbClr val="EAF1F5"/>
          </a:solidFill>
          <a:ln xmlns:a="http://schemas.openxmlformats.org/drawingml/2006/main" w="14288">
            <a:solidFill>
              <a:srgbClr val="236487"/>
            </a:solidFill>
            <a:prstDash val="solid"/>
          </a:ln>
        </p:spPr>
        <p:txBody>
          <a:bodyPr xmlns:a="http://schemas.openxmlformats.org/drawingml/2006/main" wrap="square" lIns="114300" tIns="114300" rIns="114300" bIns="114300" anchor="ctr">
            <a:noAutofit/>
          </a:bodyPr>
          <a:lstStyle xmlns:a="http://schemas.openxmlformats.org/drawingml/2006/main">
            <a:defPPr algn="ctr">
              <a:defRPr sz="1950" b="0">
                <a:solidFill>
                  <a:srgbClr val="172B3A"/>
                </a:solidFill>
                <a:latin typeface="IPAexGothic"/>
                <a:ea typeface="IPAexGothic"/>
                <a:cs typeface="IPAexGothic"/>
              </a:defRPr>
            </a:defPPr>
            <a:lvl1pPr algn="ctr">
              <a:buNone/>
              <a:defRPr sz="1950" b="0">
                <a:solidFill>
                  <a:srgbClr val="172B3A"/>
                </a:solidFill>
                <a:latin typeface="IPAexGothic"/>
                <a:ea typeface="IPAexGothic"/>
                <a:cs typeface="IPAexGothic"/>
              </a:defRPr>
            </a:lvl1pPr>
            <a:lvl2pPr algn="ctr">
              <a:buNone/>
              <a:defRPr sz="1950" b="0">
                <a:solidFill>
                  <a:srgbClr val="172B3A"/>
                </a:solidFill>
                <a:latin typeface="IPAexGothic"/>
                <a:ea typeface="IPAexGothic"/>
                <a:cs typeface="IPAexGothic"/>
              </a:defRPr>
            </a:lvl2pPr>
            <a:lvl3pPr algn="ctr">
              <a:buNone/>
              <a:defRPr sz="1950" b="0">
                <a:solidFill>
                  <a:srgbClr val="172B3A"/>
                </a:solidFill>
                <a:latin typeface="IPAexGothic"/>
                <a:ea typeface="IPAexGothic"/>
                <a:cs typeface="IPAexGothic"/>
              </a:defRPr>
            </a:lvl3pPr>
            <a:lvl4pPr algn="ctr">
              <a:buNone/>
              <a:defRPr sz="1950" b="0">
                <a:solidFill>
                  <a:srgbClr val="172B3A"/>
                </a:solidFill>
                <a:latin typeface="IPAexGothic"/>
                <a:ea typeface="IPAexGothic"/>
                <a:cs typeface="IPAexGothic"/>
              </a:defRPr>
            </a:lvl4pPr>
            <a:lvl5pPr algn="ctr">
              <a:buNone/>
              <a:defRPr sz="1950" b="0">
                <a:solidFill>
                  <a:srgbClr val="172B3A"/>
                </a:solidFill>
                <a:latin typeface="IPAexGothic"/>
                <a:ea typeface="IPAexGothic"/>
                <a:cs typeface="IPAexGothic"/>
              </a:defRPr>
            </a:lvl5pPr>
            <a:lvl6pPr algn="ctr">
              <a:buNone/>
              <a:defRPr sz="1950" b="0">
                <a:solidFill>
                  <a:srgbClr val="172B3A"/>
                </a:solidFill>
                <a:latin typeface="IPAexGothic"/>
                <a:ea typeface="IPAexGothic"/>
                <a:cs typeface="IPAexGothic"/>
              </a:defRPr>
            </a:lvl6pPr>
            <a:lvl7pPr algn="ctr">
              <a:buNone/>
              <a:defRPr sz="1950" b="0">
                <a:solidFill>
                  <a:srgbClr val="172B3A"/>
                </a:solidFill>
                <a:latin typeface="IPAexGothic"/>
                <a:ea typeface="IPAexGothic"/>
                <a:cs typeface="IPAexGothic"/>
              </a:defRPr>
            </a:lvl7pPr>
            <a:lvl8pPr algn="ctr">
              <a:buNone/>
              <a:defRPr sz="1950" b="0">
                <a:solidFill>
                  <a:srgbClr val="172B3A"/>
                </a:solidFill>
                <a:latin typeface="IPAexGothic"/>
                <a:ea typeface="IPAexGothic"/>
                <a:cs typeface="IPAexGothic"/>
              </a:defRPr>
            </a:lvl8pPr>
            <a:lvl9pPr algn="ctr">
              <a:buNone/>
              <a:defRPr sz="1950" b="0">
                <a:solidFill>
                  <a:srgbClr val="172B3A"/>
                </a:solidFill>
                <a:latin typeface="IPAexGothic"/>
                <a:ea typeface="IPAexGothic"/>
                <a:cs typeface="IPAexGothic"/>
              </a:defRPr>
            </a:lvl9pPr>
          </a:lstStyle>
          <a:p xmlns:a="http://schemas.openxmlformats.org/drawingml/2006/main">
            <a:pPr algn="ctr">
              <a:buNone/>
              <a:defRPr sz="1950" b="0">
                <a:solidFill>
                  <a:srgbClr val="172B3A"/>
                </a:solidFill>
                <a:latin typeface="IPAexGothic"/>
                <a:ea typeface="IPAexGothic"/>
                <a:cs typeface="IPAexGothic"/>
              </a:defRPr>
            </a:pPr>
            <a:r>
              <a:rPr sz="1950" b="0">
                <a:solidFill>
                  <a:srgbClr val="172B3A"/>
                </a:solidFill>
                <a:latin typeface="IPAexGothic"/>
                <a:ea typeface="IPAexGothic"/>
                <a:cs typeface="IPAexGothic"/>
              </a:rPr>
              <a:t>窓の照合・出現ID・統計</a:t>
            </a:r>
          </a:p>
        </p:txBody>
      </p:sp>
      <p:sp>
        <p:nvSpPr>
          <p:cNvPr id="7" name="diagram-6">
            <a:extLst xmlns:a="http://schemas.openxmlformats.org/drawingml/2006/main">
              <a:ext uri="{FF2B5EF4-FFF2-40B4-BE49-F238E27FC236}">
                <a16:creationId xmlns:a16="http://schemas.microsoft.com/office/drawing/2014/main" id="{06B552E7-F3F0-48E2-A1A3-BC7F39D3A925}"/>
              </a:ext>
            </a:extLst>
          </p:cNvPr>
          <p:cNvSpPr>
            <a:spLocks xmlns:a="http://schemas.openxmlformats.org/drawingml/2006/main" noGrp="1"/>
          </p:cNvSpPr>
          <p:nvPr/>
        </p:nvSpPr>
        <p:spPr>
          <a:xfrm xmlns:a="http://schemas.openxmlformats.org/drawingml/2006/main">
            <a:off x="8810625" y="1809750"/>
            <a:ext cx="2809875" cy="857250"/>
          </a:xfrm>
          <a:prstGeom xmlns:a="http://schemas.openxmlformats.org/drawingml/2006/main" prst="rect">
            <a:avLst/>
          </a:prstGeom>
          <a:solidFill xmlns:a="http://schemas.openxmlformats.org/drawingml/2006/main">
            <a:srgbClr val="EAF1F5"/>
          </a:solidFill>
          <a:ln xmlns:a="http://schemas.openxmlformats.org/drawingml/2006/main" w="14288">
            <a:solidFill>
              <a:srgbClr val="236487"/>
            </a:solidFill>
            <a:prstDash val="solid"/>
          </a:ln>
        </p:spPr>
        <p:txBody>
          <a:bodyPr xmlns:a="http://schemas.openxmlformats.org/drawingml/2006/main" wrap="square" lIns="114300" tIns="114300" rIns="114300" bIns="114300" anchor="ctr">
            <a:noAutofit/>
          </a:bodyPr>
          <a:lstStyle xmlns:a="http://schemas.openxmlformats.org/drawingml/2006/main">
            <a:defPPr algn="ctr">
              <a:defRPr sz="1725" b="0">
                <a:solidFill>
                  <a:srgbClr val="172B3A"/>
                </a:solidFill>
                <a:latin typeface="IPAexGothic"/>
                <a:ea typeface="IPAexGothic"/>
                <a:cs typeface="IPAexGothic"/>
              </a:defRPr>
            </a:defPPr>
            <a:lvl1pPr algn="ctr">
              <a:buNone/>
              <a:defRPr sz="1725" b="0">
                <a:solidFill>
                  <a:srgbClr val="172B3A"/>
                </a:solidFill>
                <a:latin typeface="IPAexGothic"/>
                <a:ea typeface="IPAexGothic"/>
                <a:cs typeface="IPAexGothic"/>
              </a:defRPr>
            </a:lvl1pPr>
            <a:lvl2pPr algn="ctr">
              <a:buNone/>
              <a:defRPr sz="1725" b="0">
                <a:solidFill>
                  <a:srgbClr val="172B3A"/>
                </a:solidFill>
                <a:latin typeface="IPAexGothic"/>
                <a:ea typeface="IPAexGothic"/>
                <a:cs typeface="IPAexGothic"/>
              </a:defRPr>
            </a:lvl2pPr>
            <a:lvl3pPr algn="ctr">
              <a:buNone/>
              <a:defRPr sz="1725" b="0">
                <a:solidFill>
                  <a:srgbClr val="172B3A"/>
                </a:solidFill>
                <a:latin typeface="IPAexGothic"/>
                <a:ea typeface="IPAexGothic"/>
                <a:cs typeface="IPAexGothic"/>
              </a:defRPr>
            </a:lvl3pPr>
            <a:lvl4pPr algn="ctr">
              <a:buNone/>
              <a:defRPr sz="1725" b="0">
                <a:solidFill>
                  <a:srgbClr val="172B3A"/>
                </a:solidFill>
                <a:latin typeface="IPAexGothic"/>
                <a:ea typeface="IPAexGothic"/>
                <a:cs typeface="IPAexGothic"/>
              </a:defRPr>
            </a:lvl4pPr>
            <a:lvl5pPr algn="ctr">
              <a:buNone/>
              <a:defRPr sz="1725" b="0">
                <a:solidFill>
                  <a:srgbClr val="172B3A"/>
                </a:solidFill>
                <a:latin typeface="IPAexGothic"/>
                <a:ea typeface="IPAexGothic"/>
                <a:cs typeface="IPAexGothic"/>
              </a:defRPr>
            </a:lvl5pPr>
            <a:lvl6pPr algn="ctr">
              <a:buNone/>
              <a:defRPr sz="1725" b="0">
                <a:solidFill>
                  <a:srgbClr val="172B3A"/>
                </a:solidFill>
                <a:latin typeface="IPAexGothic"/>
                <a:ea typeface="IPAexGothic"/>
                <a:cs typeface="IPAexGothic"/>
              </a:defRPr>
            </a:lvl6pPr>
            <a:lvl7pPr algn="ctr">
              <a:buNone/>
              <a:defRPr sz="1725" b="0">
                <a:solidFill>
                  <a:srgbClr val="172B3A"/>
                </a:solidFill>
                <a:latin typeface="IPAexGothic"/>
                <a:ea typeface="IPAexGothic"/>
                <a:cs typeface="IPAexGothic"/>
              </a:defRPr>
            </a:lvl7pPr>
            <a:lvl8pPr algn="ctr">
              <a:buNone/>
              <a:defRPr sz="1725" b="0">
                <a:solidFill>
                  <a:srgbClr val="172B3A"/>
                </a:solidFill>
                <a:latin typeface="IPAexGothic"/>
                <a:ea typeface="IPAexGothic"/>
                <a:cs typeface="IPAexGothic"/>
              </a:defRPr>
            </a:lvl8pPr>
            <a:lvl9pPr algn="ctr">
              <a:buNone/>
              <a:defRPr sz="1725" b="0">
                <a:solidFill>
                  <a:srgbClr val="172B3A"/>
                </a:solidFill>
                <a:latin typeface="IPAexGothic"/>
                <a:ea typeface="IPAexGothic"/>
                <a:cs typeface="IPAexGothic"/>
              </a:defRPr>
            </a:lvl9pPr>
          </a:lstStyle>
          <a:p xmlns:a="http://schemas.openxmlformats.org/drawingml/2006/main">
            <a:pPr algn="ctr">
              <a:buNone/>
              <a:defRPr sz="1725" b="0">
                <a:solidFill>
                  <a:srgbClr val="172B3A"/>
                </a:solidFill>
                <a:latin typeface="IPAexGothic"/>
                <a:ea typeface="IPAexGothic"/>
                <a:cs typeface="IPAexGothic"/>
              </a:defRPr>
            </a:pPr>
            <a:r>
              <a:rPr sz="1725" b="0">
                <a:solidFill>
                  <a:srgbClr val="172B3A"/>
                </a:solidFill>
                <a:latin typeface="IPAexGothic"/>
                <a:ea typeface="IPAexGothic"/>
                <a:cs typeface="IPAexGothic"/>
              </a:rPr>
              <a:t>元データ参照と保持理由</a:t>
            </a:r>
          </a:p>
        </p:txBody>
      </p:sp>
      <p:sp>
        <p:nvSpPr>
          <p:cNvPr id="8" name="diagram-7">
            <a:extLst xmlns:a="http://schemas.openxmlformats.org/drawingml/2006/main">
              <a:ext uri="{FF2B5EF4-FFF2-40B4-BE49-F238E27FC236}">
                <a16:creationId xmlns:a16="http://schemas.microsoft.com/office/drawing/2014/main" id="{28922560-90CB-4041-A5BE-4613F8F53C31}"/>
              </a:ext>
            </a:extLst>
          </p:cNvPr>
          <p:cNvSpPr>
            <a:spLocks xmlns:a="http://schemas.openxmlformats.org/drawingml/2006/main" noGrp="1"/>
          </p:cNvSpPr>
          <p:nvPr/>
        </p:nvSpPr>
        <p:spPr>
          <a:xfrm xmlns:a="http://schemas.openxmlformats.org/drawingml/2006/main">
            <a:off x="8810625" y="4629150"/>
            <a:ext cx="2809875" cy="857250"/>
          </a:xfrm>
          <a:prstGeom xmlns:a="http://schemas.openxmlformats.org/drawingml/2006/main" prst="rect">
            <a:avLst/>
          </a:prstGeom>
          <a:solidFill xmlns:a="http://schemas.openxmlformats.org/drawingml/2006/main">
            <a:srgbClr val="EAF1F5"/>
          </a:solidFill>
          <a:ln xmlns:a="http://schemas.openxmlformats.org/drawingml/2006/main" w="14288">
            <a:solidFill>
              <a:srgbClr val="236487"/>
            </a:solidFill>
            <a:prstDash val="solid"/>
          </a:ln>
        </p:spPr>
        <p:txBody>
          <a:bodyPr xmlns:a="http://schemas.openxmlformats.org/drawingml/2006/main" wrap="square" lIns="114300" tIns="114300" rIns="114300" bIns="114300" anchor="ctr">
            <a:noAutofit/>
          </a:bodyPr>
          <a:lstStyle xmlns:a="http://schemas.openxmlformats.org/drawingml/2006/main">
            <a:defPPr algn="ctr">
              <a:defRPr sz="1800" b="0">
                <a:solidFill>
                  <a:srgbClr val="172B3A"/>
                </a:solidFill>
                <a:latin typeface="IPAexGothic"/>
                <a:ea typeface="IPAexGothic"/>
                <a:cs typeface="IPAexGothic"/>
              </a:defRPr>
            </a:defPPr>
            <a:lvl1pPr algn="ctr">
              <a:buNone/>
              <a:defRPr sz="1800" b="0">
                <a:solidFill>
                  <a:srgbClr val="172B3A"/>
                </a:solidFill>
                <a:latin typeface="IPAexGothic"/>
                <a:ea typeface="IPAexGothic"/>
                <a:cs typeface="IPAexGothic"/>
              </a:defRPr>
            </a:lvl1pPr>
            <a:lvl2pPr algn="ctr">
              <a:buNone/>
              <a:defRPr sz="1800" b="0">
                <a:solidFill>
                  <a:srgbClr val="172B3A"/>
                </a:solidFill>
                <a:latin typeface="IPAexGothic"/>
                <a:ea typeface="IPAexGothic"/>
                <a:cs typeface="IPAexGothic"/>
              </a:defRPr>
            </a:lvl2pPr>
            <a:lvl3pPr algn="ctr">
              <a:buNone/>
              <a:defRPr sz="1800" b="0">
                <a:solidFill>
                  <a:srgbClr val="172B3A"/>
                </a:solidFill>
                <a:latin typeface="IPAexGothic"/>
                <a:ea typeface="IPAexGothic"/>
                <a:cs typeface="IPAexGothic"/>
              </a:defRPr>
            </a:lvl3pPr>
            <a:lvl4pPr algn="ctr">
              <a:buNone/>
              <a:defRPr sz="1800" b="0">
                <a:solidFill>
                  <a:srgbClr val="172B3A"/>
                </a:solidFill>
                <a:latin typeface="IPAexGothic"/>
                <a:ea typeface="IPAexGothic"/>
                <a:cs typeface="IPAexGothic"/>
              </a:defRPr>
            </a:lvl4pPr>
            <a:lvl5pPr algn="ctr">
              <a:buNone/>
              <a:defRPr sz="1800" b="0">
                <a:solidFill>
                  <a:srgbClr val="172B3A"/>
                </a:solidFill>
                <a:latin typeface="IPAexGothic"/>
                <a:ea typeface="IPAexGothic"/>
                <a:cs typeface="IPAexGothic"/>
              </a:defRPr>
            </a:lvl5pPr>
            <a:lvl6pPr algn="ctr">
              <a:buNone/>
              <a:defRPr sz="1800" b="0">
                <a:solidFill>
                  <a:srgbClr val="172B3A"/>
                </a:solidFill>
                <a:latin typeface="IPAexGothic"/>
                <a:ea typeface="IPAexGothic"/>
                <a:cs typeface="IPAexGothic"/>
              </a:defRPr>
            </a:lvl6pPr>
            <a:lvl7pPr algn="ctr">
              <a:buNone/>
              <a:defRPr sz="1800" b="0">
                <a:solidFill>
                  <a:srgbClr val="172B3A"/>
                </a:solidFill>
                <a:latin typeface="IPAexGothic"/>
                <a:ea typeface="IPAexGothic"/>
                <a:cs typeface="IPAexGothic"/>
              </a:defRPr>
            </a:lvl7pPr>
            <a:lvl8pPr algn="ctr">
              <a:buNone/>
              <a:defRPr sz="1800" b="0">
                <a:solidFill>
                  <a:srgbClr val="172B3A"/>
                </a:solidFill>
                <a:latin typeface="IPAexGothic"/>
                <a:ea typeface="IPAexGothic"/>
                <a:cs typeface="IPAexGothic"/>
              </a:defRPr>
            </a:lvl8pPr>
            <a:lvl9pPr algn="ctr">
              <a:buNone/>
              <a:defRPr sz="1800" b="0">
                <a:solidFill>
                  <a:srgbClr val="172B3A"/>
                </a:solidFill>
                <a:latin typeface="IPAexGothic"/>
                <a:ea typeface="IPAexGothic"/>
                <a:cs typeface="IPAexGothic"/>
              </a:defRPr>
            </a:lvl9pPr>
          </a:lstStyle>
          <a:p xmlns:a="http://schemas.openxmlformats.org/drawingml/2006/main">
            <a:pPr algn="ctr">
              <a:buNone/>
              <a:defRPr sz="1800" b="0">
                <a:solidFill>
                  <a:srgbClr val="172B3A"/>
                </a:solidFill>
                <a:latin typeface="IPAexGothic"/>
                <a:ea typeface="IPAexGothic"/>
                <a:cs typeface="IPAexGothic"/>
              </a:defRPr>
            </a:pPr>
            <a:r>
              <a:rPr sz="1800" b="0">
                <a:solidFill>
                  <a:srgbClr val="172B3A"/>
                </a:solidFill>
                <a:latin typeface="IPAexGothic"/>
                <a:ea typeface="IPAexGothic"/>
                <a:cs typeface="IPAexGothic"/>
              </a:rPr>
              <a:t>モデルと入力対応表</a:t>
            </a:r>
          </a:p>
        </p:txBody>
      </p:sp>
      <p:sp>
        <p:nvSpPr>
          <p:cNvPr id="13" name="text-12">
            <a:extLst xmlns:a="http://schemas.openxmlformats.org/drawingml/2006/main">
              <a:ext uri="{FF2B5EF4-FFF2-40B4-BE49-F238E27FC236}">
                <a16:creationId xmlns:a16="http://schemas.microsoft.com/office/drawing/2014/main" id="{9D8393F6-9227-4ADB-8BAA-A96325D71C17}"/>
              </a:ext>
            </a:extLst>
          </p:cNvPr>
          <p:cNvSpPr>
            <a:spLocks xmlns:a="http://schemas.openxmlformats.org/drawingml/2006/main" noGrp="1"/>
          </p:cNvSpPr>
          <p:nvPr/>
        </p:nvSpPr>
        <p:spPr>
          <a:xfrm xmlns:a="http://schemas.openxmlformats.org/drawingml/2006/main">
            <a:off x="3238500" y="5391150"/>
            <a:ext cx="66675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236487"/>
                </a:solidFill>
                <a:latin typeface="IPAexGothic"/>
                <a:ea typeface="IPAexGothic"/>
                <a:cs typeface="IPAexGothic"/>
              </a:defRPr>
            </a:defPPr>
            <a:lvl1pPr algn="l">
              <a:buNone/>
              <a:defRPr sz="1875" b="0">
                <a:solidFill>
                  <a:srgbClr val="236487"/>
                </a:solidFill>
                <a:latin typeface="IPAexGothic"/>
                <a:ea typeface="IPAexGothic"/>
                <a:cs typeface="IPAexGothic"/>
              </a:defRPr>
            </a:lvl1pPr>
            <a:lvl2pPr algn="l">
              <a:buNone/>
              <a:defRPr sz="1875" b="0">
                <a:solidFill>
                  <a:srgbClr val="236487"/>
                </a:solidFill>
                <a:latin typeface="IPAexGothic"/>
                <a:ea typeface="IPAexGothic"/>
                <a:cs typeface="IPAexGothic"/>
              </a:defRPr>
            </a:lvl2pPr>
            <a:lvl3pPr algn="l">
              <a:buNone/>
              <a:defRPr sz="1875" b="0">
                <a:solidFill>
                  <a:srgbClr val="236487"/>
                </a:solidFill>
                <a:latin typeface="IPAexGothic"/>
                <a:ea typeface="IPAexGothic"/>
                <a:cs typeface="IPAexGothic"/>
              </a:defRPr>
            </a:lvl3pPr>
            <a:lvl4pPr algn="l">
              <a:buNone/>
              <a:defRPr sz="1875" b="0">
                <a:solidFill>
                  <a:srgbClr val="236487"/>
                </a:solidFill>
                <a:latin typeface="IPAexGothic"/>
                <a:ea typeface="IPAexGothic"/>
                <a:cs typeface="IPAexGothic"/>
              </a:defRPr>
            </a:lvl4pPr>
            <a:lvl5pPr algn="l">
              <a:buNone/>
              <a:defRPr sz="1875" b="0">
                <a:solidFill>
                  <a:srgbClr val="236487"/>
                </a:solidFill>
                <a:latin typeface="IPAexGothic"/>
                <a:ea typeface="IPAexGothic"/>
                <a:cs typeface="IPAexGothic"/>
              </a:defRPr>
            </a:lvl5pPr>
            <a:lvl6pPr algn="l">
              <a:buNone/>
              <a:defRPr sz="1875" b="0">
                <a:solidFill>
                  <a:srgbClr val="236487"/>
                </a:solidFill>
                <a:latin typeface="IPAexGothic"/>
                <a:ea typeface="IPAexGothic"/>
                <a:cs typeface="IPAexGothic"/>
              </a:defRPr>
            </a:lvl6pPr>
            <a:lvl7pPr algn="l">
              <a:buNone/>
              <a:defRPr sz="1875" b="0">
                <a:solidFill>
                  <a:srgbClr val="236487"/>
                </a:solidFill>
                <a:latin typeface="IPAexGothic"/>
                <a:ea typeface="IPAexGothic"/>
                <a:cs typeface="IPAexGothic"/>
              </a:defRPr>
            </a:lvl7pPr>
            <a:lvl8pPr algn="l">
              <a:buNone/>
              <a:defRPr sz="1875" b="0">
                <a:solidFill>
                  <a:srgbClr val="236487"/>
                </a:solidFill>
                <a:latin typeface="IPAexGothic"/>
                <a:ea typeface="IPAexGothic"/>
                <a:cs typeface="IPAexGothic"/>
              </a:defRPr>
            </a:lvl8pPr>
            <a:lvl9pPr algn="l">
              <a:buNone/>
              <a:defRPr sz="1875" b="0">
                <a:solidFill>
                  <a:srgbClr val="236487"/>
                </a:solidFill>
                <a:latin typeface="IPAexGothic"/>
                <a:ea typeface="IPAexGothic"/>
                <a:cs typeface="IPAexGothic"/>
              </a:defRPr>
            </a:lvl9pPr>
          </a:lstStyle>
          <a:p xmlns:a="http://schemas.openxmlformats.org/drawingml/2006/main">
            <a:pPr algn="l">
              <a:buNone/>
              <a:defRPr sz="1875" b="0">
                <a:solidFill>
                  <a:srgbClr val="236487"/>
                </a:solidFill>
                <a:latin typeface="IPAexGothic"/>
                <a:ea typeface="IPAexGothic"/>
                <a:cs typeface="IPAexGothic"/>
              </a:defRPr>
            </a:pPr>
            <a:r>
              <a:rPr sz="1875" b="0">
                <a:solidFill>
                  <a:srgbClr val="236487"/>
                </a:solidFill>
                <a:latin typeface="IPAexGothic"/>
                <a:ea typeface="IPAexGothic"/>
                <a:cs typeface="IPAexGothic"/>
              </a:rPr>
              <a:t>三評価と適用範囲に対応した削除許可も記録</a:t>
            </a:r>
          </a:p>
        </p:txBody>
      </p:sp>
      <p:sp>
        <p:nvSpPr>
          <p:cNvPr id="14" name="text-13">
            <a:extLst xmlns:a="http://schemas.openxmlformats.org/drawingml/2006/main">
              <a:ext uri="{FF2B5EF4-FFF2-40B4-BE49-F238E27FC236}">
                <a16:creationId xmlns:a16="http://schemas.microsoft.com/office/drawing/2014/main" id="{596B6C99-5049-4E09-92C8-C26B5CC2A3F4}"/>
              </a:ext>
            </a:extLst>
          </p:cNvPr>
          <p:cNvSpPr>
            <a:spLocks xmlns:a="http://schemas.openxmlformats.org/drawingml/2006/main" noGrp="1"/>
          </p:cNvSpPr>
          <p:nvPr/>
        </p:nvSpPr>
        <p:spPr>
          <a:xfrm xmlns:a="http://schemas.openxmlformats.org/drawingml/2006/main">
            <a:off x="609600" y="5953125"/>
            <a:ext cx="10906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86872"/>
                </a:solidFill>
                <a:latin typeface="IPAexGothic"/>
                <a:ea typeface="IPAexGothic"/>
                <a:cs typeface="IPAexGothic"/>
              </a:defRPr>
            </a:defPPr>
            <a:lvl1pPr algn="l">
              <a:buNone/>
              <a:defRPr sz="1575" b="0">
                <a:solidFill>
                  <a:srgbClr val="586872"/>
                </a:solidFill>
                <a:latin typeface="IPAexGothic"/>
                <a:ea typeface="IPAexGothic"/>
                <a:cs typeface="IPAexGothic"/>
              </a:defRPr>
            </a:lvl1pPr>
            <a:lvl2pPr algn="l">
              <a:buNone/>
              <a:defRPr sz="1575" b="0">
                <a:solidFill>
                  <a:srgbClr val="586872"/>
                </a:solidFill>
                <a:latin typeface="IPAexGothic"/>
                <a:ea typeface="IPAexGothic"/>
                <a:cs typeface="IPAexGothic"/>
              </a:defRPr>
            </a:lvl2pPr>
            <a:lvl3pPr algn="l">
              <a:buNone/>
              <a:defRPr sz="1575" b="0">
                <a:solidFill>
                  <a:srgbClr val="586872"/>
                </a:solidFill>
                <a:latin typeface="IPAexGothic"/>
                <a:ea typeface="IPAexGothic"/>
                <a:cs typeface="IPAexGothic"/>
              </a:defRPr>
            </a:lvl3pPr>
            <a:lvl4pPr algn="l">
              <a:buNone/>
              <a:defRPr sz="1575" b="0">
                <a:solidFill>
                  <a:srgbClr val="586872"/>
                </a:solidFill>
                <a:latin typeface="IPAexGothic"/>
                <a:ea typeface="IPAexGothic"/>
                <a:cs typeface="IPAexGothic"/>
              </a:defRPr>
            </a:lvl4pPr>
            <a:lvl5pPr algn="l">
              <a:buNone/>
              <a:defRPr sz="1575" b="0">
                <a:solidFill>
                  <a:srgbClr val="586872"/>
                </a:solidFill>
                <a:latin typeface="IPAexGothic"/>
                <a:ea typeface="IPAexGothic"/>
                <a:cs typeface="IPAexGothic"/>
              </a:defRPr>
            </a:lvl5pPr>
            <a:lvl6pPr algn="l">
              <a:buNone/>
              <a:defRPr sz="1575" b="0">
                <a:solidFill>
                  <a:srgbClr val="586872"/>
                </a:solidFill>
                <a:latin typeface="IPAexGothic"/>
                <a:ea typeface="IPAexGothic"/>
                <a:cs typeface="IPAexGothic"/>
              </a:defRPr>
            </a:lvl6pPr>
            <a:lvl7pPr algn="l">
              <a:buNone/>
              <a:defRPr sz="1575" b="0">
                <a:solidFill>
                  <a:srgbClr val="586872"/>
                </a:solidFill>
                <a:latin typeface="IPAexGothic"/>
                <a:ea typeface="IPAexGothic"/>
                <a:cs typeface="IPAexGothic"/>
              </a:defRPr>
            </a:lvl7pPr>
            <a:lvl8pPr algn="l">
              <a:buNone/>
              <a:defRPr sz="1575" b="0">
                <a:solidFill>
                  <a:srgbClr val="586872"/>
                </a:solidFill>
                <a:latin typeface="IPAexGothic"/>
                <a:ea typeface="IPAexGothic"/>
                <a:cs typeface="IPAexGothic"/>
              </a:defRPr>
            </a:lvl8pPr>
            <a:lvl9pPr algn="l">
              <a:buNone/>
              <a:defRPr sz="1575" b="0">
                <a:solidFill>
                  <a:srgbClr val="586872"/>
                </a:solidFill>
                <a:latin typeface="IPAexGothic"/>
                <a:ea typeface="IPAexGothic"/>
                <a:cs typeface="IPAexGothic"/>
              </a:defRPr>
            </a:lvl9pPr>
          </a:lstStyle>
          <a:p xmlns:a="http://schemas.openxmlformats.org/drawingml/2006/main">
            <a:pPr algn="l">
              <a:buNone/>
              <a:defRPr sz="1575" b="0">
                <a:solidFill>
                  <a:srgbClr val="586872"/>
                </a:solidFill>
                <a:latin typeface="IPAexGothic"/>
                <a:ea typeface="IPAexGothic"/>
                <a:cs typeface="IPAexGothic"/>
              </a:defRPr>
            </a:pPr>
            <a:r>
              <a:rPr sz="1575" b="0">
                <a:solidFill>
                  <a:srgbClr val="586872"/>
                </a:solidFill>
                <a:latin typeface="IPAexGothic"/>
                <a:ea typeface="IPAexGothic"/>
                <a:cs typeface="IPAexGothic"/>
              </a:rPr>
              <a:t>本例はSQLiteの表で管理し、CSVとモデルの保存先を参照する。ほかのデータベースや構成も可能</a:t>
            </a:r>
          </a:p>
        </p:txBody>
      </p:sp>
    </p:spTree>
    <p:extLst>
      <p:ext uri="{BB962C8B-B14F-4D97-AF65-F5344CB8AC3E}">
        <p14:creationId xmlns:p14="http://schemas.microsoft.com/office/powerpoint/2010/main" val="1259415700"/>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headline">
            <a:extLst xmlns:a="http://schemas.openxmlformats.org/drawingml/2006/main">
              <a:ext uri="{FF2B5EF4-FFF2-40B4-BE49-F238E27FC236}">
                <a16:creationId xmlns:a16="http://schemas.microsoft.com/office/drawing/2014/main" id="{A910110D-E2D7-49C3-B731-2E229CAE52A9}"/>
              </a:ext>
            </a:extLst>
          </p:cNvPr>
          <p:cNvSpPr>
            <a:spLocks xmlns:a="http://schemas.openxmlformats.org/drawingml/2006/main" noGrp="1"/>
          </p:cNvSpPr>
          <p:nvPr/>
        </p:nvSpPr>
        <p:spPr>
          <a:xfrm xmlns:a="http://schemas.openxmlformats.org/drawingml/2006/main">
            <a:off x="590550" y="333375"/>
            <a:ext cx="1095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72B3A"/>
                </a:solidFill>
                <a:latin typeface="IPAexGothic"/>
                <a:ea typeface="IPAexGothic"/>
                <a:cs typeface="IPAexGothic"/>
              </a:defRPr>
            </a:defPPr>
            <a:lvl1pPr algn="l">
              <a:buNone/>
              <a:defRPr sz="3300" b="1">
                <a:solidFill>
                  <a:srgbClr val="172B3A"/>
                </a:solidFill>
                <a:latin typeface="IPAexGothic"/>
                <a:ea typeface="IPAexGothic"/>
                <a:cs typeface="IPAexGothic"/>
              </a:defRPr>
            </a:lvl1pPr>
            <a:lvl2pPr algn="l">
              <a:buNone/>
              <a:defRPr sz="3300" b="1">
                <a:solidFill>
                  <a:srgbClr val="172B3A"/>
                </a:solidFill>
                <a:latin typeface="IPAexGothic"/>
                <a:ea typeface="IPAexGothic"/>
                <a:cs typeface="IPAexGothic"/>
              </a:defRPr>
            </a:lvl2pPr>
            <a:lvl3pPr algn="l">
              <a:buNone/>
              <a:defRPr sz="3300" b="1">
                <a:solidFill>
                  <a:srgbClr val="172B3A"/>
                </a:solidFill>
                <a:latin typeface="IPAexGothic"/>
                <a:ea typeface="IPAexGothic"/>
                <a:cs typeface="IPAexGothic"/>
              </a:defRPr>
            </a:lvl3pPr>
            <a:lvl4pPr algn="l">
              <a:buNone/>
              <a:defRPr sz="3300" b="1">
                <a:solidFill>
                  <a:srgbClr val="172B3A"/>
                </a:solidFill>
                <a:latin typeface="IPAexGothic"/>
                <a:ea typeface="IPAexGothic"/>
                <a:cs typeface="IPAexGothic"/>
              </a:defRPr>
            </a:lvl4pPr>
            <a:lvl5pPr algn="l">
              <a:buNone/>
              <a:defRPr sz="3300" b="1">
                <a:solidFill>
                  <a:srgbClr val="172B3A"/>
                </a:solidFill>
                <a:latin typeface="IPAexGothic"/>
                <a:ea typeface="IPAexGothic"/>
                <a:cs typeface="IPAexGothic"/>
              </a:defRPr>
            </a:lvl5pPr>
            <a:lvl6pPr algn="l">
              <a:buNone/>
              <a:defRPr sz="3300" b="1">
                <a:solidFill>
                  <a:srgbClr val="172B3A"/>
                </a:solidFill>
                <a:latin typeface="IPAexGothic"/>
                <a:ea typeface="IPAexGothic"/>
                <a:cs typeface="IPAexGothic"/>
              </a:defRPr>
            </a:lvl6pPr>
            <a:lvl7pPr algn="l">
              <a:buNone/>
              <a:defRPr sz="3300" b="1">
                <a:solidFill>
                  <a:srgbClr val="172B3A"/>
                </a:solidFill>
                <a:latin typeface="IPAexGothic"/>
                <a:ea typeface="IPAexGothic"/>
                <a:cs typeface="IPAexGothic"/>
              </a:defRPr>
            </a:lvl7pPr>
            <a:lvl8pPr algn="l">
              <a:buNone/>
              <a:defRPr sz="3300" b="1">
                <a:solidFill>
                  <a:srgbClr val="172B3A"/>
                </a:solidFill>
                <a:latin typeface="IPAexGothic"/>
                <a:ea typeface="IPAexGothic"/>
                <a:cs typeface="IPAexGothic"/>
              </a:defRPr>
            </a:lvl8pPr>
            <a:lvl9pPr algn="l">
              <a:buNone/>
              <a:defRPr sz="3300" b="1">
                <a:solidFill>
                  <a:srgbClr val="172B3A"/>
                </a:solidFill>
                <a:latin typeface="IPAexGothic"/>
                <a:ea typeface="IPAexGothic"/>
                <a:cs typeface="IPAexGothic"/>
              </a:defRPr>
            </a:lvl9pPr>
          </a:lstStyle>
          <a:p xmlns:a="http://schemas.openxmlformats.org/drawingml/2006/main">
            <a:pPr algn="l">
              <a:buNone/>
              <a:defRPr sz="3300" b="1">
                <a:solidFill>
                  <a:srgbClr val="172B3A"/>
                </a:solidFill>
                <a:latin typeface="IPAexGothic"/>
                <a:ea typeface="IPAexGothic"/>
                <a:cs typeface="IPAexGothic"/>
              </a:defRPr>
            </a:pPr>
            <a:r>
              <a:rPr sz="3300" b="1">
                <a:solidFill>
                  <a:srgbClr val="172B3A"/>
                </a:solidFill>
                <a:latin typeface="IPAexGothic"/>
                <a:ea typeface="IPAexGothic"/>
                <a:cs typeface="IPAexGothic"/>
              </a:rPr>
              <a:t>④ モデルとパターンの対応表</a:t>
            </a:r>
          </a:p>
        </p:txBody>
      </p:sp>
      <p:sp>
        <p:nvSpPr>
          <p:cNvPr id="2" name="summary">
            <a:extLst xmlns:a="http://schemas.openxmlformats.org/drawingml/2006/main">
              <a:ext uri="{FF2B5EF4-FFF2-40B4-BE49-F238E27FC236}">
                <a16:creationId xmlns:a16="http://schemas.microsoft.com/office/drawing/2014/main" id="{9B9D32A5-C73A-4FDB-962C-D5270CA975BD}"/>
              </a:ext>
            </a:extLst>
          </p:cNvPr>
          <p:cNvSpPr>
            <a:spLocks xmlns:a="http://schemas.openxmlformats.org/drawingml/2006/main" noGrp="1"/>
          </p:cNvSpPr>
          <p:nvPr/>
        </p:nvSpPr>
        <p:spPr>
          <a:xfrm xmlns:a="http://schemas.openxmlformats.org/drawingml/2006/main">
            <a:off x="609600" y="1028700"/>
            <a:ext cx="10896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86872"/>
                </a:solidFill>
                <a:latin typeface="IPAexGothic"/>
                <a:ea typeface="IPAexGothic"/>
                <a:cs typeface="IPAexGothic"/>
              </a:defRPr>
            </a:defPPr>
            <a:lvl1pPr algn="l">
              <a:buNone/>
              <a:defRPr sz="1800" b="0">
                <a:solidFill>
                  <a:srgbClr val="586872"/>
                </a:solidFill>
                <a:latin typeface="IPAexGothic"/>
                <a:ea typeface="IPAexGothic"/>
                <a:cs typeface="IPAexGothic"/>
              </a:defRPr>
            </a:lvl1pPr>
            <a:lvl2pPr algn="l">
              <a:buNone/>
              <a:defRPr sz="1800" b="0">
                <a:solidFill>
                  <a:srgbClr val="586872"/>
                </a:solidFill>
                <a:latin typeface="IPAexGothic"/>
                <a:ea typeface="IPAexGothic"/>
                <a:cs typeface="IPAexGothic"/>
              </a:defRPr>
            </a:lvl2pPr>
            <a:lvl3pPr algn="l">
              <a:buNone/>
              <a:defRPr sz="1800" b="0">
                <a:solidFill>
                  <a:srgbClr val="586872"/>
                </a:solidFill>
                <a:latin typeface="IPAexGothic"/>
                <a:ea typeface="IPAexGothic"/>
                <a:cs typeface="IPAexGothic"/>
              </a:defRPr>
            </a:lvl3pPr>
            <a:lvl4pPr algn="l">
              <a:buNone/>
              <a:defRPr sz="1800" b="0">
                <a:solidFill>
                  <a:srgbClr val="586872"/>
                </a:solidFill>
                <a:latin typeface="IPAexGothic"/>
                <a:ea typeface="IPAexGothic"/>
                <a:cs typeface="IPAexGothic"/>
              </a:defRPr>
            </a:lvl4pPr>
            <a:lvl5pPr algn="l">
              <a:buNone/>
              <a:defRPr sz="1800" b="0">
                <a:solidFill>
                  <a:srgbClr val="586872"/>
                </a:solidFill>
                <a:latin typeface="IPAexGothic"/>
                <a:ea typeface="IPAexGothic"/>
                <a:cs typeface="IPAexGothic"/>
              </a:defRPr>
            </a:lvl5pPr>
            <a:lvl6pPr algn="l">
              <a:buNone/>
              <a:defRPr sz="1800" b="0">
                <a:solidFill>
                  <a:srgbClr val="586872"/>
                </a:solidFill>
                <a:latin typeface="IPAexGothic"/>
                <a:ea typeface="IPAexGothic"/>
                <a:cs typeface="IPAexGothic"/>
              </a:defRPr>
            </a:lvl6pPr>
            <a:lvl7pPr algn="l">
              <a:buNone/>
              <a:defRPr sz="1800" b="0">
                <a:solidFill>
                  <a:srgbClr val="586872"/>
                </a:solidFill>
                <a:latin typeface="IPAexGothic"/>
                <a:ea typeface="IPAexGothic"/>
                <a:cs typeface="IPAexGothic"/>
              </a:defRPr>
            </a:lvl7pPr>
            <a:lvl8pPr algn="l">
              <a:buNone/>
              <a:defRPr sz="1800" b="0">
                <a:solidFill>
                  <a:srgbClr val="586872"/>
                </a:solidFill>
                <a:latin typeface="IPAexGothic"/>
                <a:ea typeface="IPAexGothic"/>
                <a:cs typeface="IPAexGothic"/>
              </a:defRPr>
            </a:lvl8pPr>
            <a:lvl9pPr algn="l">
              <a:buNone/>
              <a:defRPr sz="1800" b="0">
                <a:solidFill>
                  <a:srgbClr val="586872"/>
                </a:solidFill>
                <a:latin typeface="IPAexGothic"/>
                <a:ea typeface="IPAexGothic"/>
                <a:cs typeface="IPAexGothic"/>
              </a:defRPr>
            </a:lvl9pPr>
          </a:lstStyle>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二つの群を得た例では、各窓の一致有無と距離を四つの入力位置へ対応づけます。</a:t>
            </a:r>
          </a:p>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表を学習前に固定し、モデルM第3版・対応表T第4版の組で管理します。いずれも設計上の例です。</a:t>
            </a:r>
          </a:p>
        </p:txBody>
      </p:sp>
      <p:sp>
        <p:nvSpPr>
          <p:cNvPr id="3" name="text-2">
            <a:extLst xmlns:a="http://schemas.openxmlformats.org/drawingml/2006/main">
              <a:ext uri="{FF2B5EF4-FFF2-40B4-BE49-F238E27FC236}">
                <a16:creationId xmlns:a16="http://schemas.microsoft.com/office/drawing/2014/main" id="{CD94A470-24B4-43B8-BE94-1252F069E173}"/>
              </a:ext>
            </a:extLst>
          </p:cNvPr>
          <p:cNvSpPr>
            <a:spLocks xmlns:a="http://schemas.openxmlformats.org/drawingml/2006/main" noGrp="1"/>
          </p:cNvSpPr>
          <p:nvPr/>
        </p:nvSpPr>
        <p:spPr>
          <a:xfrm xmlns:a="http://schemas.openxmlformats.org/drawingml/2006/main">
            <a:off x="11239500" y="644842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872"/>
                </a:solidFill>
                <a:latin typeface="IPAexGothic"/>
                <a:ea typeface="IPAexGothic"/>
                <a:cs typeface="IPAexGothic"/>
              </a:defRPr>
            </a:defPPr>
            <a:lvl1pPr algn="r">
              <a:buNone/>
              <a:defRPr sz="1275" b="0">
                <a:solidFill>
                  <a:srgbClr val="586872"/>
                </a:solidFill>
                <a:latin typeface="IPAexGothic"/>
                <a:ea typeface="IPAexGothic"/>
                <a:cs typeface="IPAexGothic"/>
              </a:defRPr>
            </a:lvl1pPr>
            <a:lvl2pPr algn="r">
              <a:buNone/>
              <a:defRPr sz="1275" b="0">
                <a:solidFill>
                  <a:srgbClr val="586872"/>
                </a:solidFill>
                <a:latin typeface="IPAexGothic"/>
                <a:ea typeface="IPAexGothic"/>
                <a:cs typeface="IPAexGothic"/>
              </a:defRPr>
            </a:lvl2pPr>
            <a:lvl3pPr algn="r">
              <a:buNone/>
              <a:defRPr sz="1275" b="0">
                <a:solidFill>
                  <a:srgbClr val="586872"/>
                </a:solidFill>
                <a:latin typeface="IPAexGothic"/>
                <a:ea typeface="IPAexGothic"/>
                <a:cs typeface="IPAexGothic"/>
              </a:defRPr>
            </a:lvl3pPr>
            <a:lvl4pPr algn="r">
              <a:buNone/>
              <a:defRPr sz="1275" b="0">
                <a:solidFill>
                  <a:srgbClr val="586872"/>
                </a:solidFill>
                <a:latin typeface="IPAexGothic"/>
                <a:ea typeface="IPAexGothic"/>
                <a:cs typeface="IPAexGothic"/>
              </a:defRPr>
            </a:lvl4pPr>
            <a:lvl5pPr algn="r">
              <a:buNone/>
              <a:defRPr sz="1275" b="0">
                <a:solidFill>
                  <a:srgbClr val="586872"/>
                </a:solidFill>
                <a:latin typeface="IPAexGothic"/>
                <a:ea typeface="IPAexGothic"/>
                <a:cs typeface="IPAexGothic"/>
              </a:defRPr>
            </a:lvl5pPr>
            <a:lvl6pPr algn="r">
              <a:buNone/>
              <a:defRPr sz="1275" b="0">
                <a:solidFill>
                  <a:srgbClr val="586872"/>
                </a:solidFill>
                <a:latin typeface="IPAexGothic"/>
                <a:ea typeface="IPAexGothic"/>
                <a:cs typeface="IPAexGothic"/>
              </a:defRPr>
            </a:lvl6pPr>
            <a:lvl7pPr algn="r">
              <a:buNone/>
              <a:defRPr sz="1275" b="0">
                <a:solidFill>
                  <a:srgbClr val="586872"/>
                </a:solidFill>
                <a:latin typeface="IPAexGothic"/>
                <a:ea typeface="IPAexGothic"/>
                <a:cs typeface="IPAexGothic"/>
              </a:defRPr>
            </a:lvl7pPr>
            <a:lvl8pPr algn="r">
              <a:buNone/>
              <a:defRPr sz="1275" b="0">
                <a:solidFill>
                  <a:srgbClr val="586872"/>
                </a:solidFill>
                <a:latin typeface="IPAexGothic"/>
                <a:ea typeface="IPAexGothic"/>
                <a:cs typeface="IPAexGothic"/>
              </a:defRPr>
            </a:lvl8pPr>
            <a:lvl9pPr algn="r">
              <a:buNone/>
              <a:defRPr sz="1275" b="0">
                <a:solidFill>
                  <a:srgbClr val="586872"/>
                </a:solidFill>
                <a:latin typeface="IPAexGothic"/>
                <a:ea typeface="IPAexGothic"/>
                <a:cs typeface="IPAexGothic"/>
              </a:defRPr>
            </a:lvl9pPr>
          </a:lstStyle>
          <a:p xmlns:a="http://schemas.openxmlformats.org/drawingml/2006/main">
            <a:pPr algn="r">
              <a:buNone/>
              <a:defRPr sz="1275" b="0">
                <a:solidFill>
                  <a:srgbClr val="586872"/>
                </a:solidFill>
                <a:latin typeface="IPAexGothic"/>
                <a:ea typeface="IPAexGothic"/>
                <a:cs typeface="IPAexGothic"/>
              </a:defRPr>
            </a:pPr>
            <a:r>
              <a:rPr sz="1275" b="0">
                <a:solidFill>
                  <a:srgbClr val="586872"/>
                </a:solidFill>
                <a:latin typeface="IPAexGothic"/>
                <a:ea typeface="IPAexGothic"/>
                <a:cs typeface="IPAexGothic"/>
              </a:rPr>
              <a:t>26</a:t>
            </a:r>
          </a:p>
        </p:txBody>
      </p:sp>
      <p:graphicFrame>
        <p:nvGraphicFramePr>
          <p:cNvPr id="12" name="">
            <a:extLst xmlns:a="http://schemas.openxmlformats.org/drawingml/2006/main">
              <a:ext uri="{FF2B5EF4-FFF2-40B4-BE49-F238E27FC236}">
                <a16:creationId xmlns:a16="http://schemas.microsoft.com/office/drawing/2014/main" id="{FCADB1A3-27E7-4738-BF45-26CB8FD64F56}"/>
              </a:ext>
            </a:extLst>
          </p:cNvPr>
          <p:cNvGraphicFramePr/>
          <p:nvPr/>
        </p:nvGraphicFramePr>
        <p:xfrm>
          <a:off xmlns:a="http://schemas.openxmlformats.org/drawingml/2006/main" x="609600" y="1762125"/>
          <a:ext xmlns:a="http://schemas.openxmlformats.org/drawingml/2006/main" cx="10972800" cy="3095625"/>
        </p:xfrm>
        <a:graphic xmlns:a="http://schemas.openxmlformats.org/drawingml/2006/main">
          <a:graphicData uri="http://schemas.openxmlformats.org/drawingml/2006/table">
            <a:tbl>
              <a:tblPr firstRow="1" bandRow="0"/>
              <a:tblGrid>
                <a:gridCol w="1285875"/>
                <a:gridCol w="2238375"/>
                <a:gridCol w="5429250"/>
                <a:gridCol w="2019300"/>
              </a:tblGrid>
              <a:tr h="619125">
                <a:tc>
                  <a:txBody>
                    <a:bodyPr wrap="square" lIns="114300" tIns="66675" rIns="114300" bIns="66675"/>
                    <a:lstStyle/>
                    <a:p>
                      <a:r>
                        <a:rPr sz="1725" b="1">
                          <a:solidFill>
                            <a:srgbClr val="172B3A"/>
                          </a:solidFill>
                          <a:latin typeface="IPAexGothic"/>
                          <a:ea typeface="IPAexGothic"/>
                          <a:cs typeface="IPAexGothic"/>
                        </a:rPr>
                        <a:t>入力位置</a:t>
                      </a:r>
                    </a:p>
                  </a:txBody>
                  <a:tcPr marL="91440" marR="91440" marT="45720" marB="45720" anchor="ctr">
                    <a:lnL w="9525">
                      <a:solidFill>
                        <a:srgbClr val="BCCAD2"/>
                      </a:solidFill>
                      <a:prstDash val="solid"/>
                    </a:lnL>
                    <a:lnR w="9525">
                      <a:solidFill>
                        <a:srgbClr val="BCCAD2"/>
                      </a:solidFill>
                      <a:prstDash val="solid"/>
                    </a:lnR>
                    <a:lnT w="9525">
                      <a:solidFill>
                        <a:srgbClr val="BCCAD2"/>
                      </a:solidFill>
                      <a:prstDash val="solid"/>
                    </a:lnT>
                    <a:lnB w="9525">
                      <a:solidFill>
                        <a:srgbClr val="BCCAD2"/>
                      </a:solidFill>
                      <a:prstDash val="solid"/>
                    </a:lnB>
                    <a:solidFill>
                      <a:srgbClr val="EAF1F5"/>
                    </a:solidFill>
                  </a:tcPr>
                </a:tc>
                <a:tc>
                  <a:txBody>
                    <a:bodyPr wrap="square" lIns="114300" tIns="66675" rIns="114300" bIns="66675"/>
                    <a:lstStyle/>
                    <a:p>
                      <a:r>
                        <a:rPr sz="1725" b="1">
                          <a:solidFill>
                            <a:srgbClr val="172B3A"/>
                          </a:solidFill>
                          <a:latin typeface="IPAexGothic"/>
                          <a:ea typeface="IPAexGothic"/>
                          <a:cs typeface="IPAexGothic"/>
                        </a:rPr>
                        <a:t>対応する定義</a:t>
                      </a:r>
                    </a:p>
                  </a:txBody>
                  <a:tcPr marL="91440" marR="91440" marT="45720" marB="45720" anchor="ctr">
                    <a:lnR w="9525">
                      <a:solidFill>
                        <a:srgbClr val="BCCAD2"/>
                      </a:solidFill>
                      <a:prstDash val="solid"/>
                    </a:lnR>
                    <a:lnT w="9525">
                      <a:solidFill>
                        <a:srgbClr val="BCCAD2"/>
                      </a:solidFill>
                      <a:prstDash val="solid"/>
                    </a:lnT>
                    <a:lnB w="9525">
                      <a:solidFill>
                        <a:srgbClr val="BCCAD2"/>
                      </a:solidFill>
                      <a:prstDash val="solid"/>
                    </a:lnB>
                    <a:solidFill>
                      <a:srgbClr val="EAF1F5"/>
                    </a:solidFill>
                  </a:tcPr>
                </a:tc>
                <a:tc>
                  <a:txBody>
                    <a:bodyPr wrap="square" lIns="114300" tIns="66675" rIns="114300" bIns="66675"/>
                    <a:lstStyle/>
                    <a:p>
                      <a:r>
                        <a:rPr sz="1725" b="1">
                          <a:solidFill>
                            <a:srgbClr val="172B3A"/>
                          </a:solidFill>
                          <a:latin typeface="IPAexGothic"/>
                          <a:ea typeface="IPAexGothic"/>
                          <a:cs typeface="IPAexGothic"/>
                        </a:rPr>
                        <a:t>生成する数値</a:t>
                      </a:r>
                    </a:p>
                  </a:txBody>
                  <a:tcPr marL="91440" marR="91440" marT="45720" marB="45720" anchor="ctr">
                    <a:lnR w="9525">
                      <a:solidFill>
                        <a:srgbClr val="BCCAD2"/>
                      </a:solidFill>
                      <a:prstDash val="solid"/>
                    </a:lnR>
                    <a:lnT w="9525">
                      <a:solidFill>
                        <a:srgbClr val="BCCAD2"/>
                      </a:solidFill>
                      <a:prstDash val="solid"/>
                    </a:lnT>
                    <a:lnB w="9525">
                      <a:solidFill>
                        <a:srgbClr val="BCCAD2"/>
                      </a:solidFill>
                      <a:prstDash val="solid"/>
                    </a:lnB>
                    <a:solidFill>
                      <a:srgbClr val="EAF1F5"/>
                    </a:solidFill>
                  </a:tcPr>
                </a:tc>
                <a:tc>
                  <a:txBody>
                    <a:bodyPr wrap="square" lIns="114300" tIns="66675" rIns="114300" bIns="66675"/>
                    <a:lstStyle/>
                    <a:p>
                      <a:r>
                        <a:rPr sz="1725" b="1">
                          <a:solidFill>
                            <a:srgbClr val="172B3A"/>
                          </a:solidFill>
                          <a:latin typeface="IPAexGothic"/>
                          <a:ea typeface="IPAexGothic"/>
                          <a:cs typeface="IPAexGothic"/>
                        </a:rPr>
                        <a:t>W000の例</a:t>
                      </a:r>
                    </a:p>
                  </a:txBody>
                  <a:tcPr marL="91440" marR="91440" marT="45720" marB="45720" anchor="ctr">
                    <a:lnR w="9525">
                      <a:solidFill>
                        <a:srgbClr val="BCCAD2"/>
                      </a:solidFill>
                      <a:prstDash val="solid"/>
                    </a:lnR>
                    <a:lnT w="9525">
                      <a:solidFill>
                        <a:srgbClr val="BCCAD2"/>
                      </a:solidFill>
                      <a:prstDash val="solid"/>
                    </a:lnT>
                    <a:lnB w="9525">
                      <a:solidFill>
                        <a:srgbClr val="BCCAD2"/>
                      </a:solidFill>
                      <a:prstDash val="solid"/>
                    </a:lnB>
                    <a:solidFill>
                      <a:srgbClr val="EAF1F5"/>
                    </a:solidFill>
                  </a:tcPr>
                </a:tc>
              </a:tr>
              <a:tr h="619125">
                <a:tc>
                  <a:txBody>
                    <a:bodyPr wrap="square" lIns="114300" tIns="66675" rIns="114300" bIns="66675"/>
                    <a:lstStyle/>
                    <a:p>
                      <a:r>
                        <a:rPr sz="1725" b="0">
                          <a:solidFill>
                            <a:srgbClr val="172B3A"/>
                          </a:solidFill>
                          <a:latin typeface="IPAexGothic"/>
                          <a:ea typeface="IPAexGothic"/>
                          <a:cs typeface="IPAexGothic"/>
                        </a:rPr>
                        <a:t>x1</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FFFFF"/>
                    </a:solidFill>
                  </a:tcPr>
                </a:tc>
                <a:tc>
                  <a:txBody>
                    <a:bodyPr wrap="square" lIns="114300" tIns="66675" rIns="114300" bIns="66675"/>
                    <a:lstStyle/>
                    <a:p>
                      <a:r>
                        <a:rPr sz="1725" b="0">
                          <a:solidFill>
                            <a:srgbClr val="172B3A"/>
                          </a:solidFill>
                          <a:latin typeface="IPAexGothic"/>
                          <a:ea typeface="IPAexGothic"/>
                          <a:cs typeface="IPAexGothic"/>
                        </a:rPr>
                        <a:t>P001 第1版</a:t>
                      </a:r>
                    </a:p>
                  </a:txBody>
                  <a:tcPr marL="91440" marR="91440" marT="45720" marB="45720" anchor="ctr">
                    <a:lnR w="9525">
                      <a:solidFill>
                        <a:srgbClr val="BCCAD2"/>
                      </a:solidFill>
                      <a:prstDash val="solid"/>
                    </a:lnR>
                    <a:lnB w="9525">
                      <a:solidFill>
                        <a:srgbClr val="BCCAD2"/>
                      </a:solidFill>
                      <a:prstDash val="solid"/>
                    </a:lnB>
                    <a:solidFill>
                      <a:srgbClr val="FFFFFF"/>
                    </a:solidFill>
                  </a:tcPr>
                </a:tc>
                <a:tc>
                  <a:txBody>
                    <a:bodyPr wrap="square" lIns="114300" tIns="66675" rIns="114300" bIns="66675"/>
                    <a:lstStyle/>
                    <a:p>
                      <a:r>
                        <a:rPr sz="1725" b="0">
                          <a:solidFill>
                            <a:srgbClr val="172B3A"/>
                          </a:solidFill>
                          <a:latin typeface="IPAexGothic"/>
                          <a:ea typeface="IPAexGothic"/>
                          <a:cs typeface="IPAexGothic"/>
                        </a:rPr>
                        <a:t>最寄りがP001、かつ対応半径内なら1、ほかは0</a:t>
                      </a:r>
                    </a:p>
                  </a:txBody>
                  <a:tcPr marL="91440" marR="91440" marT="45720" marB="45720" anchor="ctr">
                    <a:lnR w="9525">
                      <a:solidFill>
                        <a:srgbClr val="BCCAD2"/>
                      </a:solidFill>
                      <a:prstDash val="solid"/>
                    </a:lnR>
                    <a:lnB w="9525">
                      <a:solidFill>
                        <a:srgbClr val="BCCAD2"/>
                      </a:solidFill>
                      <a:prstDash val="solid"/>
                    </a:lnB>
                    <a:solidFill>
                      <a:srgbClr val="FFFFFF"/>
                    </a:solidFill>
                  </a:tcPr>
                </a:tc>
                <a:tc>
                  <a:txBody>
                    <a:bodyPr wrap="square" lIns="114300" tIns="66675" rIns="114300" bIns="66675"/>
                    <a:lstStyle/>
                    <a:p>
                      <a:r>
                        <a:rPr sz="1725" b="0">
                          <a:solidFill>
                            <a:srgbClr val="172B3A"/>
                          </a:solidFill>
                          <a:latin typeface="IPAexGothic"/>
                          <a:ea typeface="IPAexGothic"/>
                          <a:cs typeface="IPAexGothic"/>
                        </a:rPr>
                        <a:t>1</a:t>
                      </a:r>
                    </a:p>
                  </a:txBody>
                  <a:tcPr marL="91440" marR="91440" marT="45720" marB="45720" anchor="ctr">
                    <a:lnR w="9525">
                      <a:solidFill>
                        <a:srgbClr val="BCCAD2"/>
                      </a:solidFill>
                      <a:prstDash val="solid"/>
                    </a:lnR>
                    <a:lnB w="9525">
                      <a:solidFill>
                        <a:srgbClr val="BCCAD2"/>
                      </a:solidFill>
                      <a:prstDash val="solid"/>
                    </a:lnB>
                    <a:solidFill>
                      <a:srgbClr val="FFFFFF"/>
                    </a:solidFill>
                  </a:tcPr>
                </a:tc>
              </a:tr>
              <a:tr h="619125">
                <a:tc>
                  <a:txBody>
                    <a:bodyPr wrap="square" lIns="114300" tIns="66675" rIns="114300" bIns="66675"/>
                    <a:lstStyle/>
                    <a:p>
                      <a:r>
                        <a:rPr sz="1725" b="0">
                          <a:solidFill>
                            <a:srgbClr val="172B3A"/>
                          </a:solidFill>
                          <a:latin typeface="IPAexGothic"/>
                          <a:ea typeface="IPAexGothic"/>
                          <a:cs typeface="IPAexGothic"/>
                        </a:rPr>
                        <a:t>x2</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8FAFB"/>
                    </a:solidFill>
                  </a:tcPr>
                </a:tc>
                <a:tc>
                  <a:txBody>
                    <a:bodyPr wrap="square" lIns="114300" tIns="66675" rIns="114300" bIns="66675"/>
                    <a:lstStyle/>
                    <a:p>
                      <a:r>
                        <a:rPr sz="1725" b="0">
                          <a:solidFill>
                            <a:srgbClr val="172B3A"/>
                          </a:solidFill>
                          <a:latin typeface="IPAexGothic"/>
                          <a:ea typeface="IPAexGothic"/>
                          <a:cs typeface="IPAexGothic"/>
                        </a:rPr>
                        <a:t>P001 第1版</a:t>
                      </a:r>
                    </a:p>
                  </a:txBody>
                  <a:tcPr marL="91440" marR="91440" marT="45720" marB="45720" anchor="ctr">
                    <a:lnR w="9525">
                      <a:solidFill>
                        <a:srgbClr val="BCCAD2"/>
                      </a:solidFill>
                      <a:prstDash val="solid"/>
                    </a:lnR>
                    <a:lnB w="9525">
                      <a:solidFill>
                        <a:srgbClr val="BCCAD2"/>
                      </a:solidFill>
                      <a:prstDash val="solid"/>
                    </a:lnB>
                    <a:solidFill>
                      <a:srgbClr val="F8FAFB"/>
                    </a:solidFill>
                  </a:tcPr>
                </a:tc>
                <a:tc>
                  <a:txBody>
                    <a:bodyPr wrap="square" lIns="114300" tIns="66675" rIns="114300" bIns="66675"/>
                    <a:lstStyle/>
                    <a:p>
                      <a:r>
                        <a:rPr sz="1725" b="0">
                          <a:solidFill>
                            <a:srgbClr val="172B3A"/>
                          </a:solidFill>
                          <a:latin typeface="IPAexGothic"/>
                          <a:ea typeface="IPAexGothic"/>
                          <a:cs typeface="IPAexGothic"/>
                        </a:rPr>
                        <a:t>x1＝1のとき距離d、ほかは0</a:t>
                      </a:r>
                    </a:p>
                  </a:txBody>
                  <a:tcPr marL="91440" marR="91440" marT="45720" marB="45720" anchor="ctr">
                    <a:lnR w="9525">
                      <a:solidFill>
                        <a:srgbClr val="BCCAD2"/>
                      </a:solidFill>
                      <a:prstDash val="solid"/>
                    </a:lnR>
                    <a:lnB w="9525">
                      <a:solidFill>
                        <a:srgbClr val="BCCAD2"/>
                      </a:solidFill>
                      <a:prstDash val="solid"/>
                    </a:lnB>
                    <a:solidFill>
                      <a:srgbClr val="F8FAFB"/>
                    </a:solidFill>
                  </a:tcPr>
                </a:tc>
                <a:tc>
                  <a:txBody>
                    <a:bodyPr wrap="square" lIns="114300" tIns="66675" rIns="114300" bIns="66675"/>
                    <a:lstStyle/>
                    <a:p>
                      <a:r>
                        <a:rPr sz="1725" b="0">
                          <a:solidFill>
                            <a:srgbClr val="172B3A"/>
                          </a:solidFill>
                          <a:latin typeface="IPAexGothic"/>
                          <a:ea typeface="IPAexGothic"/>
                          <a:cs typeface="IPAexGothic"/>
                        </a:rPr>
                        <a:t>0.08</a:t>
                      </a:r>
                    </a:p>
                  </a:txBody>
                  <a:tcPr marL="91440" marR="91440" marT="45720" marB="45720" anchor="ctr">
                    <a:lnR w="9525">
                      <a:solidFill>
                        <a:srgbClr val="BCCAD2"/>
                      </a:solidFill>
                      <a:prstDash val="solid"/>
                    </a:lnR>
                    <a:lnB w="9525">
                      <a:solidFill>
                        <a:srgbClr val="BCCAD2"/>
                      </a:solidFill>
                      <a:prstDash val="solid"/>
                    </a:lnB>
                    <a:solidFill>
                      <a:srgbClr val="F8FAFB"/>
                    </a:solidFill>
                  </a:tcPr>
                </a:tc>
              </a:tr>
              <a:tr h="619125">
                <a:tc>
                  <a:txBody>
                    <a:bodyPr wrap="square" lIns="114300" tIns="66675" rIns="114300" bIns="66675"/>
                    <a:lstStyle/>
                    <a:p>
                      <a:r>
                        <a:rPr sz="1725" b="0">
                          <a:solidFill>
                            <a:srgbClr val="172B3A"/>
                          </a:solidFill>
                          <a:latin typeface="IPAexGothic"/>
                          <a:ea typeface="IPAexGothic"/>
                          <a:cs typeface="IPAexGothic"/>
                        </a:rPr>
                        <a:t>x3</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FFFFF"/>
                    </a:solidFill>
                  </a:tcPr>
                </a:tc>
                <a:tc>
                  <a:txBody>
                    <a:bodyPr wrap="square" lIns="114300" tIns="66675" rIns="114300" bIns="66675"/>
                    <a:lstStyle/>
                    <a:p>
                      <a:r>
                        <a:rPr sz="1725" b="0">
                          <a:solidFill>
                            <a:srgbClr val="172B3A"/>
                          </a:solidFill>
                          <a:latin typeface="IPAexGothic"/>
                          <a:ea typeface="IPAexGothic"/>
                          <a:cs typeface="IPAexGothic"/>
                        </a:rPr>
                        <a:t>P002 第1版</a:t>
                      </a:r>
                    </a:p>
                  </a:txBody>
                  <a:tcPr marL="91440" marR="91440" marT="45720" marB="45720" anchor="ctr">
                    <a:lnR w="9525">
                      <a:solidFill>
                        <a:srgbClr val="BCCAD2"/>
                      </a:solidFill>
                      <a:prstDash val="solid"/>
                    </a:lnR>
                    <a:lnB w="9525">
                      <a:solidFill>
                        <a:srgbClr val="BCCAD2"/>
                      </a:solidFill>
                      <a:prstDash val="solid"/>
                    </a:lnB>
                    <a:solidFill>
                      <a:srgbClr val="FFFFFF"/>
                    </a:solidFill>
                  </a:tcPr>
                </a:tc>
                <a:tc>
                  <a:txBody>
                    <a:bodyPr wrap="square" lIns="114300" tIns="66675" rIns="114300" bIns="66675"/>
                    <a:lstStyle/>
                    <a:p>
                      <a:r>
                        <a:rPr sz="1725" b="0">
                          <a:solidFill>
                            <a:srgbClr val="172B3A"/>
                          </a:solidFill>
                          <a:latin typeface="IPAexGothic"/>
                          <a:ea typeface="IPAexGothic"/>
                          <a:cs typeface="IPAexGothic"/>
                        </a:rPr>
                        <a:t>最寄りがP002、かつ対応半径内なら1、ほかは0</a:t>
                      </a:r>
                    </a:p>
                  </a:txBody>
                  <a:tcPr marL="91440" marR="91440" marT="45720" marB="45720" anchor="ctr">
                    <a:lnR w="9525">
                      <a:solidFill>
                        <a:srgbClr val="BCCAD2"/>
                      </a:solidFill>
                      <a:prstDash val="solid"/>
                    </a:lnR>
                    <a:lnB w="9525">
                      <a:solidFill>
                        <a:srgbClr val="BCCAD2"/>
                      </a:solidFill>
                      <a:prstDash val="solid"/>
                    </a:lnB>
                    <a:solidFill>
                      <a:srgbClr val="FFFFFF"/>
                    </a:solidFill>
                  </a:tcPr>
                </a:tc>
                <a:tc>
                  <a:txBody>
                    <a:bodyPr wrap="square" lIns="114300" tIns="66675" rIns="114300" bIns="66675"/>
                    <a:lstStyle/>
                    <a:p>
                      <a:r>
                        <a:rPr sz="1725" b="0">
                          <a:solidFill>
                            <a:srgbClr val="172B3A"/>
                          </a:solidFill>
                          <a:latin typeface="IPAexGothic"/>
                          <a:ea typeface="IPAexGothic"/>
                          <a:cs typeface="IPAexGothic"/>
                        </a:rPr>
                        <a:t>0</a:t>
                      </a:r>
                    </a:p>
                  </a:txBody>
                  <a:tcPr marL="91440" marR="91440" marT="45720" marB="45720" anchor="ctr">
                    <a:lnR w="9525">
                      <a:solidFill>
                        <a:srgbClr val="BCCAD2"/>
                      </a:solidFill>
                      <a:prstDash val="solid"/>
                    </a:lnR>
                    <a:lnB w="9525">
                      <a:solidFill>
                        <a:srgbClr val="BCCAD2"/>
                      </a:solidFill>
                      <a:prstDash val="solid"/>
                    </a:lnB>
                    <a:solidFill>
                      <a:srgbClr val="FFFFFF"/>
                    </a:solidFill>
                  </a:tcPr>
                </a:tc>
              </a:tr>
              <a:tr h="619125">
                <a:tc>
                  <a:txBody>
                    <a:bodyPr wrap="square" lIns="114300" tIns="66675" rIns="114300" bIns="66675"/>
                    <a:lstStyle/>
                    <a:p>
                      <a:r>
                        <a:rPr sz="1725" b="0">
                          <a:solidFill>
                            <a:srgbClr val="172B3A"/>
                          </a:solidFill>
                          <a:latin typeface="IPAexGothic"/>
                          <a:ea typeface="IPAexGothic"/>
                          <a:cs typeface="IPAexGothic"/>
                        </a:rPr>
                        <a:t>x4</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8FAFB"/>
                    </a:solidFill>
                  </a:tcPr>
                </a:tc>
                <a:tc>
                  <a:txBody>
                    <a:bodyPr wrap="square" lIns="114300" tIns="66675" rIns="114300" bIns="66675"/>
                    <a:lstStyle/>
                    <a:p>
                      <a:r>
                        <a:rPr sz="1725" b="0">
                          <a:solidFill>
                            <a:srgbClr val="172B3A"/>
                          </a:solidFill>
                          <a:latin typeface="IPAexGothic"/>
                          <a:ea typeface="IPAexGothic"/>
                          <a:cs typeface="IPAexGothic"/>
                        </a:rPr>
                        <a:t>P002 第1版</a:t>
                      </a:r>
                    </a:p>
                  </a:txBody>
                  <a:tcPr marL="91440" marR="91440" marT="45720" marB="45720" anchor="ctr">
                    <a:lnR w="9525">
                      <a:solidFill>
                        <a:srgbClr val="BCCAD2"/>
                      </a:solidFill>
                      <a:prstDash val="solid"/>
                    </a:lnR>
                    <a:lnB w="9525">
                      <a:solidFill>
                        <a:srgbClr val="BCCAD2"/>
                      </a:solidFill>
                      <a:prstDash val="solid"/>
                    </a:lnB>
                    <a:solidFill>
                      <a:srgbClr val="F8FAFB"/>
                    </a:solidFill>
                  </a:tcPr>
                </a:tc>
                <a:tc>
                  <a:txBody>
                    <a:bodyPr wrap="square" lIns="114300" tIns="66675" rIns="114300" bIns="66675"/>
                    <a:lstStyle/>
                    <a:p>
                      <a:r>
                        <a:rPr sz="1725" b="0">
                          <a:solidFill>
                            <a:srgbClr val="172B3A"/>
                          </a:solidFill>
                          <a:latin typeface="IPAexGothic"/>
                          <a:ea typeface="IPAexGothic"/>
                          <a:cs typeface="IPAexGothic"/>
                        </a:rPr>
                        <a:t>x3＝1のとき距離d、ほかは0</a:t>
                      </a:r>
                    </a:p>
                  </a:txBody>
                  <a:tcPr marL="91440" marR="91440" marT="45720" marB="45720" anchor="ctr">
                    <a:lnR w="9525">
                      <a:solidFill>
                        <a:srgbClr val="BCCAD2"/>
                      </a:solidFill>
                      <a:prstDash val="solid"/>
                    </a:lnR>
                    <a:lnB w="9525">
                      <a:solidFill>
                        <a:srgbClr val="BCCAD2"/>
                      </a:solidFill>
                      <a:prstDash val="solid"/>
                    </a:lnB>
                    <a:solidFill>
                      <a:srgbClr val="F8FAFB"/>
                    </a:solidFill>
                  </a:tcPr>
                </a:tc>
                <a:tc>
                  <a:txBody>
                    <a:bodyPr wrap="square" lIns="114300" tIns="66675" rIns="114300" bIns="66675"/>
                    <a:lstStyle/>
                    <a:p>
                      <a:r>
                        <a:rPr sz="1725" b="0">
                          <a:solidFill>
                            <a:srgbClr val="172B3A"/>
                          </a:solidFill>
                          <a:latin typeface="IPAexGothic"/>
                          <a:ea typeface="IPAexGothic"/>
                          <a:cs typeface="IPAexGothic"/>
                        </a:rPr>
                        <a:t>0</a:t>
                      </a:r>
                    </a:p>
                  </a:txBody>
                  <a:tcPr marL="91440" marR="91440" marT="45720" marB="45720" anchor="ctr">
                    <a:lnR w="9525">
                      <a:solidFill>
                        <a:srgbClr val="BCCAD2"/>
                      </a:solidFill>
                      <a:prstDash val="solid"/>
                    </a:lnR>
                    <a:lnB w="9525">
                      <a:solidFill>
                        <a:srgbClr val="BCCAD2"/>
                      </a:solidFill>
                      <a:prstDash val="solid"/>
                    </a:lnB>
                    <a:solidFill>
                      <a:srgbClr val="F8FAFB"/>
                    </a:solidFill>
                  </a:tcPr>
                </a:tc>
              </a:tr>
            </a:tbl>
          </a:graphicData>
        </a:graphic>
      </p:graphicFrame>
      <p:sp>
        <p:nvSpPr>
          <p:cNvPr id="13" name="">
            <a:extLst xmlns:a="http://schemas.openxmlformats.org/drawingml/2006/main">
              <a:ext uri="{FF2B5EF4-FFF2-40B4-BE49-F238E27FC236}">
                <a16:creationId xmlns:a16="http://schemas.microsoft.com/office/drawing/2014/main" id="{6750E6B1-DDAD-40D3-BE55-778DF061F4B2}"/>
              </a:ext>
            </a:extLst>
          </p:cNvPr>
          <p:cNvSpPr>
            <a:spLocks xmlns:a="http://schemas.openxmlformats.org/drawingml/2006/main" noGrp="1"/>
          </p:cNvSpPr>
          <p:nvPr/>
        </p:nvSpPr>
        <p:spPr>
          <a:xfrm xmlns:a="http://schemas.openxmlformats.org/drawingml/2006/main">
            <a:off x="762000" y="5095875"/>
            <a:ext cx="3333750" cy="571500"/>
          </a:xfrm>
          <a:prstGeom xmlns:a="http://schemas.openxmlformats.org/drawingml/2006/main" prst="rect">
            <a:avLst/>
          </a:prstGeom>
          <a:solidFill xmlns:a="http://schemas.openxmlformats.org/drawingml/2006/main">
            <a:srgbClr val="EAF1F5"/>
          </a:solidFill>
          <a:ln xmlns:a="http://schemas.openxmlformats.org/drawingml/2006/main" w="14288">
            <a:solidFill>
              <a:srgbClr val="236487"/>
            </a:solidFill>
            <a:prstDash val="solid"/>
          </a:ln>
        </p:spPr>
        <p:txBody>
          <a:bodyPr xmlns:a="http://schemas.openxmlformats.org/drawingml/2006/main" lIns="95250" tIns="95250" rIns="95250" bIns="95250" anchor="ctr"/>
          <a:lstStyle xmlns:a="http://schemas.openxmlformats.org/drawingml/2006/main">
            <a:defPPr algn="ctr">
              <a:defRPr sz="1875">
                <a:solidFill>
                  <a:srgbClr val="172B3A"/>
                </a:solidFill>
                <a:latin typeface="IPAexGothic"/>
                <a:ea typeface="IPAexGothic"/>
                <a:cs typeface="IPAexGothic"/>
              </a:defRPr>
            </a:defPPr>
            <a:lvl1pPr algn="ctr">
              <a:buNone/>
              <a:defRPr sz="1875">
                <a:solidFill>
                  <a:srgbClr val="172B3A"/>
                </a:solidFill>
                <a:latin typeface="IPAexGothic"/>
                <a:ea typeface="IPAexGothic"/>
                <a:cs typeface="IPAexGothic"/>
              </a:defRPr>
            </a:lvl1pPr>
            <a:lvl2pPr algn="ctr">
              <a:buNone/>
              <a:defRPr sz="1875">
                <a:solidFill>
                  <a:srgbClr val="172B3A"/>
                </a:solidFill>
                <a:latin typeface="IPAexGothic"/>
                <a:ea typeface="IPAexGothic"/>
                <a:cs typeface="IPAexGothic"/>
              </a:defRPr>
            </a:lvl2pPr>
            <a:lvl3pPr algn="ctr">
              <a:buNone/>
              <a:defRPr sz="1875">
                <a:solidFill>
                  <a:srgbClr val="172B3A"/>
                </a:solidFill>
                <a:latin typeface="IPAexGothic"/>
                <a:ea typeface="IPAexGothic"/>
                <a:cs typeface="IPAexGothic"/>
              </a:defRPr>
            </a:lvl3pPr>
            <a:lvl4pPr algn="ctr">
              <a:buNone/>
              <a:defRPr sz="1875">
                <a:solidFill>
                  <a:srgbClr val="172B3A"/>
                </a:solidFill>
                <a:latin typeface="IPAexGothic"/>
                <a:ea typeface="IPAexGothic"/>
                <a:cs typeface="IPAexGothic"/>
              </a:defRPr>
            </a:lvl4pPr>
            <a:lvl5pPr algn="ctr">
              <a:buNone/>
              <a:defRPr sz="1875">
                <a:solidFill>
                  <a:srgbClr val="172B3A"/>
                </a:solidFill>
                <a:latin typeface="IPAexGothic"/>
                <a:ea typeface="IPAexGothic"/>
                <a:cs typeface="IPAexGothic"/>
              </a:defRPr>
            </a:lvl5pPr>
            <a:lvl6pPr algn="ctr">
              <a:buNone/>
              <a:defRPr sz="1875">
                <a:solidFill>
                  <a:srgbClr val="172B3A"/>
                </a:solidFill>
                <a:latin typeface="IPAexGothic"/>
                <a:ea typeface="IPAexGothic"/>
                <a:cs typeface="IPAexGothic"/>
              </a:defRPr>
            </a:lvl6pPr>
            <a:lvl7pPr algn="ctr">
              <a:buNone/>
              <a:defRPr sz="1875">
                <a:solidFill>
                  <a:srgbClr val="172B3A"/>
                </a:solidFill>
                <a:latin typeface="IPAexGothic"/>
                <a:ea typeface="IPAexGothic"/>
                <a:cs typeface="IPAexGothic"/>
              </a:defRPr>
            </a:lvl7pPr>
            <a:lvl8pPr algn="ctr">
              <a:buNone/>
              <a:defRPr sz="1875">
                <a:solidFill>
                  <a:srgbClr val="172B3A"/>
                </a:solidFill>
                <a:latin typeface="IPAexGothic"/>
                <a:ea typeface="IPAexGothic"/>
                <a:cs typeface="IPAexGothic"/>
              </a:defRPr>
            </a:lvl8pPr>
            <a:lvl9pPr algn="ctr">
              <a:buNone/>
              <a:defRPr sz="1875">
                <a:solidFill>
                  <a:srgbClr val="172B3A"/>
                </a:solidFill>
                <a:latin typeface="IPAexGothic"/>
                <a:ea typeface="IPAexGothic"/>
                <a:cs typeface="IPAexGothic"/>
              </a:defRPr>
            </a:lvl9pPr>
          </a:lstStyle>
          <a:p xmlns:a="http://schemas.openxmlformats.org/drawingml/2006/main">
            <a:pPr algn="ctr">
              <a:buNone/>
              <a:defRPr sz="1875">
                <a:solidFill>
                  <a:srgbClr val="172B3A"/>
                </a:solidFill>
                <a:latin typeface="IPAexGothic"/>
                <a:ea typeface="IPAexGothic"/>
                <a:cs typeface="IPAexGothic"/>
              </a:defRPr>
            </a:pPr>
            <a:r>
              <a:rPr sz="1875">
                <a:solidFill>
                  <a:srgbClr val="172B3A"/>
                </a:solidFill>
                <a:latin typeface="IPAexGothic"/>
                <a:ea typeface="IPAexGothic"/>
                <a:cs typeface="IPAexGothic"/>
              </a:rPr>
              <a:t>モデルM 第3版</a:t>
            </a:r>
          </a:p>
        </p:txBody>
      </p:sp>
      <p:sp>
        <p:nvSpPr>
          <p:cNvPr id="14" name="">
            <a:extLst xmlns:a="http://schemas.openxmlformats.org/drawingml/2006/main">
              <a:ext uri="{FF2B5EF4-FFF2-40B4-BE49-F238E27FC236}">
                <a16:creationId xmlns:a16="http://schemas.microsoft.com/office/drawing/2014/main" id="{3797FA50-5CA9-40D8-9E96-90F9CFFADD80}"/>
              </a:ext>
            </a:extLst>
          </p:cNvPr>
          <p:cNvSpPr>
            <a:spLocks xmlns:a="http://schemas.openxmlformats.org/drawingml/2006/main" noGrp="1"/>
          </p:cNvSpPr>
          <p:nvPr/>
        </p:nvSpPr>
        <p:spPr>
          <a:xfrm xmlns:a="http://schemas.openxmlformats.org/drawingml/2006/main">
            <a:off x="4429125" y="5095875"/>
            <a:ext cx="3333750" cy="571500"/>
          </a:xfrm>
          <a:prstGeom xmlns:a="http://schemas.openxmlformats.org/drawingml/2006/main" prst="rect">
            <a:avLst/>
          </a:prstGeom>
          <a:solidFill xmlns:a="http://schemas.openxmlformats.org/drawingml/2006/main">
            <a:srgbClr val="EAF1F5"/>
          </a:solidFill>
          <a:ln xmlns:a="http://schemas.openxmlformats.org/drawingml/2006/main" w="14288">
            <a:solidFill>
              <a:srgbClr val="236487"/>
            </a:solidFill>
            <a:prstDash val="solid"/>
          </a:ln>
        </p:spPr>
        <p:txBody>
          <a:bodyPr xmlns:a="http://schemas.openxmlformats.org/drawingml/2006/main" lIns="95250" tIns="95250" rIns="95250" bIns="95250" anchor="ctr"/>
          <a:lstStyle xmlns:a="http://schemas.openxmlformats.org/drawingml/2006/main">
            <a:defPPr algn="ctr">
              <a:defRPr sz="1875">
                <a:solidFill>
                  <a:srgbClr val="172B3A"/>
                </a:solidFill>
                <a:latin typeface="IPAexGothic"/>
                <a:ea typeface="IPAexGothic"/>
                <a:cs typeface="IPAexGothic"/>
              </a:defRPr>
            </a:defPPr>
            <a:lvl1pPr algn="ctr">
              <a:buNone/>
              <a:defRPr sz="1875">
                <a:solidFill>
                  <a:srgbClr val="172B3A"/>
                </a:solidFill>
                <a:latin typeface="IPAexGothic"/>
                <a:ea typeface="IPAexGothic"/>
                <a:cs typeface="IPAexGothic"/>
              </a:defRPr>
            </a:lvl1pPr>
            <a:lvl2pPr algn="ctr">
              <a:buNone/>
              <a:defRPr sz="1875">
                <a:solidFill>
                  <a:srgbClr val="172B3A"/>
                </a:solidFill>
                <a:latin typeface="IPAexGothic"/>
                <a:ea typeface="IPAexGothic"/>
                <a:cs typeface="IPAexGothic"/>
              </a:defRPr>
            </a:lvl2pPr>
            <a:lvl3pPr algn="ctr">
              <a:buNone/>
              <a:defRPr sz="1875">
                <a:solidFill>
                  <a:srgbClr val="172B3A"/>
                </a:solidFill>
                <a:latin typeface="IPAexGothic"/>
                <a:ea typeface="IPAexGothic"/>
                <a:cs typeface="IPAexGothic"/>
              </a:defRPr>
            </a:lvl3pPr>
            <a:lvl4pPr algn="ctr">
              <a:buNone/>
              <a:defRPr sz="1875">
                <a:solidFill>
                  <a:srgbClr val="172B3A"/>
                </a:solidFill>
                <a:latin typeface="IPAexGothic"/>
                <a:ea typeface="IPAexGothic"/>
                <a:cs typeface="IPAexGothic"/>
              </a:defRPr>
            </a:lvl4pPr>
            <a:lvl5pPr algn="ctr">
              <a:buNone/>
              <a:defRPr sz="1875">
                <a:solidFill>
                  <a:srgbClr val="172B3A"/>
                </a:solidFill>
                <a:latin typeface="IPAexGothic"/>
                <a:ea typeface="IPAexGothic"/>
                <a:cs typeface="IPAexGothic"/>
              </a:defRPr>
            </a:lvl5pPr>
            <a:lvl6pPr algn="ctr">
              <a:buNone/>
              <a:defRPr sz="1875">
                <a:solidFill>
                  <a:srgbClr val="172B3A"/>
                </a:solidFill>
                <a:latin typeface="IPAexGothic"/>
                <a:ea typeface="IPAexGothic"/>
                <a:cs typeface="IPAexGothic"/>
              </a:defRPr>
            </a:lvl6pPr>
            <a:lvl7pPr algn="ctr">
              <a:buNone/>
              <a:defRPr sz="1875">
                <a:solidFill>
                  <a:srgbClr val="172B3A"/>
                </a:solidFill>
                <a:latin typeface="IPAexGothic"/>
                <a:ea typeface="IPAexGothic"/>
                <a:cs typeface="IPAexGothic"/>
              </a:defRPr>
            </a:lvl7pPr>
            <a:lvl8pPr algn="ctr">
              <a:buNone/>
              <a:defRPr sz="1875">
                <a:solidFill>
                  <a:srgbClr val="172B3A"/>
                </a:solidFill>
                <a:latin typeface="IPAexGothic"/>
                <a:ea typeface="IPAexGothic"/>
                <a:cs typeface="IPAexGothic"/>
              </a:defRPr>
            </a:lvl8pPr>
            <a:lvl9pPr algn="ctr">
              <a:buNone/>
              <a:defRPr sz="1875">
                <a:solidFill>
                  <a:srgbClr val="172B3A"/>
                </a:solidFill>
                <a:latin typeface="IPAexGothic"/>
                <a:ea typeface="IPAexGothic"/>
                <a:cs typeface="IPAexGothic"/>
              </a:defRPr>
            </a:lvl9pPr>
          </a:lstStyle>
          <a:p xmlns:a="http://schemas.openxmlformats.org/drawingml/2006/main">
            <a:pPr algn="ctr">
              <a:buNone/>
              <a:defRPr sz="1875">
                <a:solidFill>
                  <a:srgbClr val="172B3A"/>
                </a:solidFill>
                <a:latin typeface="IPAexGothic"/>
                <a:ea typeface="IPAexGothic"/>
                <a:cs typeface="IPAexGothic"/>
              </a:defRPr>
            </a:pPr>
            <a:r>
              <a:rPr sz="1875">
                <a:solidFill>
                  <a:srgbClr val="172B3A"/>
                </a:solidFill>
                <a:latin typeface="IPAexGothic"/>
                <a:ea typeface="IPAexGothic"/>
                <a:cs typeface="IPAexGothic"/>
              </a:rPr>
              <a:t>台帳R003</a:t>
            </a:r>
          </a:p>
        </p:txBody>
      </p:sp>
      <p:sp>
        <p:nvSpPr>
          <p:cNvPr id="15" name="">
            <a:extLst xmlns:a="http://schemas.openxmlformats.org/drawingml/2006/main">
              <a:ext uri="{FF2B5EF4-FFF2-40B4-BE49-F238E27FC236}">
                <a16:creationId xmlns:a16="http://schemas.microsoft.com/office/drawing/2014/main" id="{56833D44-77DD-4F74-BAF4-050E33C5CD1F}"/>
              </a:ext>
            </a:extLst>
          </p:cNvPr>
          <p:cNvSpPr>
            <a:spLocks xmlns:a="http://schemas.openxmlformats.org/drawingml/2006/main" noGrp="1"/>
          </p:cNvSpPr>
          <p:nvPr/>
        </p:nvSpPr>
        <p:spPr>
          <a:xfrm xmlns:a="http://schemas.openxmlformats.org/drawingml/2006/main">
            <a:off x="8096250" y="5095875"/>
            <a:ext cx="3333750" cy="571500"/>
          </a:xfrm>
          <a:prstGeom xmlns:a="http://schemas.openxmlformats.org/drawingml/2006/main" prst="rect">
            <a:avLst/>
          </a:prstGeom>
          <a:solidFill xmlns:a="http://schemas.openxmlformats.org/drawingml/2006/main">
            <a:srgbClr val="EAF1F5"/>
          </a:solidFill>
          <a:ln xmlns:a="http://schemas.openxmlformats.org/drawingml/2006/main" w="14288">
            <a:solidFill>
              <a:srgbClr val="236487"/>
            </a:solidFill>
            <a:prstDash val="solid"/>
          </a:ln>
        </p:spPr>
        <p:txBody>
          <a:bodyPr xmlns:a="http://schemas.openxmlformats.org/drawingml/2006/main" lIns="95250" tIns="95250" rIns="95250" bIns="95250" anchor="ctr"/>
          <a:lstStyle xmlns:a="http://schemas.openxmlformats.org/drawingml/2006/main">
            <a:defPPr algn="ctr">
              <a:defRPr sz="1875">
                <a:solidFill>
                  <a:srgbClr val="172B3A"/>
                </a:solidFill>
                <a:latin typeface="IPAexGothic"/>
                <a:ea typeface="IPAexGothic"/>
                <a:cs typeface="IPAexGothic"/>
              </a:defRPr>
            </a:defPPr>
            <a:lvl1pPr algn="ctr">
              <a:buNone/>
              <a:defRPr sz="1875">
                <a:solidFill>
                  <a:srgbClr val="172B3A"/>
                </a:solidFill>
                <a:latin typeface="IPAexGothic"/>
                <a:ea typeface="IPAexGothic"/>
                <a:cs typeface="IPAexGothic"/>
              </a:defRPr>
            </a:lvl1pPr>
            <a:lvl2pPr algn="ctr">
              <a:buNone/>
              <a:defRPr sz="1875">
                <a:solidFill>
                  <a:srgbClr val="172B3A"/>
                </a:solidFill>
                <a:latin typeface="IPAexGothic"/>
                <a:ea typeface="IPAexGothic"/>
                <a:cs typeface="IPAexGothic"/>
              </a:defRPr>
            </a:lvl2pPr>
            <a:lvl3pPr algn="ctr">
              <a:buNone/>
              <a:defRPr sz="1875">
                <a:solidFill>
                  <a:srgbClr val="172B3A"/>
                </a:solidFill>
                <a:latin typeface="IPAexGothic"/>
                <a:ea typeface="IPAexGothic"/>
                <a:cs typeface="IPAexGothic"/>
              </a:defRPr>
            </a:lvl3pPr>
            <a:lvl4pPr algn="ctr">
              <a:buNone/>
              <a:defRPr sz="1875">
                <a:solidFill>
                  <a:srgbClr val="172B3A"/>
                </a:solidFill>
                <a:latin typeface="IPAexGothic"/>
                <a:ea typeface="IPAexGothic"/>
                <a:cs typeface="IPAexGothic"/>
              </a:defRPr>
            </a:lvl4pPr>
            <a:lvl5pPr algn="ctr">
              <a:buNone/>
              <a:defRPr sz="1875">
                <a:solidFill>
                  <a:srgbClr val="172B3A"/>
                </a:solidFill>
                <a:latin typeface="IPAexGothic"/>
                <a:ea typeface="IPAexGothic"/>
                <a:cs typeface="IPAexGothic"/>
              </a:defRPr>
            </a:lvl5pPr>
            <a:lvl6pPr algn="ctr">
              <a:buNone/>
              <a:defRPr sz="1875">
                <a:solidFill>
                  <a:srgbClr val="172B3A"/>
                </a:solidFill>
                <a:latin typeface="IPAexGothic"/>
                <a:ea typeface="IPAexGothic"/>
                <a:cs typeface="IPAexGothic"/>
              </a:defRPr>
            </a:lvl6pPr>
            <a:lvl7pPr algn="ctr">
              <a:buNone/>
              <a:defRPr sz="1875">
                <a:solidFill>
                  <a:srgbClr val="172B3A"/>
                </a:solidFill>
                <a:latin typeface="IPAexGothic"/>
                <a:ea typeface="IPAexGothic"/>
                <a:cs typeface="IPAexGothic"/>
              </a:defRPr>
            </a:lvl7pPr>
            <a:lvl8pPr algn="ctr">
              <a:buNone/>
              <a:defRPr sz="1875">
                <a:solidFill>
                  <a:srgbClr val="172B3A"/>
                </a:solidFill>
                <a:latin typeface="IPAexGothic"/>
                <a:ea typeface="IPAexGothic"/>
                <a:cs typeface="IPAexGothic"/>
              </a:defRPr>
            </a:lvl8pPr>
            <a:lvl9pPr algn="ctr">
              <a:buNone/>
              <a:defRPr sz="1875">
                <a:solidFill>
                  <a:srgbClr val="172B3A"/>
                </a:solidFill>
                <a:latin typeface="IPAexGothic"/>
                <a:ea typeface="IPAexGothic"/>
                <a:cs typeface="IPAexGothic"/>
              </a:defRPr>
            </a:lvl9pPr>
          </a:lstStyle>
          <a:p xmlns:a="http://schemas.openxmlformats.org/drawingml/2006/main">
            <a:pPr algn="ctr">
              <a:buNone/>
              <a:defRPr sz="1875">
                <a:solidFill>
                  <a:srgbClr val="172B3A"/>
                </a:solidFill>
                <a:latin typeface="IPAexGothic"/>
                <a:ea typeface="IPAexGothic"/>
                <a:cs typeface="IPAexGothic"/>
              </a:defRPr>
            </a:pPr>
            <a:r>
              <a:rPr sz="1875">
                <a:solidFill>
                  <a:srgbClr val="172B3A"/>
                </a:solidFill>
                <a:latin typeface="IPAexGothic"/>
                <a:ea typeface="IPAexGothic"/>
                <a:cs typeface="IPAexGothic"/>
              </a:rPr>
              <a:t>対応表T 第4版</a:t>
            </a:r>
          </a:p>
        </p:txBody>
      </p:sp>
      <p:sp>
        <p:nvSpPr>
          <p:cNvPr id="16" name="text-6">
            <a:extLst xmlns:a="http://schemas.openxmlformats.org/drawingml/2006/main">
              <a:ext uri="{FF2B5EF4-FFF2-40B4-BE49-F238E27FC236}">
                <a16:creationId xmlns:a16="http://schemas.microsoft.com/office/drawing/2014/main" id="{485A404A-6F20-4E7B-B5F5-B2BE1DFAB210}"/>
              </a:ext>
            </a:extLst>
          </p:cNvPr>
          <p:cNvSpPr>
            <a:spLocks xmlns:a="http://schemas.openxmlformats.org/drawingml/2006/main" noGrp="1"/>
          </p:cNvSpPr>
          <p:nvPr/>
        </p:nvSpPr>
        <p:spPr>
          <a:xfrm xmlns:a="http://schemas.openxmlformats.org/drawingml/2006/main">
            <a:off x="609600" y="5953125"/>
            <a:ext cx="10906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1575" b="0">
                <a:solidFill>
                  <a:srgbClr val="586872"/>
                </a:solidFill>
                <a:latin typeface="IPAexGothic"/>
                <a:ea typeface="IPAexGothic"/>
                <a:cs typeface="IPAexGothic"/>
              </a:defRPr>
            </a:defPPr>
            <a:lvl1pPr algn="l">
              <a:buNone/>
              <a:defRPr sz="1575" b="0">
                <a:solidFill>
                  <a:srgbClr val="586872"/>
                </a:solidFill>
                <a:latin typeface="IPAexGothic"/>
                <a:ea typeface="IPAexGothic"/>
                <a:cs typeface="IPAexGothic"/>
              </a:defRPr>
            </a:lvl1pPr>
            <a:lvl2pPr algn="l">
              <a:buNone/>
              <a:defRPr sz="1575" b="0">
                <a:solidFill>
                  <a:srgbClr val="586872"/>
                </a:solidFill>
                <a:latin typeface="IPAexGothic"/>
                <a:ea typeface="IPAexGothic"/>
                <a:cs typeface="IPAexGothic"/>
              </a:defRPr>
            </a:lvl2pPr>
            <a:lvl3pPr algn="l">
              <a:buNone/>
              <a:defRPr sz="1575" b="0">
                <a:solidFill>
                  <a:srgbClr val="586872"/>
                </a:solidFill>
                <a:latin typeface="IPAexGothic"/>
                <a:ea typeface="IPAexGothic"/>
                <a:cs typeface="IPAexGothic"/>
              </a:defRPr>
            </a:lvl3pPr>
            <a:lvl4pPr algn="l">
              <a:buNone/>
              <a:defRPr sz="1575" b="0">
                <a:solidFill>
                  <a:srgbClr val="586872"/>
                </a:solidFill>
                <a:latin typeface="IPAexGothic"/>
                <a:ea typeface="IPAexGothic"/>
                <a:cs typeface="IPAexGothic"/>
              </a:defRPr>
            </a:lvl4pPr>
            <a:lvl5pPr algn="l">
              <a:buNone/>
              <a:defRPr sz="1575" b="0">
                <a:solidFill>
                  <a:srgbClr val="586872"/>
                </a:solidFill>
                <a:latin typeface="IPAexGothic"/>
                <a:ea typeface="IPAexGothic"/>
                <a:cs typeface="IPAexGothic"/>
              </a:defRPr>
            </a:lvl5pPr>
            <a:lvl6pPr algn="l">
              <a:buNone/>
              <a:defRPr sz="1575" b="0">
                <a:solidFill>
                  <a:srgbClr val="586872"/>
                </a:solidFill>
                <a:latin typeface="IPAexGothic"/>
                <a:ea typeface="IPAexGothic"/>
                <a:cs typeface="IPAexGothic"/>
              </a:defRPr>
            </a:lvl6pPr>
            <a:lvl7pPr algn="l">
              <a:buNone/>
              <a:defRPr sz="1575" b="0">
                <a:solidFill>
                  <a:srgbClr val="586872"/>
                </a:solidFill>
                <a:latin typeface="IPAexGothic"/>
                <a:ea typeface="IPAexGothic"/>
                <a:cs typeface="IPAexGothic"/>
              </a:defRPr>
            </a:lvl7pPr>
            <a:lvl8pPr algn="l">
              <a:buNone/>
              <a:defRPr sz="1575" b="0">
                <a:solidFill>
                  <a:srgbClr val="586872"/>
                </a:solidFill>
                <a:latin typeface="IPAexGothic"/>
                <a:ea typeface="IPAexGothic"/>
                <a:cs typeface="IPAexGothic"/>
              </a:defRPr>
            </a:lvl8pPr>
            <a:lvl9pPr algn="l">
              <a:buNone/>
              <a:defRPr sz="1575" b="0">
                <a:solidFill>
                  <a:srgbClr val="586872"/>
                </a:solidFill>
                <a:latin typeface="IPAexGothic"/>
                <a:ea typeface="IPAexGothic"/>
                <a:cs typeface="IPAexGothic"/>
              </a:defRPr>
            </a:lvl9pPr>
          </a:lstStyle>
          <a:p xmlns:a="http://schemas.openxmlformats.org/drawingml/2006/main">
            <a:pPr algn="l">
              <a:buNone/>
              <a:defRPr sz="1575" b="0">
                <a:solidFill>
                  <a:srgbClr val="586872"/>
                </a:solidFill>
                <a:latin typeface="IPAexGothic"/>
                <a:ea typeface="IPAexGothic"/>
                <a:cs typeface="IPAexGothic"/>
              </a:defRPr>
            </a:pPr>
            <a:r>
              <a:rPr sz="1575" b="0">
                <a:solidFill>
                  <a:srgbClr val="586872"/>
                </a:solidFill>
                <a:latin typeface="IPAexGothic"/>
                <a:ea typeface="IPAexGothic"/>
                <a:cs typeface="IPAexGothic"/>
              </a:rPr>
              <a:t>入力は［1,0.08,0,0］。IDは入力しない。欠測・未知は全ゼロと区別し、評価・利用状態を台帳で管理</a:t>
            </a:r>
          </a:p>
        </p:txBody>
      </p:sp>
    </p:spTree>
    <p:extLst>
      <p:ext uri="{BB962C8B-B14F-4D97-AF65-F5344CB8AC3E}">
        <p14:creationId xmlns:p14="http://schemas.microsoft.com/office/powerpoint/2010/main" val="2048491984"/>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headline">
            <a:extLst xmlns:a="http://schemas.openxmlformats.org/drawingml/2006/main">
              <a:ext uri="{FF2B5EF4-FFF2-40B4-BE49-F238E27FC236}">
                <a16:creationId xmlns:a16="http://schemas.microsoft.com/office/drawing/2014/main" id="{43B1E45E-494F-47C5-BA50-615288AED9AA}"/>
              </a:ext>
            </a:extLst>
          </p:cNvPr>
          <p:cNvSpPr>
            <a:spLocks xmlns:a="http://schemas.openxmlformats.org/drawingml/2006/main" noGrp="1"/>
          </p:cNvSpPr>
          <p:nvPr/>
        </p:nvSpPr>
        <p:spPr>
          <a:xfrm xmlns:a="http://schemas.openxmlformats.org/drawingml/2006/main">
            <a:off x="590550" y="333375"/>
            <a:ext cx="1095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2B3A"/>
                </a:solidFill>
                <a:latin typeface="IPAexGothic"/>
                <a:ea typeface="IPAexGothic"/>
                <a:cs typeface="IPAexGothic"/>
              </a:defRPr>
            </a:defPPr>
            <a:lvl1pPr algn="l">
              <a:buNone/>
              <a:defRPr sz="3300" b="1">
                <a:solidFill>
                  <a:srgbClr val="172B3A"/>
                </a:solidFill>
                <a:latin typeface="IPAexGothic"/>
                <a:ea typeface="IPAexGothic"/>
                <a:cs typeface="IPAexGothic"/>
              </a:defRPr>
            </a:lvl1pPr>
            <a:lvl2pPr algn="l">
              <a:buNone/>
              <a:defRPr sz="3300" b="1">
                <a:solidFill>
                  <a:srgbClr val="172B3A"/>
                </a:solidFill>
                <a:latin typeface="IPAexGothic"/>
                <a:ea typeface="IPAexGothic"/>
                <a:cs typeface="IPAexGothic"/>
              </a:defRPr>
            </a:lvl2pPr>
            <a:lvl3pPr algn="l">
              <a:buNone/>
              <a:defRPr sz="3300" b="1">
                <a:solidFill>
                  <a:srgbClr val="172B3A"/>
                </a:solidFill>
                <a:latin typeface="IPAexGothic"/>
                <a:ea typeface="IPAexGothic"/>
                <a:cs typeface="IPAexGothic"/>
              </a:defRPr>
            </a:lvl3pPr>
            <a:lvl4pPr algn="l">
              <a:buNone/>
              <a:defRPr sz="3300" b="1">
                <a:solidFill>
                  <a:srgbClr val="172B3A"/>
                </a:solidFill>
                <a:latin typeface="IPAexGothic"/>
                <a:ea typeface="IPAexGothic"/>
                <a:cs typeface="IPAexGothic"/>
              </a:defRPr>
            </a:lvl4pPr>
            <a:lvl5pPr algn="l">
              <a:buNone/>
              <a:defRPr sz="3300" b="1">
                <a:solidFill>
                  <a:srgbClr val="172B3A"/>
                </a:solidFill>
                <a:latin typeface="IPAexGothic"/>
                <a:ea typeface="IPAexGothic"/>
                <a:cs typeface="IPAexGothic"/>
              </a:defRPr>
            </a:lvl5pPr>
            <a:lvl6pPr algn="l">
              <a:buNone/>
              <a:defRPr sz="3300" b="1">
                <a:solidFill>
                  <a:srgbClr val="172B3A"/>
                </a:solidFill>
                <a:latin typeface="IPAexGothic"/>
                <a:ea typeface="IPAexGothic"/>
                <a:cs typeface="IPAexGothic"/>
              </a:defRPr>
            </a:lvl6pPr>
            <a:lvl7pPr algn="l">
              <a:buNone/>
              <a:defRPr sz="3300" b="1">
                <a:solidFill>
                  <a:srgbClr val="172B3A"/>
                </a:solidFill>
                <a:latin typeface="IPAexGothic"/>
                <a:ea typeface="IPAexGothic"/>
                <a:cs typeface="IPAexGothic"/>
              </a:defRPr>
            </a:lvl7pPr>
            <a:lvl8pPr algn="l">
              <a:buNone/>
              <a:defRPr sz="3300" b="1">
                <a:solidFill>
                  <a:srgbClr val="172B3A"/>
                </a:solidFill>
                <a:latin typeface="IPAexGothic"/>
                <a:ea typeface="IPAexGothic"/>
                <a:cs typeface="IPAexGothic"/>
              </a:defRPr>
            </a:lvl8pPr>
            <a:lvl9pPr algn="l">
              <a:buNone/>
              <a:defRPr sz="3300" b="1">
                <a:solidFill>
                  <a:srgbClr val="172B3A"/>
                </a:solidFill>
                <a:latin typeface="IPAexGothic"/>
                <a:ea typeface="IPAexGothic"/>
                <a:cs typeface="IPAexGothic"/>
              </a:defRPr>
            </a:lvl9pPr>
          </a:lstStyle>
          <a:p xmlns:a="http://schemas.openxmlformats.org/drawingml/2006/main">
            <a:pPr algn="l">
              <a:buNone/>
              <a:defRPr sz="3300" b="1">
                <a:solidFill>
                  <a:srgbClr val="172B3A"/>
                </a:solidFill>
                <a:latin typeface="IPAexGothic"/>
                <a:ea typeface="IPAexGothic"/>
                <a:cs typeface="IPAexGothic"/>
              </a:defRPr>
            </a:pPr>
            <a:r>
              <a:rPr sz="3300" b="1">
                <a:solidFill>
                  <a:srgbClr val="172B3A"/>
                </a:solidFill>
                <a:latin typeface="IPAexGothic"/>
                <a:ea typeface="IPAexGothic"/>
                <a:cs typeface="IPAexGothic"/>
              </a:rPr>
              <a:t>④ 登録状態と評価状態と削除許可</a:t>
            </a:r>
          </a:p>
        </p:txBody>
      </p:sp>
      <p:sp>
        <p:nvSpPr>
          <p:cNvPr id="2" name="summary">
            <a:extLst xmlns:a="http://schemas.openxmlformats.org/drawingml/2006/main">
              <a:ext uri="{FF2B5EF4-FFF2-40B4-BE49-F238E27FC236}">
                <a16:creationId xmlns:a16="http://schemas.microsoft.com/office/drawing/2014/main" id="{F6F22FDA-2254-4078-8E5E-9170CF20C4CC}"/>
              </a:ext>
            </a:extLst>
          </p:cNvPr>
          <p:cNvSpPr>
            <a:spLocks xmlns:a="http://schemas.openxmlformats.org/drawingml/2006/main" noGrp="1"/>
          </p:cNvSpPr>
          <p:nvPr/>
        </p:nvSpPr>
        <p:spPr>
          <a:xfrm xmlns:a="http://schemas.openxmlformats.org/drawingml/2006/main">
            <a:off x="609600" y="1028700"/>
            <a:ext cx="10896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872"/>
                </a:solidFill>
                <a:latin typeface="IPAexGothic"/>
                <a:ea typeface="IPAexGothic"/>
                <a:cs typeface="IPAexGothic"/>
              </a:defRPr>
            </a:defPPr>
            <a:lvl1pPr algn="l">
              <a:buNone/>
              <a:defRPr sz="1800" b="0">
                <a:solidFill>
                  <a:srgbClr val="586872"/>
                </a:solidFill>
                <a:latin typeface="IPAexGothic"/>
                <a:ea typeface="IPAexGothic"/>
                <a:cs typeface="IPAexGothic"/>
              </a:defRPr>
            </a:lvl1pPr>
            <a:lvl2pPr algn="l">
              <a:buNone/>
              <a:defRPr sz="1800" b="0">
                <a:solidFill>
                  <a:srgbClr val="586872"/>
                </a:solidFill>
                <a:latin typeface="IPAexGothic"/>
                <a:ea typeface="IPAexGothic"/>
                <a:cs typeface="IPAexGothic"/>
              </a:defRPr>
            </a:lvl2pPr>
            <a:lvl3pPr algn="l">
              <a:buNone/>
              <a:defRPr sz="1800" b="0">
                <a:solidFill>
                  <a:srgbClr val="586872"/>
                </a:solidFill>
                <a:latin typeface="IPAexGothic"/>
                <a:ea typeface="IPAexGothic"/>
                <a:cs typeface="IPAexGothic"/>
              </a:defRPr>
            </a:lvl3pPr>
            <a:lvl4pPr algn="l">
              <a:buNone/>
              <a:defRPr sz="1800" b="0">
                <a:solidFill>
                  <a:srgbClr val="586872"/>
                </a:solidFill>
                <a:latin typeface="IPAexGothic"/>
                <a:ea typeface="IPAexGothic"/>
                <a:cs typeface="IPAexGothic"/>
              </a:defRPr>
            </a:lvl4pPr>
            <a:lvl5pPr algn="l">
              <a:buNone/>
              <a:defRPr sz="1800" b="0">
                <a:solidFill>
                  <a:srgbClr val="586872"/>
                </a:solidFill>
                <a:latin typeface="IPAexGothic"/>
                <a:ea typeface="IPAexGothic"/>
                <a:cs typeface="IPAexGothic"/>
              </a:defRPr>
            </a:lvl5pPr>
            <a:lvl6pPr algn="l">
              <a:buNone/>
              <a:defRPr sz="1800" b="0">
                <a:solidFill>
                  <a:srgbClr val="586872"/>
                </a:solidFill>
                <a:latin typeface="IPAexGothic"/>
                <a:ea typeface="IPAexGothic"/>
                <a:cs typeface="IPAexGothic"/>
              </a:defRPr>
            </a:lvl6pPr>
            <a:lvl7pPr algn="l">
              <a:buNone/>
              <a:defRPr sz="1800" b="0">
                <a:solidFill>
                  <a:srgbClr val="586872"/>
                </a:solidFill>
                <a:latin typeface="IPAexGothic"/>
                <a:ea typeface="IPAexGothic"/>
                <a:cs typeface="IPAexGothic"/>
              </a:defRPr>
            </a:lvl7pPr>
            <a:lvl8pPr algn="l">
              <a:buNone/>
              <a:defRPr sz="1800" b="0">
                <a:solidFill>
                  <a:srgbClr val="586872"/>
                </a:solidFill>
                <a:latin typeface="IPAexGothic"/>
                <a:ea typeface="IPAexGothic"/>
                <a:cs typeface="IPAexGothic"/>
              </a:defRPr>
            </a:lvl8pPr>
            <a:lvl9pPr algn="l">
              <a:buNone/>
              <a:defRPr sz="1800" b="0">
                <a:solidFill>
                  <a:srgbClr val="586872"/>
                </a:solidFill>
                <a:latin typeface="IPAexGothic"/>
                <a:ea typeface="IPAexGothic"/>
                <a:cs typeface="IPAexGothic"/>
              </a:defRPr>
            </a:lvl9pPr>
          </a:lstStyle>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パターンの登録、統計的な確立、個別データの類似度分類、削除許可は別々に管理します。</a:t>
            </a:r>
          </a:p>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登録済みという理由だけで削除せず、削除後には残存数・参照先・履歴を更新します。</a:t>
            </a:r>
          </a:p>
        </p:txBody>
      </p:sp>
      <p:graphicFrame>
        <p:nvGraphicFramePr>
          <p:cNvPr id="3" name="">
            <a:extLst xmlns:a="http://schemas.openxmlformats.org/drawingml/2006/main">
              <a:ext uri="{FF2B5EF4-FFF2-40B4-BE49-F238E27FC236}">
                <a16:creationId xmlns:a16="http://schemas.microsoft.com/office/drawing/2014/main" id="{E572D378-980B-4734-8654-A8BE2C2868DB}"/>
              </a:ext>
            </a:extLst>
          </p:cNvPr>
          <p:cNvGraphicFramePr/>
          <p:nvPr/>
        </p:nvGraphicFramePr>
        <p:xfrm>
          <a:off xmlns:a="http://schemas.openxmlformats.org/drawingml/2006/main" x="609600" y="1714500"/>
          <a:ext xmlns:a="http://schemas.openxmlformats.org/drawingml/2006/main" cx="10972800" cy="3714750"/>
        </p:xfrm>
        <a:graphic xmlns:a="http://schemas.openxmlformats.org/drawingml/2006/main">
          <a:graphicData uri="http://schemas.openxmlformats.org/drawingml/2006/table">
            <a:tbl>
              <a:tblPr firstRow="1" bandRow="0"/>
              <a:tblGrid>
                <a:gridCol w="3238500"/>
                <a:gridCol w="7734300"/>
              </a:tblGrid>
              <a:tr h="530679">
                <a:tc>
                  <a:txBody>
                    <a:bodyPr wrap="square" lIns="133350" tIns="76200" rIns="114300" bIns="76200"/>
                    <a:lstStyle/>
                    <a:p>
                      <a:r>
                        <a:rPr sz="1800" b="1">
                          <a:solidFill>
                            <a:srgbClr val="172B3A"/>
                          </a:solidFill>
                          <a:latin typeface="IPAexGothic"/>
                          <a:ea typeface="IPAexGothic"/>
                          <a:cs typeface="IPAexGothic"/>
                        </a:rPr>
                        <a:t>区別する状態</a:t>
                      </a:r>
                    </a:p>
                  </a:txBody>
                  <a:tcPr marL="91440" marR="91440" marT="45720" marB="45720" anchor="ctr">
                    <a:lnL w="9525">
                      <a:solidFill>
                        <a:srgbClr val="BCCAD2"/>
                      </a:solidFill>
                      <a:prstDash val="solid"/>
                    </a:lnL>
                    <a:lnR w="9525">
                      <a:solidFill>
                        <a:srgbClr val="BCCAD2"/>
                      </a:solidFill>
                      <a:prstDash val="solid"/>
                    </a:lnR>
                    <a:lnT w="9525">
                      <a:solidFill>
                        <a:srgbClr val="BCCAD2"/>
                      </a:solidFill>
                      <a:prstDash val="solid"/>
                    </a:lnT>
                    <a:lnB w="9525">
                      <a:solidFill>
                        <a:srgbClr val="BCCAD2"/>
                      </a:solidFill>
                      <a:prstDash val="solid"/>
                    </a:lnB>
                    <a:solidFill>
                      <a:srgbClr val="EAF1F5"/>
                    </a:solidFill>
                  </a:tcPr>
                </a:tc>
                <a:tc>
                  <a:txBody>
                    <a:bodyPr wrap="square" lIns="133350" tIns="76200" rIns="114300" bIns="76200"/>
                    <a:lstStyle/>
                    <a:p>
                      <a:r>
                        <a:rPr sz="1800" b="1">
                          <a:solidFill>
                            <a:srgbClr val="172B3A"/>
                          </a:solidFill>
                          <a:latin typeface="IPAexGothic"/>
                          <a:ea typeface="IPAexGothic"/>
                          <a:cs typeface="IPAexGothic"/>
                        </a:rPr>
                        <a:t>意味と更新の契機</a:t>
                      </a:r>
                    </a:p>
                  </a:txBody>
                  <a:tcPr marL="91440" marR="91440" marT="45720" marB="45720" anchor="ctr">
                    <a:lnR w="9525">
                      <a:solidFill>
                        <a:srgbClr val="BCCAD2"/>
                      </a:solidFill>
                      <a:prstDash val="solid"/>
                    </a:lnR>
                    <a:lnT w="9525">
                      <a:solidFill>
                        <a:srgbClr val="BCCAD2"/>
                      </a:solidFill>
                      <a:prstDash val="solid"/>
                    </a:lnT>
                    <a:lnB w="9525">
                      <a:solidFill>
                        <a:srgbClr val="BCCAD2"/>
                      </a:solidFill>
                      <a:prstDash val="solid"/>
                    </a:lnB>
                    <a:solidFill>
                      <a:srgbClr val="EAF1F5"/>
                    </a:solidFill>
                  </a:tcPr>
                </a:tc>
              </a:tr>
              <a:tr h="530679">
                <a:tc>
                  <a:txBody>
                    <a:bodyPr wrap="square" lIns="133350" tIns="76200" rIns="114300" bIns="76200"/>
                    <a:lstStyle/>
                    <a:p>
                      <a:r>
                        <a:rPr sz="1800" b="0">
                          <a:solidFill>
                            <a:srgbClr val="172B3A"/>
                          </a:solidFill>
                          <a:latin typeface="IPAexGothic"/>
                          <a:ea typeface="IPAexGothic"/>
                          <a:cs typeface="IPAexGothic"/>
                        </a:rPr>
                        <a:t>登録済みパターン</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FFFFF"/>
                    </a:solidFill>
                  </a:tcPr>
                </a:tc>
                <a:tc>
                  <a:txBody>
                    <a:bodyPr wrap="square" lIns="133350" tIns="76200" rIns="114300" bIns="76200"/>
                    <a:lstStyle/>
                    <a:p>
                      <a:r>
                        <a:rPr sz="1800" b="0">
                          <a:solidFill>
                            <a:srgbClr val="172B3A"/>
                          </a:solidFill>
                          <a:latin typeface="IPAexGothic"/>
                          <a:ea typeface="IPAexGothic"/>
                          <a:cs typeface="IPAexGothic"/>
                        </a:rPr>
                        <a:t>②でID・版・定義を知識ベースへ登録。候補も含む</a:t>
                      </a:r>
                    </a:p>
                  </a:txBody>
                  <a:tcPr marL="91440" marR="91440" marT="45720" marB="45720" anchor="ctr">
                    <a:lnR w="9525">
                      <a:solidFill>
                        <a:srgbClr val="BCCAD2"/>
                      </a:solidFill>
                      <a:prstDash val="solid"/>
                    </a:lnR>
                    <a:lnB w="9525">
                      <a:solidFill>
                        <a:srgbClr val="BCCAD2"/>
                      </a:solidFill>
                      <a:prstDash val="solid"/>
                    </a:lnB>
                    <a:solidFill>
                      <a:srgbClr val="FFFFFF"/>
                    </a:solidFill>
                  </a:tcPr>
                </a:tc>
              </a:tr>
              <a:tr h="530679">
                <a:tc>
                  <a:txBody>
                    <a:bodyPr wrap="square" lIns="133350" tIns="76200" rIns="114300" bIns="76200"/>
                    <a:lstStyle/>
                    <a:p>
                      <a:r>
                        <a:rPr sz="1800" b="0">
                          <a:solidFill>
                            <a:srgbClr val="172B3A"/>
                          </a:solidFill>
                          <a:latin typeface="IPAexGothic"/>
                          <a:ea typeface="IPAexGothic"/>
                          <a:cs typeface="IPAexGothic"/>
                        </a:rPr>
                        <a:t>候補／確立パターン</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8FAFB"/>
                    </a:solidFill>
                  </a:tcPr>
                </a:tc>
                <a:tc>
                  <a:txBody>
                    <a:bodyPr wrap="square" lIns="133350" tIns="76200" rIns="114300" bIns="76200"/>
                    <a:lstStyle/>
                    <a:p>
                      <a:r>
                        <a:rPr sz="1800" b="0">
                          <a:solidFill>
                            <a:srgbClr val="172B3A"/>
                          </a:solidFill>
                          <a:latin typeface="IPAexGothic"/>
                          <a:ea typeface="IPAexGothic"/>
                          <a:cs typeface="IPAexGothic"/>
                        </a:rPr>
                        <a:t>③の確立度基準を満たしたか。代替性・削除許可とは別</a:t>
                      </a:r>
                    </a:p>
                  </a:txBody>
                  <a:tcPr marL="91440" marR="91440" marT="45720" marB="45720" anchor="ctr">
                    <a:lnR w="9525">
                      <a:solidFill>
                        <a:srgbClr val="BCCAD2"/>
                      </a:solidFill>
                      <a:prstDash val="solid"/>
                    </a:lnR>
                    <a:lnB w="9525">
                      <a:solidFill>
                        <a:srgbClr val="BCCAD2"/>
                      </a:solidFill>
                      <a:prstDash val="solid"/>
                    </a:lnB>
                    <a:solidFill>
                      <a:srgbClr val="F8FAFB"/>
                    </a:solidFill>
                  </a:tcPr>
                </a:tc>
              </a:tr>
              <a:tr h="530679">
                <a:tc>
                  <a:txBody>
                    <a:bodyPr wrap="square" lIns="133350" tIns="76200" rIns="114300" bIns="76200"/>
                    <a:lstStyle/>
                    <a:p>
                      <a:r>
                        <a:rPr sz="1800" b="0">
                          <a:solidFill>
                            <a:srgbClr val="172B3A"/>
                          </a:solidFill>
                          <a:latin typeface="IPAexGothic"/>
                          <a:ea typeface="IPAexGothic"/>
                          <a:cs typeface="IPAexGothic"/>
                        </a:rPr>
                        <a:t>典型／境界／未知</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FFFFF"/>
                    </a:solidFill>
                  </a:tcPr>
                </a:tc>
                <a:tc>
                  <a:txBody>
                    <a:bodyPr wrap="square" lIns="133350" tIns="76200" rIns="114300" bIns="76200"/>
                    <a:lstStyle/>
                    <a:p>
                      <a:r>
                        <a:rPr sz="1800" b="0">
                          <a:solidFill>
                            <a:srgbClr val="172B3A"/>
                          </a:solidFill>
                          <a:latin typeface="IPAexGothic"/>
                          <a:ea typeface="IPAexGothic"/>
                          <a:cs typeface="IPAexGothic"/>
                        </a:rPr>
                        <a:t>②における個々のデータの照合分類。パターンの件数ではない</a:t>
                      </a:r>
                    </a:p>
                  </a:txBody>
                  <a:tcPr marL="91440" marR="91440" marT="45720" marB="45720" anchor="ctr">
                    <a:lnR w="9525">
                      <a:solidFill>
                        <a:srgbClr val="BCCAD2"/>
                      </a:solidFill>
                      <a:prstDash val="solid"/>
                    </a:lnR>
                    <a:lnB w="9525">
                      <a:solidFill>
                        <a:srgbClr val="BCCAD2"/>
                      </a:solidFill>
                      <a:prstDash val="solid"/>
                    </a:lnB>
                    <a:solidFill>
                      <a:srgbClr val="FFFFFF"/>
                    </a:solidFill>
                  </a:tcPr>
                </a:tc>
              </a:tr>
              <a:tr h="530679">
                <a:tc>
                  <a:txBody>
                    <a:bodyPr wrap="square" lIns="133350" tIns="76200" rIns="114300" bIns="76200"/>
                    <a:lstStyle/>
                    <a:p>
                      <a:r>
                        <a:rPr sz="1800" b="0">
                          <a:solidFill>
                            <a:srgbClr val="172B3A"/>
                          </a:solidFill>
                          <a:latin typeface="IPAexGothic"/>
                          <a:ea typeface="IPAexGothic"/>
                          <a:cs typeface="IPAexGothic"/>
                        </a:rPr>
                        <a:t>削除許可</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8FAFB"/>
                    </a:solidFill>
                  </a:tcPr>
                </a:tc>
                <a:tc>
                  <a:txBody>
                    <a:bodyPr wrap="square" lIns="133350" tIns="76200" rIns="114300" bIns="76200"/>
                    <a:lstStyle/>
                    <a:p>
                      <a:r>
                        <a:rPr sz="1800" b="0">
                          <a:solidFill>
                            <a:srgbClr val="172B3A"/>
                          </a:solidFill>
                          <a:latin typeface="IPAexGothic"/>
                          <a:ea typeface="IPAexGothic"/>
                          <a:cs typeface="IPAexGothic"/>
                        </a:rPr>
                        <a:t>③の二評価と⑤の保持条件に合格した版・モデル・条件の範囲</a:t>
                      </a:r>
                    </a:p>
                  </a:txBody>
                  <a:tcPr marL="91440" marR="91440" marT="45720" marB="45720" anchor="ctr">
                    <a:lnR w="9525">
                      <a:solidFill>
                        <a:srgbClr val="BCCAD2"/>
                      </a:solidFill>
                      <a:prstDash val="solid"/>
                    </a:lnR>
                    <a:lnB w="9525">
                      <a:solidFill>
                        <a:srgbClr val="BCCAD2"/>
                      </a:solidFill>
                      <a:prstDash val="solid"/>
                    </a:lnB>
                    <a:solidFill>
                      <a:srgbClr val="F8FAFB"/>
                    </a:solidFill>
                  </a:tcPr>
                </a:tc>
              </a:tr>
              <a:tr h="530679">
                <a:tc>
                  <a:txBody>
                    <a:bodyPr wrap="square" lIns="133350" tIns="76200" rIns="114300" bIns="76200"/>
                    <a:lstStyle/>
                    <a:p>
                      <a:r>
                        <a:rPr sz="1800" b="0">
                          <a:solidFill>
                            <a:srgbClr val="172B3A"/>
                          </a:solidFill>
                          <a:latin typeface="IPAexGothic"/>
                          <a:ea typeface="IPAexGothic"/>
                          <a:cs typeface="IPAexGothic"/>
                        </a:rPr>
                        <a:t>削除後の更新</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FFFFF"/>
                    </a:solidFill>
                  </a:tcPr>
                </a:tc>
                <a:tc>
                  <a:txBody>
                    <a:bodyPr wrap="square" lIns="133350" tIns="76200" rIns="114300" bIns="76200"/>
                    <a:lstStyle/>
                    <a:p>
                      <a:r>
                        <a:rPr sz="1800" b="0">
                          <a:solidFill>
                            <a:srgbClr val="172B3A"/>
                          </a:solidFill>
                          <a:latin typeface="IPAexGothic"/>
                          <a:ea typeface="IPAexGothic"/>
                          <a:cs typeface="IPAexGothic"/>
                        </a:rPr>
                        <a:t>過去の出現回数は維持し、参照・残存数・削除履歴を更新</a:t>
                      </a:r>
                    </a:p>
                  </a:txBody>
                  <a:tcPr marL="91440" marR="91440" marT="45720" marB="45720" anchor="ctr">
                    <a:lnR w="9525">
                      <a:solidFill>
                        <a:srgbClr val="BCCAD2"/>
                      </a:solidFill>
                      <a:prstDash val="solid"/>
                    </a:lnR>
                    <a:lnB w="9525">
                      <a:solidFill>
                        <a:srgbClr val="BCCAD2"/>
                      </a:solidFill>
                      <a:prstDash val="solid"/>
                    </a:lnB>
                    <a:solidFill>
                      <a:srgbClr val="FFFFFF"/>
                    </a:solidFill>
                  </a:tcPr>
                </a:tc>
              </a:tr>
              <a:tr h="530679">
                <a:tc>
                  <a:txBody>
                    <a:bodyPr wrap="square" lIns="133350" tIns="76200" rIns="114300" bIns="76200"/>
                    <a:lstStyle/>
                    <a:p>
                      <a:r>
                        <a:rPr sz="1800" b="0">
                          <a:solidFill>
                            <a:srgbClr val="172B3A"/>
                          </a:solidFill>
                          <a:latin typeface="IPAexGothic"/>
                          <a:ea typeface="IPAexGothic"/>
                          <a:cs typeface="IPAexGothic"/>
                        </a:rPr>
                        <a:t>更新した版の扱い</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8FAFB"/>
                    </a:solidFill>
                  </a:tcPr>
                </a:tc>
                <a:tc>
                  <a:txBody>
                    <a:bodyPr wrap="square" lIns="133350" tIns="76200" rIns="114300" bIns="76200"/>
                    <a:lstStyle/>
                    <a:p>
                      <a:r>
                        <a:rPr sz="1800" b="0">
                          <a:solidFill>
                            <a:srgbClr val="172B3A"/>
                          </a:solidFill>
                          <a:latin typeface="IPAexGothic"/>
                          <a:ea typeface="IPAexGothic"/>
                          <a:cs typeface="IPAexGothic"/>
                        </a:rPr>
                        <a:t>⑧で対応表・モデル・統計を更新し、三評価をやり直す</a:t>
                      </a:r>
                    </a:p>
                  </a:txBody>
                  <a:tcPr marL="91440" marR="91440" marT="45720" marB="45720" anchor="ctr">
                    <a:lnR w="9525">
                      <a:solidFill>
                        <a:srgbClr val="BCCAD2"/>
                      </a:solidFill>
                      <a:prstDash val="solid"/>
                    </a:lnR>
                    <a:lnB w="9525">
                      <a:solidFill>
                        <a:srgbClr val="BCCAD2"/>
                      </a:solidFill>
                      <a:prstDash val="solid"/>
                    </a:lnB>
                    <a:solidFill>
                      <a:srgbClr val="F8FAFB"/>
                    </a:solidFill>
                  </a:tcPr>
                </a:tc>
              </a:tr>
            </a:tbl>
          </a:graphicData>
        </a:graphic>
      </p:graphicFrame>
      <p:sp>
        <p:nvSpPr>
          <p:cNvPr id="4" name="text-2">
            <a:extLst xmlns:a="http://schemas.openxmlformats.org/drawingml/2006/main">
              <a:ext uri="{FF2B5EF4-FFF2-40B4-BE49-F238E27FC236}">
                <a16:creationId xmlns:a16="http://schemas.microsoft.com/office/drawing/2014/main" id="{C78D2DAB-7FD8-4796-B32A-8B8290B843D1}"/>
              </a:ext>
            </a:extLst>
          </p:cNvPr>
          <p:cNvSpPr>
            <a:spLocks xmlns:a="http://schemas.openxmlformats.org/drawingml/2006/main" noGrp="1"/>
          </p:cNvSpPr>
          <p:nvPr/>
        </p:nvSpPr>
        <p:spPr>
          <a:xfrm xmlns:a="http://schemas.openxmlformats.org/drawingml/2006/main">
            <a:off x="609600" y="5953125"/>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86872"/>
                </a:solidFill>
                <a:latin typeface="IPAexGothic"/>
                <a:ea typeface="IPAexGothic"/>
                <a:cs typeface="IPAexGothic"/>
              </a:defRPr>
            </a:defPPr>
            <a:lvl1pPr algn="l">
              <a:buNone/>
              <a:defRPr sz="1575" b="0">
                <a:solidFill>
                  <a:srgbClr val="586872"/>
                </a:solidFill>
                <a:latin typeface="IPAexGothic"/>
                <a:ea typeface="IPAexGothic"/>
                <a:cs typeface="IPAexGothic"/>
              </a:defRPr>
            </a:lvl1pPr>
            <a:lvl2pPr algn="l">
              <a:buNone/>
              <a:defRPr sz="1575" b="0">
                <a:solidFill>
                  <a:srgbClr val="586872"/>
                </a:solidFill>
                <a:latin typeface="IPAexGothic"/>
                <a:ea typeface="IPAexGothic"/>
                <a:cs typeface="IPAexGothic"/>
              </a:defRPr>
            </a:lvl2pPr>
            <a:lvl3pPr algn="l">
              <a:buNone/>
              <a:defRPr sz="1575" b="0">
                <a:solidFill>
                  <a:srgbClr val="586872"/>
                </a:solidFill>
                <a:latin typeface="IPAexGothic"/>
                <a:ea typeface="IPAexGothic"/>
                <a:cs typeface="IPAexGothic"/>
              </a:defRPr>
            </a:lvl3pPr>
            <a:lvl4pPr algn="l">
              <a:buNone/>
              <a:defRPr sz="1575" b="0">
                <a:solidFill>
                  <a:srgbClr val="586872"/>
                </a:solidFill>
                <a:latin typeface="IPAexGothic"/>
                <a:ea typeface="IPAexGothic"/>
                <a:cs typeface="IPAexGothic"/>
              </a:defRPr>
            </a:lvl4pPr>
            <a:lvl5pPr algn="l">
              <a:buNone/>
              <a:defRPr sz="1575" b="0">
                <a:solidFill>
                  <a:srgbClr val="586872"/>
                </a:solidFill>
                <a:latin typeface="IPAexGothic"/>
                <a:ea typeface="IPAexGothic"/>
                <a:cs typeface="IPAexGothic"/>
              </a:defRPr>
            </a:lvl5pPr>
            <a:lvl6pPr algn="l">
              <a:buNone/>
              <a:defRPr sz="1575" b="0">
                <a:solidFill>
                  <a:srgbClr val="586872"/>
                </a:solidFill>
                <a:latin typeface="IPAexGothic"/>
                <a:ea typeface="IPAexGothic"/>
                <a:cs typeface="IPAexGothic"/>
              </a:defRPr>
            </a:lvl6pPr>
            <a:lvl7pPr algn="l">
              <a:buNone/>
              <a:defRPr sz="1575" b="0">
                <a:solidFill>
                  <a:srgbClr val="586872"/>
                </a:solidFill>
                <a:latin typeface="IPAexGothic"/>
                <a:ea typeface="IPAexGothic"/>
                <a:cs typeface="IPAexGothic"/>
              </a:defRPr>
            </a:lvl7pPr>
            <a:lvl8pPr algn="l">
              <a:buNone/>
              <a:defRPr sz="1575" b="0">
                <a:solidFill>
                  <a:srgbClr val="586872"/>
                </a:solidFill>
                <a:latin typeface="IPAexGothic"/>
                <a:ea typeface="IPAexGothic"/>
                <a:cs typeface="IPAexGothic"/>
              </a:defRPr>
            </a:lvl8pPr>
            <a:lvl9pPr algn="l">
              <a:buNone/>
              <a:defRPr sz="1575" b="0">
                <a:solidFill>
                  <a:srgbClr val="586872"/>
                </a:solidFill>
                <a:latin typeface="IPAexGothic"/>
                <a:ea typeface="IPAexGothic"/>
                <a:cs typeface="IPAexGothic"/>
              </a:defRPr>
            </a:lvl9pPr>
          </a:lstStyle>
          <a:p xmlns:a="http://schemas.openxmlformats.org/drawingml/2006/main">
            <a:pPr algn="l">
              <a:buNone/>
              <a:defRPr sz="1575" b="0">
                <a:solidFill>
                  <a:srgbClr val="586872"/>
                </a:solidFill>
                <a:latin typeface="IPAexGothic"/>
                <a:ea typeface="IPAexGothic"/>
                <a:cs typeface="IPAexGothic"/>
              </a:defRPr>
            </a:pPr>
            <a:r>
              <a:rPr sz="1575" b="0">
                <a:solidFill>
                  <a:srgbClr val="586872"/>
                </a:solidFill>
                <a:latin typeface="IPAexGothic"/>
                <a:ea typeface="IPAexGothic"/>
                <a:cs typeface="IPAexGothic"/>
              </a:rPr>
              <a:t>旧版の履歴は保存する。定義・入力項目・統計・元データ参照の役割を分けて管理する</a:t>
            </a:r>
          </a:p>
        </p:txBody>
      </p:sp>
      <p:sp>
        <p:nvSpPr>
          <p:cNvPr id="5" name="page-number">
            <a:extLst xmlns:a="http://schemas.openxmlformats.org/drawingml/2006/main">
              <a:ext uri="{FF2B5EF4-FFF2-40B4-BE49-F238E27FC236}">
                <a16:creationId xmlns:a16="http://schemas.microsoft.com/office/drawing/2014/main" id="{CC6CF0F6-2670-43BE-9BA3-8371774608CD}"/>
              </a:ext>
            </a:extLst>
          </p:cNvPr>
          <p:cNvSpPr>
            <a:spLocks xmlns:a="http://schemas.openxmlformats.org/drawingml/2006/main" noGrp="1"/>
          </p:cNvSpPr>
          <p:nvPr/>
        </p:nvSpPr>
        <p:spPr>
          <a:xfrm xmlns:a="http://schemas.openxmlformats.org/drawingml/2006/main">
            <a:off x="11239500" y="64484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872"/>
                </a:solidFill>
                <a:latin typeface="IPAexGothic"/>
                <a:ea typeface="IPAexGothic"/>
                <a:cs typeface="IPAexGothic"/>
              </a:defRPr>
            </a:defPPr>
            <a:lvl1pPr algn="r">
              <a:buNone/>
              <a:defRPr sz="1275" b="0">
                <a:solidFill>
                  <a:srgbClr val="586872"/>
                </a:solidFill>
                <a:latin typeface="IPAexGothic"/>
                <a:ea typeface="IPAexGothic"/>
                <a:cs typeface="IPAexGothic"/>
              </a:defRPr>
            </a:lvl1pPr>
            <a:lvl2pPr algn="r">
              <a:buNone/>
              <a:defRPr sz="1275" b="0">
                <a:solidFill>
                  <a:srgbClr val="586872"/>
                </a:solidFill>
                <a:latin typeface="IPAexGothic"/>
                <a:ea typeface="IPAexGothic"/>
                <a:cs typeface="IPAexGothic"/>
              </a:defRPr>
            </a:lvl2pPr>
            <a:lvl3pPr algn="r">
              <a:buNone/>
              <a:defRPr sz="1275" b="0">
                <a:solidFill>
                  <a:srgbClr val="586872"/>
                </a:solidFill>
                <a:latin typeface="IPAexGothic"/>
                <a:ea typeface="IPAexGothic"/>
                <a:cs typeface="IPAexGothic"/>
              </a:defRPr>
            </a:lvl3pPr>
            <a:lvl4pPr algn="r">
              <a:buNone/>
              <a:defRPr sz="1275" b="0">
                <a:solidFill>
                  <a:srgbClr val="586872"/>
                </a:solidFill>
                <a:latin typeface="IPAexGothic"/>
                <a:ea typeface="IPAexGothic"/>
                <a:cs typeface="IPAexGothic"/>
              </a:defRPr>
            </a:lvl4pPr>
            <a:lvl5pPr algn="r">
              <a:buNone/>
              <a:defRPr sz="1275" b="0">
                <a:solidFill>
                  <a:srgbClr val="586872"/>
                </a:solidFill>
                <a:latin typeface="IPAexGothic"/>
                <a:ea typeface="IPAexGothic"/>
                <a:cs typeface="IPAexGothic"/>
              </a:defRPr>
            </a:lvl5pPr>
            <a:lvl6pPr algn="r">
              <a:buNone/>
              <a:defRPr sz="1275" b="0">
                <a:solidFill>
                  <a:srgbClr val="586872"/>
                </a:solidFill>
                <a:latin typeface="IPAexGothic"/>
                <a:ea typeface="IPAexGothic"/>
                <a:cs typeface="IPAexGothic"/>
              </a:defRPr>
            </a:lvl6pPr>
            <a:lvl7pPr algn="r">
              <a:buNone/>
              <a:defRPr sz="1275" b="0">
                <a:solidFill>
                  <a:srgbClr val="586872"/>
                </a:solidFill>
                <a:latin typeface="IPAexGothic"/>
                <a:ea typeface="IPAexGothic"/>
                <a:cs typeface="IPAexGothic"/>
              </a:defRPr>
            </a:lvl7pPr>
            <a:lvl8pPr algn="r">
              <a:buNone/>
              <a:defRPr sz="1275" b="0">
                <a:solidFill>
                  <a:srgbClr val="586872"/>
                </a:solidFill>
                <a:latin typeface="IPAexGothic"/>
                <a:ea typeface="IPAexGothic"/>
                <a:cs typeface="IPAexGothic"/>
              </a:defRPr>
            </a:lvl8pPr>
            <a:lvl9pPr algn="r">
              <a:buNone/>
              <a:defRPr sz="1275" b="0">
                <a:solidFill>
                  <a:srgbClr val="586872"/>
                </a:solidFill>
                <a:latin typeface="IPAexGothic"/>
                <a:ea typeface="IPAexGothic"/>
                <a:cs typeface="IPAexGothic"/>
              </a:defRPr>
            </a:lvl9pPr>
          </a:lstStyle>
          <a:p xmlns:a="http://schemas.openxmlformats.org/drawingml/2006/main">
            <a:pPr algn="r">
              <a:buNone/>
              <a:defRPr sz="1275" b="0">
                <a:solidFill>
                  <a:srgbClr val="586872"/>
                </a:solidFill>
                <a:latin typeface="IPAexGothic"/>
                <a:ea typeface="IPAexGothic"/>
                <a:cs typeface="IPAexGothic"/>
              </a:defRPr>
            </a:pPr>
            <a:r>
              <a:rPr sz="1275" b="0">
                <a:solidFill>
                  <a:srgbClr val="586872"/>
                </a:solidFill>
                <a:latin typeface="IPAexGothic"/>
                <a:ea typeface="IPAexGothic"/>
                <a:cs typeface="IPAexGothic"/>
              </a:rPr>
              <a:t>27</a:t>
            </a:r>
          </a:p>
        </p:txBody>
      </p:sp>
    </p:spTree>
    <p:extLst>
      <p:ext uri="{BB962C8B-B14F-4D97-AF65-F5344CB8AC3E}">
        <p14:creationId xmlns:p14="http://schemas.microsoft.com/office/powerpoint/2010/main" val="1259291747"/>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82129024-75DA-4F88-91EA-173FD209F7CE}"/>
              </a:ext>
            </a:extLst>
          </p:cNvPr>
          <p:cNvCxnSpPr>
            <a:stCxn xmlns:a="http://schemas.openxmlformats.org/drawingml/2006/main" id="6" idx="3"/>
            <a:endCxn xmlns:a="http://schemas.openxmlformats.org/drawingml/2006/main" id="7" idx="1"/>
          </p:cNvCxnSpPr>
          <p:nvPr/>
        </p:nvCxnSpPr>
        <p:spPr>
          <a:xfrm xmlns:a="http://schemas.openxmlformats.org/drawingml/2006/main" flipV="1">
            <a:off x="7620000" y="3419475"/>
            <a:ext cx="1343025" cy="1243013"/>
          </a:xfrm>
          <a:prstGeom xmlns:a="http://schemas.openxmlformats.org/drawingml/2006/main" prst="bentConnector3">
            <a:avLst>
              <a:gd name="adj1" fmla="val 50000"/>
            </a:avLst>
          </a:prstGeom>
          <a:ln xmlns:a="http://schemas.openxmlformats.org/drawingml/2006/main" w="19050">
            <a:solidFill>
              <a:srgbClr val="236487"/>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F86B88BF-6D36-4D01-AA8F-2769F723820F}"/>
              </a:ext>
            </a:extLst>
          </p:cNvPr>
          <p:cNvCxnSpPr>
            <a:stCxn xmlns:a="http://schemas.openxmlformats.org/drawingml/2006/main" id="5" idx="3"/>
            <a:endCxn xmlns:a="http://schemas.openxmlformats.org/drawingml/2006/main" id="7" idx="1"/>
          </p:cNvCxnSpPr>
          <p:nvPr/>
        </p:nvCxnSpPr>
        <p:spPr>
          <a:xfrm xmlns:a="http://schemas.openxmlformats.org/drawingml/2006/main">
            <a:off x="7620000" y="3395663"/>
            <a:ext cx="1343025" cy="23813"/>
          </a:xfrm>
          <a:prstGeom xmlns:a="http://schemas.openxmlformats.org/drawingml/2006/main" prst="bentConnector3">
            <a:avLst>
              <a:gd name="adj1" fmla="val 50000"/>
            </a:avLst>
          </a:prstGeom>
          <a:ln xmlns:a="http://schemas.openxmlformats.org/drawingml/2006/main" w="19050">
            <a:solidFill>
              <a:srgbClr val="236487"/>
            </a:solidFill>
            <a:prstDash val="solid"/>
            <a:tailEnd type="arrow" w="med" len="med"/>
          </a:ln>
        </p:spPr>
      </p:cxnSp>
      <p:cxnSp>
        <p:nvCxnSpPr>
          <p:cNvPr id="8" name="">
            <a:extLst xmlns:a="http://schemas.openxmlformats.org/drawingml/2006/main">
              <a:ext uri="{FF2B5EF4-FFF2-40B4-BE49-F238E27FC236}">
                <a16:creationId xmlns:a16="http://schemas.microsoft.com/office/drawing/2014/main" id="{3D0A10E6-F12D-4F5D-9360-6BFFD0A0C32D}"/>
              </a:ext>
            </a:extLst>
          </p:cNvPr>
          <p:cNvCxnSpPr>
            <a:stCxn xmlns:a="http://schemas.openxmlformats.org/drawingml/2006/main" id="4" idx="3"/>
            <a:endCxn xmlns:a="http://schemas.openxmlformats.org/drawingml/2006/main" id="7" idx="1"/>
          </p:cNvCxnSpPr>
          <p:nvPr/>
        </p:nvCxnSpPr>
        <p:spPr>
          <a:xfrm xmlns:a="http://schemas.openxmlformats.org/drawingml/2006/main">
            <a:off x="7620000" y="2128838"/>
            <a:ext cx="1343025" cy="1290638"/>
          </a:xfrm>
          <a:prstGeom xmlns:a="http://schemas.openxmlformats.org/drawingml/2006/main" prst="bentConnector3">
            <a:avLst>
              <a:gd name="adj1" fmla="val 50000"/>
            </a:avLst>
          </a:prstGeom>
          <a:ln xmlns:a="http://schemas.openxmlformats.org/drawingml/2006/main" w="19050">
            <a:solidFill>
              <a:srgbClr val="236487"/>
            </a:solidFill>
            <a:prstDash val="solid"/>
            <a:tailEnd type="arrow" w="med" len="med"/>
          </a:ln>
        </p:spPr>
      </p:cxnSp>
      <p:sp>
        <p:nvSpPr>
          <p:cNvPr id="12" name="headline">
            <a:extLst xmlns:a="http://schemas.openxmlformats.org/drawingml/2006/main">
              <a:ext uri="{FF2B5EF4-FFF2-40B4-BE49-F238E27FC236}">
                <a16:creationId xmlns:a16="http://schemas.microsoft.com/office/drawing/2014/main" id="{73C1B72B-B485-4F99-8B79-35D9B85CB30F}"/>
              </a:ext>
            </a:extLst>
          </p:cNvPr>
          <p:cNvSpPr>
            <a:spLocks xmlns:a="http://schemas.openxmlformats.org/drawingml/2006/main" noGrp="1"/>
          </p:cNvSpPr>
          <p:nvPr/>
        </p:nvSpPr>
        <p:spPr>
          <a:xfrm xmlns:a="http://schemas.openxmlformats.org/drawingml/2006/main">
            <a:off x="590550" y="333375"/>
            <a:ext cx="1095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72B3A"/>
                </a:solidFill>
                <a:latin typeface="IPAexGothic"/>
                <a:ea typeface="IPAexGothic"/>
                <a:cs typeface="IPAexGothic"/>
              </a:defRPr>
            </a:defPPr>
            <a:lvl1pPr algn="l">
              <a:buNone/>
              <a:defRPr sz="3300" b="1">
                <a:solidFill>
                  <a:srgbClr val="172B3A"/>
                </a:solidFill>
                <a:latin typeface="IPAexGothic"/>
                <a:ea typeface="IPAexGothic"/>
                <a:cs typeface="IPAexGothic"/>
              </a:defRPr>
            </a:lvl1pPr>
            <a:lvl2pPr algn="l">
              <a:buNone/>
              <a:defRPr sz="3300" b="1">
                <a:solidFill>
                  <a:srgbClr val="172B3A"/>
                </a:solidFill>
                <a:latin typeface="IPAexGothic"/>
                <a:ea typeface="IPAexGothic"/>
                <a:cs typeface="IPAexGothic"/>
              </a:defRPr>
            </a:lvl2pPr>
            <a:lvl3pPr algn="l">
              <a:buNone/>
              <a:defRPr sz="3300" b="1">
                <a:solidFill>
                  <a:srgbClr val="172B3A"/>
                </a:solidFill>
                <a:latin typeface="IPAexGothic"/>
                <a:ea typeface="IPAexGothic"/>
                <a:cs typeface="IPAexGothic"/>
              </a:defRPr>
            </a:lvl3pPr>
            <a:lvl4pPr algn="l">
              <a:buNone/>
              <a:defRPr sz="3300" b="1">
                <a:solidFill>
                  <a:srgbClr val="172B3A"/>
                </a:solidFill>
                <a:latin typeface="IPAexGothic"/>
                <a:ea typeface="IPAexGothic"/>
                <a:cs typeface="IPAexGothic"/>
              </a:defRPr>
            </a:lvl4pPr>
            <a:lvl5pPr algn="l">
              <a:buNone/>
              <a:defRPr sz="3300" b="1">
                <a:solidFill>
                  <a:srgbClr val="172B3A"/>
                </a:solidFill>
                <a:latin typeface="IPAexGothic"/>
                <a:ea typeface="IPAexGothic"/>
                <a:cs typeface="IPAexGothic"/>
              </a:defRPr>
            </a:lvl5pPr>
            <a:lvl6pPr algn="l">
              <a:buNone/>
              <a:defRPr sz="3300" b="1">
                <a:solidFill>
                  <a:srgbClr val="172B3A"/>
                </a:solidFill>
                <a:latin typeface="IPAexGothic"/>
                <a:ea typeface="IPAexGothic"/>
                <a:cs typeface="IPAexGothic"/>
              </a:defRPr>
            </a:lvl6pPr>
            <a:lvl7pPr algn="l">
              <a:buNone/>
              <a:defRPr sz="3300" b="1">
                <a:solidFill>
                  <a:srgbClr val="172B3A"/>
                </a:solidFill>
                <a:latin typeface="IPAexGothic"/>
                <a:ea typeface="IPAexGothic"/>
                <a:cs typeface="IPAexGothic"/>
              </a:defRPr>
            </a:lvl7pPr>
            <a:lvl8pPr algn="l">
              <a:buNone/>
              <a:defRPr sz="3300" b="1">
                <a:solidFill>
                  <a:srgbClr val="172B3A"/>
                </a:solidFill>
                <a:latin typeface="IPAexGothic"/>
                <a:ea typeface="IPAexGothic"/>
                <a:cs typeface="IPAexGothic"/>
              </a:defRPr>
            </a:lvl8pPr>
            <a:lvl9pPr algn="l">
              <a:buNone/>
              <a:defRPr sz="3300" b="1">
                <a:solidFill>
                  <a:srgbClr val="172B3A"/>
                </a:solidFill>
                <a:latin typeface="IPAexGothic"/>
                <a:ea typeface="IPAexGothic"/>
                <a:cs typeface="IPAexGothic"/>
              </a:defRPr>
            </a:lvl9pPr>
          </a:lstStyle>
          <a:p xmlns:a="http://schemas.openxmlformats.org/drawingml/2006/main">
            <a:pPr algn="l">
              <a:buNone/>
              <a:defRPr sz="3300" b="1">
                <a:solidFill>
                  <a:srgbClr val="172B3A"/>
                </a:solidFill>
                <a:latin typeface="IPAexGothic"/>
                <a:ea typeface="IPAexGothic"/>
                <a:cs typeface="IPAexGothic"/>
              </a:defRPr>
            </a:pPr>
            <a:r>
              <a:rPr sz="3300" b="1">
                <a:solidFill>
                  <a:srgbClr val="172B3A"/>
                </a:solidFill>
                <a:latin typeface="IPAexGothic"/>
                <a:ea typeface="IPAexGothic"/>
                <a:cs typeface="IPAexGothic"/>
              </a:rPr>
              <a:t>⑤ 削除を許可する三つの評価</a:t>
            </a:r>
          </a:p>
        </p:txBody>
      </p:sp>
      <p:sp>
        <p:nvSpPr>
          <p:cNvPr id="2" name="summary">
            <a:extLst xmlns:a="http://schemas.openxmlformats.org/drawingml/2006/main">
              <a:ext uri="{FF2B5EF4-FFF2-40B4-BE49-F238E27FC236}">
                <a16:creationId xmlns:a16="http://schemas.microsoft.com/office/drawing/2014/main" id="{2B5715CB-0E19-4545-BCAC-52E3B180C4DC}"/>
              </a:ext>
            </a:extLst>
          </p:cNvPr>
          <p:cNvSpPr>
            <a:spLocks xmlns:a="http://schemas.openxmlformats.org/drawingml/2006/main" noGrp="1"/>
          </p:cNvSpPr>
          <p:nvPr/>
        </p:nvSpPr>
        <p:spPr>
          <a:xfrm xmlns:a="http://schemas.openxmlformats.org/drawingml/2006/main">
            <a:off x="609600" y="1028700"/>
            <a:ext cx="10896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86872"/>
                </a:solidFill>
                <a:latin typeface="IPAexGothic"/>
                <a:ea typeface="IPAexGothic"/>
                <a:cs typeface="IPAexGothic"/>
              </a:defRPr>
            </a:defPPr>
            <a:lvl1pPr algn="l">
              <a:buNone/>
              <a:defRPr sz="1800" b="0">
                <a:solidFill>
                  <a:srgbClr val="586872"/>
                </a:solidFill>
                <a:latin typeface="IPAexGothic"/>
                <a:ea typeface="IPAexGothic"/>
                <a:cs typeface="IPAexGothic"/>
              </a:defRPr>
            </a:lvl1pPr>
            <a:lvl2pPr algn="l">
              <a:buNone/>
              <a:defRPr sz="1800" b="0">
                <a:solidFill>
                  <a:srgbClr val="586872"/>
                </a:solidFill>
                <a:latin typeface="IPAexGothic"/>
                <a:ea typeface="IPAexGothic"/>
                <a:cs typeface="IPAexGothic"/>
              </a:defRPr>
            </a:lvl2pPr>
            <a:lvl3pPr algn="l">
              <a:buNone/>
              <a:defRPr sz="1800" b="0">
                <a:solidFill>
                  <a:srgbClr val="586872"/>
                </a:solidFill>
                <a:latin typeface="IPAexGothic"/>
                <a:ea typeface="IPAexGothic"/>
                <a:cs typeface="IPAexGothic"/>
              </a:defRPr>
            </a:lvl3pPr>
            <a:lvl4pPr algn="l">
              <a:buNone/>
              <a:defRPr sz="1800" b="0">
                <a:solidFill>
                  <a:srgbClr val="586872"/>
                </a:solidFill>
                <a:latin typeface="IPAexGothic"/>
                <a:ea typeface="IPAexGothic"/>
                <a:cs typeface="IPAexGothic"/>
              </a:defRPr>
            </a:lvl4pPr>
            <a:lvl5pPr algn="l">
              <a:buNone/>
              <a:defRPr sz="1800" b="0">
                <a:solidFill>
                  <a:srgbClr val="586872"/>
                </a:solidFill>
                <a:latin typeface="IPAexGothic"/>
                <a:ea typeface="IPAexGothic"/>
                <a:cs typeface="IPAexGothic"/>
              </a:defRPr>
            </a:lvl5pPr>
            <a:lvl6pPr algn="l">
              <a:buNone/>
              <a:defRPr sz="1800" b="0">
                <a:solidFill>
                  <a:srgbClr val="586872"/>
                </a:solidFill>
                <a:latin typeface="IPAexGothic"/>
                <a:ea typeface="IPAexGothic"/>
                <a:cs typeface="IPAexGothic"/>
              </a:defRPr>
            </a:lvl6pPr>
            <a:lvl7pPr algn="l">
              <a:buNone/>
              <a:defRPr sz="1800" b="0">
                <a:solidFill>
                  <a:srgbClr val="586872"/>
                </a:solidFill>
                <a:latin typeface="IPAexGothic"/>
                <a:ea typeface="IPAexGothic"/>
                <a:cs typeface="IPAexGothic"/>
              </a:defRPr>
            </a:lvl7pPr>
            <a:lvl8pPr algn="l">
              <a:buNone/>
              <a:defRPr sz="1800" b="0">
                <a:solidFill>
                  <a:srgbClr val="586872"/>
                </a:solidFill>
                <a:latin typeface="IPAexGothic"/>
                <a:ea typeface="IPAexGothic"/>
                <a:cs typeface="IPAexGothic"/>
              </a:defRPr>
            </a:lvl8pPr>
            <a:lvl9pPr algn="l">
              <a:buNone/>
              <a:defRPr sz="1800" b="0">
                <a:solidFill>
                  <a:srgbClr val="586872"/>
                </a:solidFill>
                <a:latin typeface="IPAexGothic"/>
                <a:ea typeface="IPAexGothic"/>
                <a:cs typeface="IPAexGothic"/>
              </a:defRPr>
            </a:lvl9pPr>
          </a:lstStyle>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統計的に確立していても、機械学習性能や残す元データが不十分なら削除しません。</a:t>
            </a:r>
          </a:p>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同じ版・モデル・運転条件について三評価がすべて合格したときだけ、余剰の典型を削除します。</a:t>
            </a:r>
          </a:p>
        </p:txBody>
      </p:sp>
      <p:sp>
        <p:nvSpPr>
          <p:cNvPr id="3" name="text-2">
            <a:extLst xmlns:a="http://schemas.openxmlformats.org/drawingml/2006/main">
              <a:ext uri="{FF2B5EF4-FFF2-40B4-BE49-F238E27FC236}">
                <a16:creationId xmlns:a16="http://schemas.microsoft.com/office/drawing/2014/main" id="{A0C98796-C724-4DA8-BB32-218A49EEB96E}"/>
              </a:ext>
            </a:extLst>
          </p:cNvPr>
          <p:cNvSpPr>
            <a:spLocks xmlns:a="http://schemas.openxmlformats.org/drawingml/2006/main" noGrp="1"/>
          </p:cNvSpPr>
          <p:nvPr/>
        </p:nvSpPr>
        <p:spPr>
          <a:xfrm xmlns:a="http://schemas.openxmlformats.org/drawingml/2006/main">
            <a:off x="11239500" y="644842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872"/>
                </a:solidFill>
                <a:latin typeface="IPAexGothic"/>
                <a:ea typeface="IPAexGothic"/>
                <a:cs typeface="IPAexGothic"/>
              </a:defRPr>
            </a:defPPr>
            <a:lvl1pPr algn="r">
              <a:buNone/>
              <a:defRPr sz="1275" b="0">
                <a:solidFill>
                  <a:srgbClr val="586872"/>
                </a:solidFill>
                <a:latin typeface="IPAexGothic"/>
                <a:ea typeface="IPAexGothic"/>
                <a:cs typeface="IPAexGothic"/>
              </a:defRPr>
            </a:lvl1pPr>
            <a:lvl2pPr algn="r">
              <a:buNone/>
              <a:defRPr sz="1275" b="0">
                <a:solidFill>
                  <a:srgbClr val="586872"/>
                </a:solidFill>
                <a:latin typeface="IPAexGothic"/>
                <a:ea typeface="IPAexGothic"/>
                <a:cs typeface="IPAexGothic"/>
              </a:defRPr>
            </a:lvl2pPr>
            <a:lvl3pPr algn="r">
              <a:buNone/>
              <a:defRPr sz="1275" b="0">
                <a:solidFill>
                  <a:srgbClr val="586872"/>
                </a:solidFill>
                <a:latin typeface="IPAexGothic"/>
                <a:ea typeface="IPAexGothic"/>
                <a:cs typeface="IPAexGothic"/>
              </a:defRPr>
            </a:lvl3pPr>
            <a:lvl4pPr algn="r">
              <a:buNone/>
              <a:defRPr sz="1275" b="0">
                <a:solidFill>
                  <a:srgbClr val="586872"/>
                </a:solidFill>
                <a:latin typeface="IPAexGothic"/>
                <a:ea typeface="IPAexGothic"/>
                <a:cs typeface="IPAexGothic"/>
              </a:defRPr>
            </a:lvl4pPr>
            <a:lvl5pPr algn="r">
              <a:buNone/>
              <a:defRPr sz="1275" b="0">
                <a:solidFill>
                  <a:srgbClr val="586872"/>
                </a:solidFill>
                <a:latin typeface="IPAexGothic"/>
                <a:ea typeface="IPAexGothic"/>
                <a:cs typeface="IPAexGothic"/>
              </a:defRPr>
            </a:lvl5pPr>
            <a:lvl6pPr algn="r">
              <a:buNone/>
              <a:defRPr sz="1275" b="0">
                <a:solidFill>
                  <a:srgbClr val="586872"/>
                </a:solidFill>
                <a:latin typeface="IPAexGothic"/>
                <a:ea typeface="IPAexGothic"/>
                <a:cs typeface="IPAexGothic"/>
              </a:defRPr>
            </a:lvl6pPr>
            <a:lvl7pPr algn="r">
              <a:buNone/>
              <a:defRPr sz="1275" b="0">
                <a:solidFill>
                  <a:srgbClr val="586872"/>
                </a:solidFill>
                <a:latin typeface="IPAexGothic"/>
                <a:ea typeface="IPAexGothic"/>
                <a:cs typeface="IPAexGothic"/>
              </a:defRPr>
            </a:lvl7pPr>
            <a:lvl8pPr algn="r">
              <a:buNone/>
              <a:defRPr sz="1275" b="0">
                <a:solidFill>
                  <a:srgbClr val="586872"/>
                </a:solidFill>
                <a:latin typeface="IPAexGothic"/>
                <a:ea typeface="IPAexGothic"/>
                <a:cs typeface="IPAexGothic"/>
              </a:defRPr>
            </a:lvl8pPr>
            <a:lvl9pPr algn="r">
              <a:buNone/>
              <a:defRPr sz="1275" b="0">
                <a:solidFill>
                  <a:srgbClr val="586872"/>
                </a:solidFill>
                <a:latin typeface="IPAexGothic"/>
                <a:ea typeface="IPAexGothic"/>
                <a:cs typeface="IPAexGothic"/>
              </a:defRPr>
            </a:lvl9pPr>
          </a:lstStyle>
          <a:p xmlns:a="http://schemas.openxmlformats.org/drawingml/2006/main">
            <a:pPr algn="r">
              <a:buNone/>
              <a:defRPr sz="1275" b="0">
                <a:solidFill>
                  <a:srgbClr val="586872"/>
                </a:solidFill>
                <a:latin typeface="IPAexGothic"/>
                <a:ea typeface="IPAexGothic"/>
                <a:cs typeface="IPAexGothic"/>
              </a:defRPr>
            </a:pPr>
            <a:r>
              <a:rPr sz="1275" b="0">
                <a:solidFill>
                  <a:srgbClr val="586872"/>
                </a:solidFill>
                <a:latin typeface="IPAexGothic"/>
                <a:ea typeface="IPAexGothic"/>
                <a:cs typeface="IPAexGothic"/>
              </a:rPr>
              <a:t>28</a:t>
            </a:r>
          </a:p>
        </p:txBody>
      </p:sp>
      <p:sp>
        <p:nvSpPr>
          <p:cNvPr id="4" name="diagram-3">
            <a:extLst xmlns:a="http://schemas.openxmlformats.org/drawingml/2006/main">
              <a:ext uri="{FF2B5EF4-FFF2-40B4-BE49-F238E27FC236}">
                <a16:creationId xmlns:a16="http://schemas.microsoft.com/office/drawing/2014/main" id="{5F24F6A7-24EB-4FC5-B73A-7D2D31453FCD}"/>
              </a:ext>
            </a:extLst>
          </p:cNvPr>
          <p:cNvSpPr>
            <a:spLocks xmlns:a="http://schemas.openxmlformats.org/drawingml/2006/main" noGrp="1"/>
          </p:cNvSpPr>
          <p:nvPr/>
        </p:nvSpPr>
        <p:spPr>
          <a:xfrm xmlns:a="http://schemas.openxmlformats.org/drawingml/2006/main">
            <a:off x="619125" y="1685925"/>
            <a:ext cx="7000875" cy="885825"/>
          </a:xfrm>
          <a:prstGeom xmlns:a="http://schemas.openxmlformats.org/drawingml/2006/main" prst="rect">
            <a:avLst/>
          </a:prstGeom>
          <a:solidFill xmlns:a="http://schemas.openxmlformats.org/drawingml/2006/main">
            <a:srgbClr val="EAF1F5"/>
          </a:solidFill>
          <a:ln xmlns:a="http://schemas.openxmlformats.org/drawingml/2006/main" w="14288">
            <a:solidFill>
              <a:srgbClr val="236487"/>
            </a:solidFill>
            <a:prstDash val="solid"/>
          </a:ln>
        </p:spPr>
        <p:txBody>
          <a:bodyPr xmlns:a="http://schemas.openxmlformats.org/drawingml/2006/main" wrap="square" lIns="114300" tIns="114300" rIns="114300" bIns="114300" anchor="ctr">
            <a:noAutofit/>
          </a:bodyPr>
          <a:lstStyle xmlns:a="http://schemas.openxmlformats.org/drawingml/2006/main">
            <a:defPPr algn="ctr">
              <a:defRPr sz="2100" b="0">
                <a:solidFill>
                  <a:srgbClr val="172B3A"/>
                </a:solidFill>
                <a:latin typeface="IPAexGothic"/>
                <a:ea typeface="IPAexGothic"/>
                <a:cs typeface="IPAexGothic"/>
              </a:defRPr>
            </a:defPPr>
            <a:lvl1pPr algn="ctr">
              <a:buNone/>
              <a:defRPr sz="2100" b="0">
                <a:solidFill>
                  <a:srgbClr val="172B3A"/>
                </a:solidFill>
                <a:latin typeface="IPAexGothic"/>
                <a:ea typeface="IPAexGothic"/>
                <a:cs typeface="IPAexGothic"/>
              </a:defRPr>
            </a:lvl1pPr>
            <a:lvl2pPr algn="ctr">
              <a:buNone/>
              <a:defRPr sz="2100" b="0">
                <a:solidFill>
                  <a:srgbClr val="172B3A"/>
                </a:solidFill>
                <a:latin typeface="IPAexGothic"/>
                <a:ea typeface="IPAexGothic"/>
                <a:cs typeface="IPAexGothic"/>
              </a:defRPr>
            </a:lvl2pPr>
            <a:lvl3pPr algn="ctr">
              <a:buNone/>
              <a:defRPr sz="2100" b="0">
                <a:solidFill>
                  <a:srgbClr val="172B3A"/>
                </a:solidFill>
                <a:latin typeface="IPAexGothic"/>
                <a:ea typeface="IPAexGothic"/>
                <a:cs typeface="IPAexGothic"/>
              </a:defRPr>
            </a:lvl3pPr>
            <a:lvl4pPr algn="ctr">
              <a:buNone/>
              <a:defRPr sz="2100" b="0">
                <a:solidFill>
                  <a:srgbClr val="172B3A"/>
                </a:solidFill>
                <a:latin typeface="IPAexGothic"/>
                <a:ea typeface="IPAexGothic"/>
                <a:cs typeface="IPAexGothic"/>
              </a:defRPr>
            </a:lvl4pPr>
            <a:lvl5pPr algn="ctr">
              <a:buNone/>
              <a:defRPr sz="2100" b="0">
                <a:solidFill>
                  <a:srgbClr val="172B3A"/>
                </a:solidFill>
                <a:latin typeface="IPAexGothic"/>
                <a:ea typeface="IPAexGothic"/>
                <a:cs typeface="IPAexGothic"/>
              </a:defRPr>
            </a:lvl5pPr>
            <a:lvl6pPr algn="ctr">
              <a:buNone/>
              <a:defRPr sz="2100" b="0">
                <a:solidFill>
                  <a:srgbClr val="172B3A"/>
                </a:solidFill>
                <a:latin typeface="IPAexGothic"/>
                <a:ea typeface="IPAexGothic"/>
                <a:cs typeface="IPAexGothic"/>
              </a:defRPr>
            </a:lvl6pPr>
            <a:lvl7pPr algn="ctr">
              <a:buNone/>
              <a:defRPr sz="2100" b="0">
                <a:solidFill>
                  <a:srgbClr val="172B3A"/>
                </a:solidFill>
                <a:latin typeface="IPAexGothic"/>
                <a:ea typeface="IPAexGothic"/>
                <a:cs typeface="IPAexGothic"/>
              </a:defRPr>
            </a:lvl7pPr>
            <a:lvl8pPr algn="ctr">
              <a:buNone/>
              <a:defRPr sz="2100" b="0">
                <a:solidFill>
                  <a:srgbClr val="172B3A"/>
                </a:solidFill>
                <a:latin typeface="IPAexGothic"/>
                <a:ea typeface="IPAexGothic"/>
                <a:cs typeface="IPAexGothic"/>
              </a:defRPr>
            </a:lvl8pPr>
            <a:lvl9pPr algn="ctr">
              <a:buNone/>
              <a:defRPr sz="2100" b="0">
                <a:solidFill>
                  <a:srgbClr val="172B3A"/>
                </a:solidFill>
                <a:latin typeface="IPAexGothic"/>
                <a:ea typeface="IPAexGothic"/>
                <a:cs typeface="IPAexGothic"/>
              </a:defRPr>
            </a:lvl9pPr>
          </a:lstStyle>
          <a:p xmlns:a="http://schemas.openxmlformats.org/drawingml/2006/main">
            <a:pPr algn="ctr">
              <a:buNone/>
              <a:defRPr sz="2100" b="0">
                <a:solidFill>
                  <a:srgbClr val="172B3A"/>
                </a:solidFill>
                <a:latin typeface="IPAexGothic"/>
                <a:ea typeface="IPAexGothic"/>
                <a:cs typeface="IPAexGothic"/>
              </a:defRPr>
            </a:pPr>
            <a:r>
              <a:rPr sz="2100" b="0">
                <a:solidFill>
                  <a:srgbClr val="172B3A"/>
                </a:solidFill>
                <a:latin typeface="IPAexGothic"/>
                <a:ea typeface="IPAexGothic"/>
                <a:cs typeface="IPAexGothic"/>
              </a:rPr>
              <a:t>統計的な確立度</a:t>
            </a:r>
          </a:p>
          <a:p xmlns:a="http://schemas.openxmlformats.org/drawingml/2006/main">
            <a:pPr algn="ctr">
              <a:buNone/>
              <a:defRPr sz="2100" b="0">
                <a:solidFill>
                  <a:srgbClr val="172B3A"/>
                </a:solidFill>
                <a:latin typeface="IPAexGothic"/>
                <a:ea typeface="IPAexGothic"/>
                <a:cs typeface="IPAexGothic"/>
              </a:defRPr>
            </a:pPr>
            <a:r>
              <a:rPr sz="2100" b="0">
                <a:solidFill>
                  <a:srgbClr val="172B3A"/>
                </a:solidFill>
                <a:latin typeface="IPAexGothic"/>
                <a:ea typeface="IPAexGothic"/>
                <a:cs typeface="IPAexGothic"/>
              </a:rPr>
              <a:t>出現数、不確かさ、再現性</a:t>
            </a:r>
          </a:p>
        </p:txBody>
      </p:sp>
      <p:sp>
        <p:nvSpPr>
          <p:cNvPr id="5" name="diagram-4">
            <a:extLst xmlns:a="http://schemas.openxmlformats.org/drawingml/2006/main">
              <a:ext uri="{FF2B5EF4-FFF2-40B4-BE49-F238E27FC236}">
                <a16:creationId xmlns:a16="http://schemas.microsoft.com/office/drawing/2014/main" id="{D05D18C3-49E7-421D-8E7F-DF88924DD5B3}"/>
              </a:ext>
            </a:extLst>
          </p:cNvPr>
          <p:cNvSpPr>
            <a:spLocks xmlns:a="http://schemas.openxmlformats.org/drawingml/2006/main" noGrp="1"/>
          </p:cNvSpPr>
          <p:nvPr/>
        </p:nvSpPr>
        <p:spPr>
          <a:xfrm xmlns:a="http://schemas.openxmlformats.org/drawingml/2006/main">
            <a:off x="619125" y="2952750"/>
            <a:ext cx="7000875" cy="885825"/>
          </a:xfrm>
          <a:prstGeom xmlns:a="http://schemas.openxmlformats.org/drawingml/2006/main" prst="rect">
            <a:avLst/>
          </a:prstGeom>
          <a:solidFill xmlns:a="http://schemas.openxmlformats.org/drawingml/2006/main">
            <a:srgbClr val="EAF1F5"/>
          </a:solidFill>
          <a:ln xmlns:a="http://schemas.openxmlformats.org/drawingml/2006/main" w="14288">
            <a:solidFill>
              <a:srgbClr val="236487"/>
            </a:solidFill>
            <a:prstDash val="solid"/>
          </a:ln>
        </p:spPr>
        <p:txBody>
          <a:bodyPr xmlns:a="http://schemas.openxmlformats.org/drawingml/2006/main" wrap="square" lIns="114300" tIns="114300" rIns="114300" bIns="114300" anchor="ctr">
            <a:noAutofit/>
          </a:bodyPr>
          <a:lstStyle xmlns:a="http://schemas.openxmlformats.org/drawingml/2006/main">
            <a:defPPr algn="ctr">
              <a:defRPr sz="2100" b="0">
                <a:solidFill>
                  <a:srgbClr val="172B3A"/>
                </a:solidFill>
                <a:latin typeface="IPAexGothic"/>
                <a:ea typeface="IPAexGothic"/>
                <a:cs typeface="IPAexGothic"/>
              </a:defRPr>
            </a:defPPr>
            <a:lvl1pPr algn="ctr">
              <a:buNone/>
              <a:defRPr sz="2100" b="0">
                <a:solidFill>
                  <a:srgbClr val="172B3A"/>
                </a:solidFill>
                <a:latin typeface="IPAexGothic"/>
                <a:ea typeface="IPAexGothic"/>
                <a:cs typeface="IPAexGothic"/>
              </a:defRPr>
            </a:lvl1pPr>
            <a:lvl2pPr algn="ctr">
              <a:buNone/>
              <a:defRPr sz="2100" b="0">
                <a:solidFill>
                  <a:srgbClr val="172B3A"/>
                </a:solidFill>
                <a:latin typeface="IPAexGothic"/>
                <a:ea typeface="IPAexGothic"/>
                <a:cs typeface="IPAexGothic"/>
              </a:defRPr>
            </a:lvl2pPr>
            <a:lvl3pPr algn="ctr">
              <a:buNone/>
              <a:defRPr sz="2100" b="0">
                <a:solidFill>
                  <a:srgbClr val="172B3A"/>
                </a:solidFill>
                <a:latin typeface="IPAexGothic"/>
                <a:ea typeface="IPAexGothic"/>
                <a:cs typeface="IPAexGothic"/>
              </a:defRPr>
            </a:lvl3pPr>
            <a:lvl4pPr algn="ctr">
              <a:buNone/>
              <a:defRPr sz="2100" b="0">
                <a:solidFill>
                  <a:srgbClr val="172B3A"/>
                </a:solidFill>
                <a:latin typeface="IPAexGothic"/>
                <a:ea typeface="IPAexGothic"/>
                <a:cs typeface="IPAexGothic"/>
              </a:defRPr>
            </a:lvl4pPr>
            <a:lvl5pPr algn="ctr">
              <a:buNone/>
              <a:defRPr sz="2100" b="0">
                <a:solidFill>
                  <a:srgbClr val="172B3A"/>
                </a:solidFill>
                <a:latin typeface="IPAexGothic"/>
                <a:ea typeface="IPAexGothic"/>
                <a:cs typeface="IPAexGothic"/>
              </a:defRPr>
            </a:lvl5pPr>
            <a:lvl6pPr algn="ctr">
              <a:buNone/>
              <a:defRPr sz="2100" b="0">
                <a:solidFill>
                  <a:srgbClr val="172B3A"/>
                </a:solidFill>
                <a:latin typeface="IPAexGothic"/>
                <a:ea typeface="IPAexGothic"/>
                <a:cs typeface="IPAexGothic"/>
              </a:defRPr>
            </a:lvl6pPr>
            <a:lvl7pPr algn="ctr">
              <a:buNone/>
              <a:defRPr sz="2100" b="0">
                <a:solidFill>
                  <a:srgbClr val="172B3A"/>
                </a:solidFill>
                <a:latin typeface="IPAexGothic"/>
                <a:ea typeface="IPAexGothic"/>
                <a:cs typeface="IPAexGothic"/>
              </a:defRPr>
            </a:lvl7pPr>
            <a:lvl8pPr algn="ctr">
              <a:buNone/>
              <a:defRPr sz="2100" b="0">
                <a:solidFill>
                  <a:srgbClr val="172B3A"/>
                </a:solidFill>
                <a:latin typeface="IPAexGothic"/>
                <a:ea typeface="IPAexGothic"/>
                <a:cs typeface="IPAexGothic"/>
              </a:defRPr>
            </a:lvl8pPr>
            <a:lvl9pPr algn="ctr">
              <a:buNone/>
              <a:defRPr sz="2100" b="0">
                <a:solidFill>
                  <a:srgbClr val="172B3A"/>
                </a:solidFill>
                <a:latin typeface="IPAexGothic"/>
                <a:ea typeface="IPAexGothic"/>
                <a:cs typeface="IPAexGothic"/>
              </a:defRPr>
            </a:lvl9pPr>
          </a:lstStyle>
          <a:p xmlns:a="http://schemas.openxmlformats.org/drawingml/2006/main">
            <a:pPr algn="ctr">
              <a:buNone/>
              <a:defRPr sz="2100" b="0">
                <a:solidFill>
                  <a:srgbClr val="172B3A"/>
                </a:solidFill>
                <a:latin typeface="IPAexGothic"/>
                <a:ea typeface="IPAexGothic"/>
                <a:cs typeface="IPAexGothic"/>
              </a:defRPr>
            </a:pPr>
            <a:r>
              <a:rPr sz="2100" b="0">
                <a:solidFill>
                  <a:srgbClr val="172B3A"/>
                </a:solidFill>
                <a:latin typeface="IPAexGothic"/>
                <a:ea typeface="IPAexGothic"/>
                <a:cs typeface="IPAexGothic"/>
              </a:rPr>
              <a:t>機械学習の代替可能性</a:t>
            </a:r>
          </a:p>
          <a:p xmlns:a="http://schemas.openxmlformats.org/drawingml/2006/main">
            <a:pPr algn="ctr">
              <a:buNone/>
              <a:defRPr sz="2100" b="0">
                <a:solidFill>
                  <a:srgbClr val="172B3A"/>
                </a:solidFill>
                <a:latin typeface="IPAexGothic"/>
                <a:ea typeface="IPAexGothic"/>
                <a:cs typeface="IPAexGothic"/>
              </a:defRPr>
            </a:pPr>
            <a:r>
              <a:rPr sz="2100" b="0">
                <a:solidFill>
                  <a:srgbClr val="172B3A"/>
                </a:solidFill>
                <a:latin typeface="IPAexGothic"/>
                <a:ea typeface="IPAexGothic"/>
                <a:cs typeface="IPAexGothic"/>
              </a:rPr>
              <a:t>出現情報への置換で性能を維持</a:t>
            </a:r>
          </a:p>
        </p:txBody>
      </p:sp>
      <p:sp>
        <p:nvSpPr>
          <p:cNvPr id="6" name="diagram-5">
            <a:extLst xmlns:a="http://schemas.openxmlformats.org/drawingml/2006/main">
              <a:ext uri="{FF2B5EF4-FFF2-40B4-BE49-F238E27FC236}">
                <a16:creationId xmlns:a16="http://schemas.microsoft.com/office/drawing/2014/main" id="{7C35041F-3159-4057-AD98-5E49A5DFCBC0}"/>
              </a:ext>
            </a:extLst>
          </p:cNvPr>
          <p:cNvSpPr>
            <a:spLocks xmlns:a="http://schemas.openxmlformats.org/drawingml/2006/main" noGrp="1"/>
          </p:cNvSpPr>
          <p:nvPr/>
        </p:nvSpPr>
        <p:spPr>
          <a:xfrm xmlns:a="http://schemas.openxmlformats.org/drawingml/2006/main">
            <a:off x="619125" y="4219575"/>
            <a:ext cx="7000875" cy="885825"/>
          </a:xfrm>
          <a:prstGeom xmlns:a="http://schemas.openxmlformats.org/drawingml/2006/main" prst="rect">
            <a:avLst/>
          </a:prstGeom>
          <a:solidFill xmlns:a="http://schemas.openxmlformats.org/drawingml/2006/main">
            <a:srgbClr val="EAF1F5"/>
          </a:solidFill>
          <a:ln xmlns:a="http://schemas.openxmlformats.org/drawingml/2006/main" w="14288">
            <a:solidFill>
              <a:srgbClr val="236487"/>
            </a:solidFill>
            <a:prstDash val="solid"/>
          </a:ln>
        </p:spPr>
        <p:txBody>
          <a:bodyPr xmlns:a="http://schemas.openxmlformats.org/drawingml/2006/main" wrap="square" lIns="114300" tIns="114300" rIns="114300" bIns="114300" anchor="ctr">
            <a:noAutofit/>
          </a:bodyPr>
          <a:lstStyle xmlns:a="http://schemas.openxmlformats.org/drawingml/2006/main">
            <a:defPPr algn="ctr">
              <a:defRPr sz="2100" b="0">
                <a:solidFill>
                  <a:srgbClr val="172B3A"/>
                </a:solidFill>
                <a:latin typeface="IPAexGothic"/>
                <a:ea typeface="IPAexGothic"/>
                <a:cs typeface="IPAexGothic"/>
              </a:defRPr>
            </a:defPPr>
            <a:lvl1pPr algn="ctr">
              <a:buNone/>
              <a:defRPr sz="2100" b="0">
                <a:solidFill>
                  <a:srgbClr val="172B3A"/>
                </a:solidFill>
                <a:latin typeface="IPAexGothic"/>
                <a:ea typeface="IPAexGothic"/>
                <a:cs typeface="IPAexGothic"/>
              </a:defRPr>
            </a:lvl1pPr>
            <a:lvl2pPr algn="ctr">
              <a:buNone/>
              <a:defRPr sz="2100" b="0">
                <a:solidFill>
                  <a:srgbClr val="172B3A"/>
                </a:solidFill>
                <a:latin typeface="IPAexGothic"/>
                <a:ea typeface="IPAexGothic"/>
                <a:cs typeface="IPAexGothic"/>
              </a:defRPr>
            </a:lvl2pPr>
            <a:lvl3pPr algn="ctr">
              <a:buNone/>
              <a:defRPr sz="2100" b="0">
                <a:solidFill>
                  <a:srgbClr val="172B3A"/>
                </a:solidFill>
                <a:latin typeface="IPAexGothic"/>
                <a:ea typeface="IPAexGothic"/>
                <a:cs typeface="IPAexGothic"/>
              </a:defRPr>
            </a:lvl3pPr>
            <a:lvl4pPr algn="ctr">
              <a:buNone/>
              <a:defRPr sz="2100" b="0">
                <a:solidFill>
                  <a:srgbClr val="172B3A"/>
                </a:solidFill>
                <a:latin typeface="IPAexGothic"/>
                <a:ea typeface="IPAexGothic"/>
                <a:cs typeface="IPAexGothic"/>
              </a:defRPr>
            </a:lvl4pPr>
            <a:lvl5pPr algn="ctr">
              <a:buNone/>
              <a:defRPr sz="2100" b="0">
                <a:solidFill>
                  <a:srgbClr val="172B3A"/>
                </a:solidFill>
                <a:latin typeface="IPAexGothic"/>
                <a:ea typeface="IPAexGothic"/>
                <a:cs typeface="IPAexGothic"/>
              </a:defRPr>
            </a:lvl5pPr>
            <a:lvl6pPr algn="ctr">
              <a:buNone/>
              <a:defRPr sz="2100" b="0">
                <a:solidFill>
                  <a:srgbClr val="172B3A"/>
                </a:solidFill>
                <a:latin typeface="IPAexGothic"/>
                <a:ea typeface="IPAexGothic"/>
                <a:cs typeface="IPAexGothic"/>
              </a:defRPr>
            </a:lvl6pPr>
            <a:lvl7pPr algn="ctr">
              <a:buNone/>
              <a:defRPr sz="2100" b="0">
                <a:solidFill>
                  <a:srgbClr val="172B3A"/>
                </a:solidFill>
                <a:latin typeface="IPAexGothic"/>
                <a:ea typeface="IPAexGothic"/>
                <a:cs typeface="IPAexGothic"/>
              </a:defRPr>
            </a:lvl7pPr>
            <a:lvl8pPr algn="ctr">
              <a:buNone/>
              <a:defRPr sz="2100" b="0">
                <a:solidFill>
                  <a:srgbClr val="172B3A"/>
                </a:solidFill>
                <a:latin typeface="IPAexGothic"/>
                <a:ea typeface="IPAexGothic"/>
                <a:cs typeface="IPAexGothic"/>
              </a:defRPr>
            </a:lvl8pPr>
            <a:lvl9pPr algn="ctr">
              <a:buNone/>
              <a:defRPr sz="2100" b="0">
                <a:solidFill>
                  <a:srgbClr val="172B3A"/>
                </a:solidFill>
                <a:latin typeface="IPAexGothic"/>
                <a:ea typeface="IPAexGothic"/>
                <a:cs typeface="IPAexGothic"/>
              </a:defRPr>
            </a:lvl9pPr>
          </a:lstStyle>
          <a:p xmlns:a="http://schemas.openxmlformats.org/drawingml/2006/main">
            <a:pPr algn="ctr">
              <a:buNone/>
              <a:defRPr sz="2100" b="0">
                <a:solidFill>
                  <a:srgbClr val="172B3A"/>
                </a:solidFill>
                <a:latin typeface="IPAexGothic"/>
                <a:ea typeface="IPAexGothic"/>
                <a:cs typeface="IPAexGothic"/>
              </a:defRPr>
            </a:pPr>
            <a:r>
              <a:rPr sz="2100" b="0">
                <a:solidFill>
                  <a:srgbClr val="172B3A"/>
                </a:solidFill>
                <a:latin typeface="IPAexGothic"/>
                <a:ea typeface="IPAexGothic"/>
                <a:cs typeface="IPAexGothic"/>
              </a:rPr>
              <a:t>最低保持数と保持構成</a:t>
            </a:r>
          </a:p>
          <a:p xmlns:a="http://schemas.openxmlformats.org/drawingml/2006/main">
            <a:pPr algn="ctr">
              <a:buNone/>
              <a:defRPr sz="2100" b="0">
                <a:solidFill>
                  <a:srgbClr val="172B3A"/>
                </a:solidFill>
                <a:latin typeface="IPAexGothic"/>
                <a:ea typeface="IPAexGothic"/>
                <a:cs typeface="IPAexGothic"/>
              </a:defRPr>
            </a:pPr>
            <a:r>
              <a:rPr sz="2100" b="0">
                <a:solidFill>
                  <a:srgbClr val="172B3A"/>
                </a:solidFill>
                <a:latin typeface="IPAexGothic"/>
                <a:ea typeface="IPAexGothic"/>
                <a:cs typeface="IPAexGothic"/>
              </a:rPr>
              <a:t>必要区分が削除後も残る</a:t>
            </a:r>
          </a:p>
        </p:txBody>
      </p:sp>
      <p:sp>
        <p:nvSpPr>
          <p:cNvPr id="7" name="diagram-6">
            <a:extLst xmlns:a="http://schemas.openxmlformats.org/drawingml/2006/main">
              <a:ext uri="{FF2B5EF4-FFF2-40B4-BE49-F238E27FC236}">
                <a16:creationId xmlns:a16="http://schemas.microsoft.com/office/drawing/2014/main" id="{4DC94F79-6819-4300-890D-A4665E9768A9}"/>
              </a:ext>
            </a:extLst>
          </p:cNvPr>
          <p:cNvSpPr>
            <a:spLocks xmlns:a="http://schemas.openxmlformats.org/drawingml/2006/main" noGrp="1"/>
          </p:cNvSpPr>
          <p:nvPr/>
        </p:nvSpPr>
        <p:spPr>
          <a:xfrm xmlns:a="http://schemas.openxmlformats.org/drawingml/2006/main">
            <a:off x="8963025" y="2705100"/>
            <a:ext cx="2609850" cy="1428750"/>
          </a:xfrm>
          <a:prstGeom xmlns:a="http://schemas.openxmlformats.org/drawingml/2006/main" prst="rect">
            <a:avLst/>
          </a:prstGeom>
          <a:solidFill xmlns:a="http://schemas.openxmlformats.org/drawingml/2006/main">
            <a:srgbClr val="E4F1ED"/>
          </a:solidFill>
          <a:ln xmlns:a="http://schemas.openxmlformats.org/drawingml/2006/main" w="14288">
            <a:solidFill>
              <a:srgbClr val="247C76"/>
            </a:solidFill>
            <a:prstDash val="solid"/>
          </a:ln>
        </p:spPr>
        <p:txBody>
          <a:bodyPr xmlns:a="http://schemas.openxmlformats.org/drawingml/2006/main" wrap="square" lIns="114300" tIns="114300" rIns="114300" bIns="114300" anchor="ctr">
            <a:noAutofit/>
          </a:bodyPr>
          <a:lstStyle xmlns:a="http://schemas.openxmlformats.org/drawingml/2006/main">
            <a:defPPr algn="ctr">
              <a:defRPr sz="2025" b="0">
                <a:solidFill>
                  <a:srgbClr val="172B3A"/>
                </a:solidFill>
                <a:latin typeface="IPAexGothic"/>
                <a:ea typeface="IPAexGothic"/>
                <a:cs typeface="IPAexGothic"/>
              </a:defRPr>
            </a:defPPr>
            <a:lvl1pPr algn="ctr">
              <a:buNone/>
              <a:defRPr sz="2025" b="0">
                <a:solidFill>
                  <a:srgbClr val="172B3A"/>
                </a:solidFill>
                <a:latin typeface="IPAexGothic"/>
                <a:ea typeface="IPAexGothic"/>
                <a:cs typeface="IPAexGothic"/>
              </a:defRPr>
            </a:lvl1pPr>
            <a:lvl2pPr algn="ctr">
              <a:buNone/>
              <a:defRPr sz="2025" b="0">
                <a:solidFill>
                  <a:srgbClr val="172B3A"/>
                </a:solidFill>
                <a:latin typeface="IPAexGothic"/>
                <a:ea typeface="IPAexGothic"/>
                <a:cs typeface="IPAexGothic"/>
              </a:defRPr>
            </a:lvl2pPr>
            <a:lvl3pPr algn="ctr">
              <a:buNone/>
              <a:defRPr sz="2025" b="0">
                <a:solidFill>
                  <a:srgbClr val="172B3A"/>
                </a:solidFill>
                <a:latin typeface="IPAexGothic"/>
                <a:ea typeface="IPAexGothic"/>
                <a:cs typeface="IPAexGothic"/>
              </a:defRPr>
            </a:lvl3pPr>
            <a:lvl4pPr algn="ctr">
              <a:buNone/>
              <a:defRPr sz="2025" b="0">
                <a:solidFill>
                  <a:srgbClr val="172B3A"/>
                </a:solidFill>
                <a:latin typeface="IPAexGothic"/>
                <a:ea typeface="IPAexGothic"/>
                <a:cs typeface="IPAexGothic"/>
              </a:defRPr>
            </a:lvl4pPr>
            <a:lvl5pPr algn="ctr">
              <a:buNone/>
              <a:defRPr sz="2025" b="0">
                <a:solidFill>
                  <a:srgbClr val="172B3A"/>
                </a:solidFill>
                <a:latin typeface="IPAexGothic"/>
                <a:ea typeface="IPAexGothic"/>
                <a:cs typeface="IPAexGothic"/>
              </a:defRPr>
            </a:lvl5pPr>
            <a:lvl6pPr algn="ctr">
              <a:buNone/>
              <a:defRPr sz="2025" b="0">
                <a:solidFill>
                  <a:srgbClr val="172B3A"/>
                </a:solidFill>
                <a:latin typeface="IPAexGothic"/>
                <a:ea typeface="IPAexGothic"/>
                <a:cs typeface="IPAexGothic"/>
              </a:defRPr>
            </a:lvl6pPr>
            <a:lvl7pPr algn="ctr">
              <a:buNone/>
              <a:defRPr sz="2025" b="0">
                <a:solidFill>
                  <a:srgbClr val="172B3A"/>
                </a:solidFill>
                <a:latin typeface="IPAexGothic"/>
                <a:ea typeface="IPAexGothic"/>
                <a:cs typeface="IPAexGothic"/>
              </a:defRPr>
            </a:lvl7pPr>
            <a:lvl8pPr algn="ctr">
              <a:buNone/>
              <a:defRPr sz="2025" b="0">
                <a:solidFill>
                  <a:srgbClr val="172B3A"/>
                </a:solidFill>
                <a:latin typeface="IPAexGothic"/>
                <a:ea typeface="IPAexGothic"/>
                <a:cs typeface="IPAexGothic"/>
              </a:defRPr>
            </a:lvl8pPr>
            <a:lvl9pPr algn="ctr">
              <a:buNone/>
              <a:defRPr sz="2025" b="0">
                <a:solidFill>
                  <a:srgbClr val="172B3A"/>
                </a:solidFill>
                <a:latin typeface="IPAexGothic"/>
                <a:ea typeface="IPAexGothic"/>
                <a:cs typeface="IPAexGothic"/>
              </a:defRPr>
            </a:lvl9pPr>
          </a:lstStyle>
          <a:p xmlns:a="http://schemas.openxmlformats.org/drawingml/2006/main">
            <a:pPr algn="ctr">
              <a:buNone/>
              <a:defRPr sz="2025" b="0">
                <a:solidFill>
                  <a:srgbClr val="172B3A"/>
                </a:solidFill>
                <a:latin typeface="IPAexGothic"/>
                <a:ea typeface="IPAexGothic"/>
                <a:cs typeface="IPAexGothic"/>
              </a:defRPr>
            </a:pPr>
            <a:r>
              <a:rPr sz="2025" b="0">
                <a:solidFill>
                  <a:srgbClr val="172B3A"/>
                </a:solidFill>
                <a:latin typeface="IPAexGothic"/>
                <a:ea typeface="IPAexGothic"/>
                <a:cs typeface="IPAexGothic"/>
              </a:rPr>
              <a:t>すべて合格</a:t>
            </a:r>
          </a:p>
          <a:p xmlns:a="http://schemas.openxmlformats.org/drawingml/2006/main">
            <a:pPr algn="ctr">
              <a:buNone/>
              <a:defRPr sz="2025" b="0">
                <a:solidFill>
                  <a:srgbClr val="172B3A"/>
                </a:solidFill>
                <a:latin typeface="IPAexGothic"/>
                <a:ea typeface="IPAexGothic"/>
                <a:cs typeface="IPAexGothic"/>
              </a:defRPr>
            </a:pPr>
            <a:r>
              <a:rPr sz="2025" b="0">
                <a:solidFill>
                  <a:srgbClr val="172B3A"/>
                </a:solidFill>
                <a:latin typeface="IPAexGothic"/>
                <a:ea typeface="IPAexGothic"/>
                <a:cs typeface="IPAexGothic"/>
              </a:rPr>
              <a:t>保持集合外の</a:t>
            </a:r>
          </a:p>
          <a:p xmlns:a="http://schemas.openxmlformats.org/drawingml/2006/main">
            <a:pPr algn="ctr">
              <a:buNone/>
              <a:defRPr sz="2025" b="0">
                <a:solidFill>
                  <a:srgbClr val="172B3A"/>
                </a:solidFill>
                <a:latin typeface="IPAexGothic"/>
                <a:ea typeface="IPAexGothic"/>
                <a:cs typeface="IPAexGothic"/>
              </a:defRPr>
            </a:pPr>
            <a:r>
              <a:rPr sz="2025" b="0">
                <a:solidFill>
                  <a:srgbClr val="172B3A"/>
                </a:solidFill>
                <a:latin typeface="IPAexGothic"/>
                <a:ea typeface="IPAexGothic"/>
                <a:cs typeface="IPAexGothic"/>
              </a:rPr>
              <a:t>典型だけ削除</a:t>
            </a:r>
          </a:p>
        </p:txBody>
      </p:sp>
      <p:sp>
        <p:nvSpPr>
          <p:cNvPr id="11" name="text-10">
            <a:extLst xmlns:a="http://schemas.openxmlformats.org/drawingml/2006/main">
              <a:ext uri="{FF2B5EF4-FFF2-40B4-BE49-F238E27FC236}">
                <a16:creationId xmlns:a16="http://schemas.microsoft.com/office/drawing/2014/main" id="{0392D7B4-0819-4359-A0BF-929C4C7695DE}"/>
              </a:ext>
            </a:extLst>
          </p:cNvPr>
          <p:cNvSpPr>
            <a:spLocks xmlns:a="http://schemas.openxmlformats.org/drawingml/2006/main" noGrp="1"/>
          </p:cNvSpPr>
          <p:nvPr/>
        </p:nvSpPr>
        <p:spPr>
          <a:xfrm xmlns:a="http://schemas.openxmlformats.org/drawingml/2006/main">
            <a:off x="609600" y="5953125"/>
            <a:ext cx="10906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B3533C"/>
                </a:solidFill>
                <a:latin typeface="IPAexGothic"/>
                <a:ea typeface="IPAexGothic"/>
                <a:cs typeface="IPAexGothic"/>
              </a:defRPr>
            </a:defPPr>
            <a:lvl1pPr algn="l">
              <a:buNone/>
              <a:defRPr sz="1575" b="0">
                <a:solidFill>
                  <a:srgbClr val="B3533C"/>
                </a:solidFill>
                <a:latin typeface="IPAexGothic"/>
                <a:ea typeface="IPAexGothic"/>
                <a:cs typeface="IPAexGothic"/>
              </a:defRPr>
            </a:lvl1pPr>
            <a:lvl2pPr algn="l">
              <a:buNone/>
              <a:defRPr sz="1575" b="0">
                <a:solidFill>
                  <a:srgbClr val="B3533C"/>
                </a:solidFill>
                <a:latin typeface="IPAexGothic"/>
                <a:ea typeface="IPAexGothic"/>
                <a:cs typeface="IPAexGothic"/>
              </a:defRPr>
            </a:lvl2pPr>
            <a:lvl3pPr algn="l">
              <a:buNone/>
              <a:defRPr sz="1575" b="0">
                <a:solidFill>
                  <a:srgbClr val="B3533C"/>
                </a:solidFill>
                <a:latin typeface="IPAexGothic"/>
                <a:ea typeface="IPAexGothic"/>
                <a:cs typeface="IPAexGothic"/>
              </a:defRPr>
            </a:lvl3pPr>
            <a:lvl4pPr algn="l">
              <a:buNone/>
              <a:defRPr sz="1575" b="0">
                <a:solidFill>
                  <a:srgbClr val="B3533C"/>
                </a:solidFill>
                <a:latin typeface="IPAexGothic"/>
                <a:ea typeface="IPAexGothic"/>
                <a:cs typeface="IPAexGothic"/>
              </a:defRPr>
            </a:lvl4pPr>
            <a:lvl5pPr algn="l">
              <a:buNone/>
              <a:defRPr sz="1575" b="0">
                <a:solidFill>
                  <a:srgbClr val="B3533C"/>
                </a:solidFill>
                <a:latin typeface="IPAexGothic"/>
                <a:ea typeface="IPAexGothic"/>
                <a:cs typeface="IPAexGothic"/>
              </a:defRPr>
            </a:lvl5pPr>
            <a:lvl6pPr algn="l">
              <a:buNone/>
              <a:defRPr sz="1575" b="0">
                <a:solidFill>
                  <a:srgbClr val="B3533C"/>
                </a:solidFill>
                <a:latin typeface="IPAexGothic"/>
                <a:ea typeface="IPAexGothic"/>
                <a:cs typeface="IPAexGothic"/>
              </a:defRPr>
            </a:lvl6pPr>
            <a:lvl7pPr algn="l">
              <a:buNone/>
              <a:defRPr sz="1575" b="0">
                <a:solidFill>
                  <a:srgbClr val="B3533C"/>
                </a:solidFill>
                <a:latin typeface="IPAexGothic"/>
                <a:ea typeface="IPAexGothic"/>
                <a:cs typeface="IPAexGothic"/>
              </a:defRPr>
            </a:lvl7pPr>
            <a:lvl8pPr algn="l">
              <a:buNone/>
              <a:defRPr sz="1575" b="0">
                <a:solidFill>
                  <a:srgbClr val="B3533C"/>
                </a:solidFill>
                <a:latin typeface="IPAexGothic"/>
                <a:ea typeface="IPAexGothic"/>
                <a:cs typeface="IPAexGothic"/>
              </a:defRPr>
            </a:lvl8pPr>
            <a:lvl9pPr algn="l">
              <a:buNone/>
              <a:defRPr sz="1575" b="0">
                <a:solidFill>
                  <a:srgbClr val="B3533C"/>
                </a:solidFill>
                <a:latin typeface="IPAexGothic"/>
                <a:ea typeface="IPAexGothic"/>
                <a:cs typeface="IPAexGothic"/>
              </a:defRPr>
            </a:lvl9pPr>
          </a:lstStyle>
          <a:p xmlns:a="http://schemas.openxmlformats.org/drawingml/2006/main">
            <a:pPr algn="l">
              <a:buNone/>
              <a:defRPr sz="1575" b="0">
                <a:solidFill>
                  <a:srgbClr val="B3533C"/>
                </a:solidFill>
                <a:latin typeface="IPAexGothic"/>
                <a:ea typeface="IPAexGothic"/>
                <a:cs typeface="IPAexGothic"/>
              </a:defRPr>
            </a:pPr>
            <a:r>
              <a:rPr sz="1575" b="0">
                <a:solidFill>
                  <a:srgbClr val="B3533C"/>
                </a:solidFill>
                <a:latin typeface="IPAexGothic"/>
                <a:ea typeface="IPAexGothic"/>
                <a:cs typeface="IPAexGothic"/>
              </a:rPr>
              <a:t>未達・未評価の項目が一つでもあれば削除しない。典型や高頻度だけでは許可しない</a:t>
            </a:r>
          </a:p>
        </p:txBody>
      </p:sp>
    </p:spTree>
    <p:extLst>
      <p:ext uri="{BB962C8B-B14F-4D97-AF65-F5344CB8AC3E}">
        <p14:creationId xmlns:p14="http://schemas.microsoft.com/office/powerpoint/2010/main" val="893119264"/>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headline">
            <a:extLst xmlns:a="http://schemas.openxmlformats.org/drawingml/2006/main">
              <a:ext uri="{FF2B5EF4-FFF2-40B4-BE49-F238E27FC236}">
                <a16:creationId xmlns:a16="http://schemas.microsoft.com/office/drawing/2014/main" id="{93A0F010-3FE2-4A34-94B1-E806A97C5C71}"/>
              </a:ext>
            </a:extLst>
          </p:cNvPr>
          <p:cNvSpPr>
            <a:spLocks xmlns:a="http://schemas.openxmlformats.org/drawingml/2006/main" noGrp="1"/>
          </p:cNvSpPr>
          <p:nvPr/>
        </p:nvSpPr>
        <p:spPr>
          <a:xfrm xmlns:a="http://schemas.openxmlformats.org/drawingml/2006/main">
            <a:off x="590550" y="333375"/>
            <a:ext cx="1095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72B3A"/>
                </a:solidFill>
                <a:latin typeface="IPAexGothic"/>
                <a:ea typeface="IPAexGothic"/>
                <a:cs typeface="IPAexGothic"/>
              </a:defRPr>
            </a:defPPr>
            <a:lvl1pPr algn="l">
              <a:buNone/>
              <a:defRPr sz="3300" b="1">
                <a:solidFill>
                  <a:srgbClr val="172B3A"/>
                </a:solidFill>
                <a:latin typeface="IPAexGothic"/>
                <a:ea typeface="IPAexGothic"/>
                <a:cs typeface="IPAexGothic"/>
              </a:defRPr>
            </a:lvl1pPr>
            <a:lvl2pPr algn="l">
              <a:buNone/>
              <a:defRPr sz="3300" b="1">
                <a:solidFill>
                  <a:srgbClr val="172B3A"/>
                </a:solidFill>
                <a:latin typeface="IPAexGothic"/>
                <a:ea typeface="IPAexGothic"/>
                <a:cs typeface="IPAexGothic"/>
              </a:defRPr>
            </a:lvl2pPr>
            <a:lvl3pPr algn="l">
              <a:buNone/>
              <a:defRPr sz="3300" b="1">
                <a:solidFill>
                  <a:srgbClr val="172B3A"/>
                </a:solidFill>
                <a:latin typeface="IPAexGothic"/>
                <a:ea typeface="IPAexGothic"/>
                <a:cs typeface="IPAexGothic"/>
              </a:defRPr>
            </a:lvl3pPr>
            <a:lvl4pPr algn="l">
              <a:buNone/>
              <a:defRPr sz="3300" b="1">
                <a:solidFill>
                  <a:srgbClr val="172B3A"/>
                </a:solidFill>
                <a:latin typeface="IPAexGothic"/>
                <a:ea typeface="IPAexGothic"/>
                <a:cs typeface="IPAexGothic"/>
              </a:defRPr>
            </a:lvl4pPr>
            <a:lvl5pPr algn="l">
              <a:buNone/>
              <a:defRPr sz="3300" b="1">
                <a:solidFill>
                  <a:srgbClr val="172B3A"/>
                </a:solidFill>
                <a:latin typeface="IPAexGothic"/>
                <a:ea typeface="IPAexGothic"/>
                <a:cs typeface="IPAexGothic"/>
              </a:defRPr>
            </a:lvl5pPr>
            <a:lvl6pPr algn="l">
              <a:buNone/>
              <a:defRPr sz="3300" b="1">
                <a:solidFill>
                  <a:srgbClr val="172B3A"/>
                </a:solidFill>
                <a:latin typeface="IPAexGothic"/>
                <a:ea typeface="IPAexGothic"/>
                <a:cs typeface="IPAexGothic"/>
              </a:defRPr>
            </a:lvl6pPr>
            <a:lvl7pPr algn="l">
              <a:buNone/>
              <a:defRPr sz="3300" b="1">
                <a:solidFill>
                  <a:srgbClr val="172B3A"/>
                </a:solidFill>
                <a:latin typeface="IPAexGothic"/>
                <a:ea typeface="IPAexGothic"/>
                <a:cs typeface="IPAexGothic"/>
              </a:defRPr>
            </a:lvl7pPr>
            <a:lvl8pPr algn="l">
              <a:buNone/>
              <a:defRPr sz="3300" b="1">
                <a:solidFill>
                  <a:srgbClr val="172B3A"/>
                </a:solidFill>
                <a:latin typeface="IPAexGothic"/>
                <a:ea typeface="IPAexGothic"/>
                <a:cs typeface="IPAexGothic"/>
              </a:defRPr>
            </a:lvl8pPr>
            <a:lvl9pPr algn="l">
              <a:buNone/>
              <a:defRPr sz="3300" b="1">
                <a:solidFill>
                  <a:srgbClr val="172B3A"/>
                </a:solidFill>
                <a:latin typeface="IPAexGothic"/>
                <a:ea typeface="IPAexGothic"/>
                <a:cs typeface="IPAexGothic"/>
              </a:defRPr>
            </a:lvl9pPr>
          </a:lstStyle>
          <a:p xmlns:a="http://schemas.openxmlformats.org/drawingml/2006/main">
            <a:pPr algn="l">
              <a:buNone/>
              <a:defRPr sz="3300" b="1">
                <a:solidFill>
                  <a:srgbClr val="172B3A"/>
                </a:solidFill>
                <a:latin typeface="IPAexGothic"/>
                <a:ea typeface="IPAexGothic"/>
                <a:cs typeface="IPAexGothic"/>
              </a:defRPr>
            </a:pPr>
            <a:r>
              <a:rPr sz="3300" b="1">
                <a:solidFill>
                  <a:srgbClr val="172B3A"/>
                </a:solidFill>
                <a:latin typeface="IPAexGothic"/>
                <a:ea typeface="IPAexGothic"/>
                <a:cs typeface="IPAexGothic"/>
              </a:rPr>
              <a:t>⑤ 最低保持数と保持構成</a:t>
            </a:r>
          </a:p>
        </p:txBody>
      </p:sp>
      <p:sp>
        <p:nvSpPr>
          <p:cNvPr id="2" name="summary">
            <a:extLst xmlns:a="http://schemas.openxmlformats.org/drawingml/2006/main">
              <a:ext uri="{FF2B5EF4-FFF2-40B4-BE49-F238E27FC236}">
                <a16:creationId xmlns:a16="http://schemas.microsoft.com/office/drawing/2014/main" id="{E754543E-F1BF-459F-86B3-012D960FC87A}"/>
              </a:ext>
            </a:extLst>
          </p:cNvPr>
          <p:cNvSpPr>
            <a:spLocks xmlns:a="http://schemas.openxmlformats.org/drawingml/2006/main" noGrp="1"/>
          </p:cNvSpPr>
          <p:nvPr/>
        </p:nvSpPr>
        <p:spPr>
          <a:xfrm xmlns:a="http://schemas.openxmlformats.org/drawingml/2006/main">
            <a:off x="609600" y="1028700"/>
            <a:ext cx="10896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86872"/>
                </a:solidFill>
                <a:latin typeface="IPAexGothic"/>
                <a:ea typeface="IPAexGothic"/>
                <a:cs typeface="IPAexGothic"/>
              </a:defRPr>
            </a:defPPr>
            <a:lvl1pPr algn="l">
              <a:buNone/>
              <a:defRPr sz="1800" b="0">
                <a:solidFill>
                  <a:srgbClr val="586872"/>
                </a:solidFill>
                <a:latin typeface="IPAexGothic"/>
                <a:ea typeface="IPAexGothic"/>
                <a:cs typeface="IPAexGothic"/>
              </a:defRPr>
            </a:lvl1pPr>
            <a:lvl2pPr algn="l">
              <a:buNone/>
              <a:defRPr sz="1800" b="0">
                <a:solidFill>
                  <a:srgbClr val="586872"/>
                </a:solidFill>
                <a:latin typeface="IPAexGothic"/>
                <a:ea typeface="IPAexGothic"/>
                <a:cs typeface="IPAexGothic"/>
              </a:defRPr>
            </a:lvl2pPr>
            <a:lvl3pPr algn="l">
              <a:buNone/>
              <a:defRPr sz="1800" b="0">
                <a:solidFill>
                  <a:srgbClr val="586872"/>
                </a:solidFill>
                <a:latin typeface="IPAexGothic"/>
                <a:ea typeface="IPAexGothic"/>
                <a:cs typeface="IPAexGothic"/>
              </a:defRPr>
            </a:lvl3pPr>
            <a:lvl4pPr algn="l">
              <a:buNone/>
              <a:defRPr sz="1800" b="0">
                <a:solidFill>
                  <a:srgbClr val="586872"/>
                </a:solidFill>
                <a:latin typeface="IPAexGothic"/>
                <a:ea typeface="IPAexGothic"/>
                <a:cs typeface="IPAexGothic"/>
              </a:defRPr>
            </a:lvl4pPr>
            <a:lvl5pPr algn="l">
              <a:buNone/>
              <a:defRPr sz="1800" b="0">
                <a:solidFill>
                  <a:srgbClr val="586872"/>
                </a:solidFill>
                <a:latin typeface="IPAexGothic"/>
                <a:ea typeface="IPAexGothic"/>
                <a:cs typeface="IPAexGothic"/>
              </a:defRPr>
            </a:lvl5pPr>
            <a:lvl6pPr algn="l">
              <a:buNone/>
              <a:defRPr sz="1800" b="0">
                <a:solidFill>
                  <a:srgbClr val="586872"/>
                </a:solidFill>
                <a:latin typeface="IPAexGothic"/>
                <a:ea typeface="IPAexGothic"/>
                <a:cs typeface="IPAexGothic"/>
              </a:defRPr>
            </a:lvl6pPr>
            <a:lvl7pPr algn="l">
              <a:buNone/>
              <a:defRPr sz="1800" b="0">
                <a:solidFill>
                  <a:srgbClr val="586872"/>
                </a:solidFill>
                <a:latin typeface="IPAexGothic"/>
                <a:ea typeface="IPAexGothic"/>
                <a:cs typeface="IPAexGothic"/>
              </a:defRPr>
            </a:lvl7pPr>
            <a:lvl8pPr algn="l">
              <a:buNone/>
              <a:defRPr sz="1800" b="0">
                <a:solidFill>
                  <a:srgbClr val="586872"/>
                </a:solidFill>
                <a:latin typeface="IPAexGothic"/>
                <a:ea typeface="IPAexGothic"/>
                <a:cs typeface="IPAexGothic"/>
              </a:defRPr>
            </a:lvl8pPr>
            <a:lvl9pPr algn="l">
              <a:buNone/>
              <a:defRPr sz="1800" b="0">
                <a:solidFill>
                  <a:srgbClr val="586872"/>
                </a:solidFill>
                <a:latin typeface="IPAexGothic"/>
                <a:ea typeface="IPAexGothic"/>
                <a:cs typeface="IPAexGothic"/>
              </a:defRPr>
            </a:lvl9pPr>
          </a:lstStyle>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残す元データは総数だけで決めず、代表例・変動・最近例・希少な運転条件を確保します。</a:t>
            </a:r>
          </a:p>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どれかの必要区分が不足する削除を禁止し、将来の見直しに使う実例の偏りを抑えます。</a:t>
            </a:r>
          </a:p>
        </p:txBody>
      </p:sp>
      <p:sp>
        <p:nvSpPr>
          <p:cNvPr id="3" name="text-2">
            <a:extLst xmlns:a="http://schemas.openxmlformats.org/drawingml/2006/main">
              <a:ext uri="{FF2B5EF4-FFF2-40B4-BE49-F238E27FC236}">
                <a16:creationId xmlns:a16="http://schemas.microsoft.com/office/drawing/2014/main" id="{F0030CEC-AFF8-48D8-A675-CB9272A4195C}"/>
              </a:ext>
            </a:extLst>
          </p:cNvPr>
          <p:cNvSpPr>
            <a:spLocks xmlns:a="http://schemas.openxmlformats.org/drawingml/2006/main" noGrp="1"/>
          </p:cNvSpPr>
          <p:nvPr/>
        </p:nvSpPr>
        <p:spPr>
          <a:xfrm xmlns:a="http://schemas.openxmlformats.org/drawingml/2006/main">
            <a:off x="11239500" y="644842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872"/>
                </a:solidFill>
                <a:latin typeface="IPAexGothic"/>
                <a:ea typeface="IPAexGothic"/>
                <a:cs typeface="IPAexGothic"/>
              </a:defRPr>
            </a:defPPr>
            <a:lvl1pPr algn="r">
              <a:buNone/>
              <a:defRPr sz="1275" b="0">
                <a:solidFill>
                  <a:srgbClr val="586872"/>
                </a:solidFill>
                <a:latin typeface="IPAexGothic"/>
                <a:ea typeface="IPAexGothic"/>
                <a:cs typeface="IPAexGothic"/>
              </a:defRPr>
            </a:lvl1pPr>
            <a:lvl2pPr algn="r">
              <a:buNone/>
              <a:defRPr sz="1275" b="0">
                <a:solidFill>
                  <a:srgbClr val="586872"/>
                </a:solidFill>
                <a:latin typeface="IPAexGothic"/>
                <a:ea typeface="IPAexGothic"/>
                <a:cs typeface="IPAexGothic"/>
              </a:defRPr>
            </a:lvl2pPr>
            <a:lvl3pPr algn="r">
              <a:buNone/>
              <a:defRPr sz="1275" b="0">
                <a:solidFill>
                  <a:srgbClr val="586872"/>
                </a:solidFill>
                <a:latin typeface="IPAexGothic"/>
                <a:ea typeface="IPAexGothic"/>
                <a:cs typeface="IPAexGothic"/>
              </a:defRPr>
            </a:lvl3pPr>
            <a:lvl4pPr algn="r">
              <a:buNone/>
              <a:defRPr sz="1275" b="0">
                <a:solidFill>
                  <a:srgbClr val="586872"/>
                </a:solidFill>
                <a:latin typeface="IPAexGothic"/>
                <a:ea typeface="IPAexGothic"/>
                <a:cs typeface="IPAexGothic"/>
              </a:defRPr>
            </a:lvl4pPr>
            <a:lvl5pPr algn="r">
              <a:buNone/>
              <a:defRPr sz="1275" b="0">
                <a:solidFill>
                  <a:srgbClr val="586872"/>
                </a:solidFill>
                <a:latin typeface="IPAexGothic"/>
                <a:ea typeface="IPAexGothic"/>
                <a:cs typeface="IPAexGothic"/>
              </a:defRPr>
            </a:lvl5pPr>
            <a:lvl6pPr algn="r">
              <a:buNone/>
              <a:defRPr sz="1275" b="0">
                <a:solidFill>
                  <a:srgbClr val="586872"/>
                </a:solidFill>
                <a:latin typeface="IPAexGothic"/>
                <a:ea typeface="IPAexGothic"/>
                <a:cs typeface="IPAexGothic"/>
              </a:defRPr>
            </a:lvl6pPr>
            <a:lvl7pPr algn="r">
              <a:buNone/>
              <a:defRPr sz="1275" b="0">
                <a:solidFill>
                  <a:srgbClr val="586872"/>
                </a:solidFill>
                <a:latin typeface="IPAexGothic"/>
                <a:ea typeface="IPAexGothic"/>
                <a:cs typeface="IPAexGothic"/>
              </a:defRPr>
            </a:lvl7pPr>
            <a:lvl8pPr algn="r">
              <a:buNone/>
              <a:defRPr sz="1275" b="0">
                <a:solidFill>
                  <a:srgbClr val="586872"/>
                </a:solidFill>
                <a:latin typeface="IPAexGothic"/>
                <a:ea typeface="IPAexGothic"/>
                <a:cs typeface="IPAexGothic"/>
              </a:defRPr>
            </a:lvl8pPr>
            <a:lvl9pPr algn="r">
              <a:buNone/>
              <a:defRPr sz="1275" b="0">
                <a:solidFill>
                  <a:srgbClr val="586872"/>
                </a:solidFill>
                <a:latin typeface="IPAexGothic"/>
                <a:ea typeface="IPAexGothic"/>
                <a:cs typeface="IPAexGothic"/>
              </a:defRPr>
            </a:lvl9pPr>
          </a:lstStyle>
          <a:p xmlns:a="http://schemas.openxmlformats.org/drawingml/2006/main">
            <a:pPr algn="r">
              <a:buNone/>
              <a:defRPr sz="1275" b="0">
                <a:solidFill>
                  <a:srgbClr val="586872"/>
                </a:solidFill>
                <a:latin typeface="IPAexGothic"/>
                <a:ea typeface="IPAexGothic"/>
                <a:cs typeface="IPAexGothic"/>
              </a:defRPr>
            </a:pPr>
            <a:r>
              <a:rPr sz="1275" b="0">
                <a:solidFill>
                  <a:srgbClr val="586872"/>
                </a:solidFill>
                <a:latin typeface="IPAexGothic"/>
                <a:ea typeface="IPAexGothic"/>
                <a:cs typeface="IPAexGothic"/>
              </a:rPr>
              <a:t>29</a:t>
            </a:r>
          </a:p>
        </p:txBody>
      </p:sp>
      <p:graphicFrame>
        <p:nvGraphicFramePr>
          <p:cNvPr id="4" name="">
            <a:extLst xmlns:a="http://schemas.openxmlformats.org/drawingml/2006/main">
              <a:ext uri="{FF2B5EF4-FFF2-40B4-BE49-F238E27FC236}">
                <a16:creationId xmlns:a16="http://schemas.microsoft.com/office/drawing/2014/main" id="{3B1ED307-1095-41F8-8965-68283129C9B5}"/>
              </a:ext>
            </a:extLst>
          </p:cNvPr>
          <p:cNvGraphicFramePr/>
          <p:nvPr/>
        </p:nvGraphicFramePr>
        <p:xfrm>
          <a:off xmlns:a="http://schemas.openxmlformats.org/drawingml/2006/main" x="609600" y="1714500"/>
          <a:ext xmlns:a="http://schemas.openxmlformats.org/drawingml/2006/main" cx="10972800" cy="3524250"/>
        </p:xfrm>
        <a:graphic xmlns:a="http://schemas.openxmlformats.org/drawingml/2006/main">
          <a:graphicData uri="http://schemas.openxmlformats.org/drawingml/2006/table">
            <a:tbl>
              <a:tblPr firstRow="1" bandRow="0"/>
              <a:tblGrid>
                <a:gridCol w="3619500"/>
                <a:gridCol w="7353300"/>
              </a:tblGrid>
              <a:tr h="587375">
                <a:tc>
                  <a:txBody>
                    <a:bodyPr wrap="square" lIns="133350" tIns="85725" rIns="114300" bIns="76200"/>
                    <a:lstStyle/>
                    <a:p>
                      <a:r>
                        <a:rPr sz="1875" b="1">
                          <a:solidFill>
                            <a:srgbClr val="172B3A"/>
                          </a:solidFill>
                          <a:latin typeface="IPAexGothic"/>
                          <a:ea typeface="IPAexGothic"/>
                          <a:cs typeface="IPAexGothic"/>
                        </a:rPr>
                        <a:t>保持する区分</a:t>
                      </a:r>
                    </a:p>
                  </a:txBody>
                  <a:tcPr marL="91440" marR="91440" marT="45720" marB="45720" anchor="ctr">
                    <a:lnL w="9525">
                      <a:solidFill>
                        <a:srgbClr val="BCCAD2"/>
                      </a:solidFill>
                      <a:prstDash val="solid"/>
                    </a:lnL>
                    <a:lnR w="9525">
                      <a:solidFill>
                        <a:srgbClr val="BCCAD2"/>
                      </a:solidFill>
                      <a:prstDash val="solid"/>
                    </a:lnR>
                    <a:lnT w="9525">
                      <a:solidFill>
                        <a:srgbClr val="BCCAD2"/>
                      </a:solidFill>
                      <a:prstDash val="solid"/>
                    </a:lnT>
                    <a:lnB w="9525">
                      <a:solidFill>
                        <a:srgbClr val="BCCAD2"/>
                      </a:solidFill>
                      <a:prstDash val="solid"/>
                    </a:lnB>
                    <a:solidFill>
                      <a:srgbClr val="EAF1F5"/>
                    </a:solidFill>
                  </a:tcPr>
                </a:tc>
                <a:tc>
                  <a:txBody>
                    <a:bodyPr wrap="square" lIns="133350" tIns="85725" rIns="114300" bIns="76200"/>
                    <a:lstStyle/>
                    <a:p>
                      <a:r>
                        <a:rPr sz="1875" b="1">
                          <a:solidFill>
                            <a:srgbClr val="172B3A"/>
                          </a:solidFill>
                          <a:latin typeface="IPAexGothic"/>
                          <a:ea typeface="IPAexGothic"/>
                          <a:cs typeface="IPAexGothic"/>
                        </a:rPr>
                        <a:t>残す理由</a:t>
                      </a:r>
                    </a:p>
                  </a:txBody>
                  <a:tcPr marL="91440" marR="91440" marT="45720" marB="45720" anchor="ctr">
                    <a:lnR w="9525">
                      <a:solidFill>
                        <a:srgbClr val="BCCAD2"/>
                      </a:solidFill>
                      <a:prstDash val="solid"/>
                    </a:lnR>
                    <a:lnT w="9525">
                      <a:solidFill>
                        <a:srgbClr val="BCCAD2"/>
                      </a:solidFill>
                      <a:prstDash val="solid"/>
                    </a:lnT>
                    <a:lnB w="9525">
                      <a:solidFill>
                        <a:srgbClr val="BCCAD2"/>
                      </a:solidFill>
                      <a:prstDash val="solid"/>
                    </a:lnB>
                    <a:solidFill>
                      <a:srgbClr val="EAF1F5"/>
                    </a:solidFill>
                  </a:tcPr>
                </a:tc>
              </a:tr>
              <a:tr h="587375">
                <a:tc>
                  <a:txBody>
                    <a:bodyPr wrap="square" lIns="133350" tIns="85725" rIns="114300" bIns="76200"/>
                    <a:lstStyle/>
                    <a:p>
                      <a:r>
                        <a:rPr sz="1875" b="0">
                          <a:solidFill>
                            <a:srgbClr val="172B3A"/>
                          </a:solidFill>
                          <a:latin typeface="IPAexGothic"/>
                          <a:ea typeface="IPAexGothic"/>
                          <a:cs typeface="IPAexGothic"/>
                        </a:rPr>
                        <a:t>代表例</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FFFFF"/>
                    </a:solidFill>
                  </a:tcPr>
                </a:tc>
                <a:tc>
                  <a:txBody>
                    <a:bodyPr wrap="square" lIns="133350" tIns="85725" rIns="114300" bIns="76200"/>
                    <a:lstStyle/>
                    <a:p>
                      <a:r>
                        <a:rPr sz="1875" b="0">
                          <a:solidFill>
                            <a:srgbClr val="172B3A"/>
                          </a:solidFill>
                          <a:latin typeface="IPAexGothic"/>
                          <a:ea typeface="IPAexGothic"/>
                          <a:cs typeface="IPAexGothic"/>
                        </a:rPr>
                        <a:t>パターンの具体例を提示する</a:t>
                      </a:r>
                    </a:p>
                  </a:txBody>
                  <a:tcPr marL="91440" marR="91440" marT="45720" marB="45720" anchor="ctr">
                    <a:lnR w="9525">
                      <a:solidFill>
                        <a:srgbClr val="BCCAD2"/>
                      </a:solidFill>
                      <a:prstDash val="solid"/>
                    </a:lnR>
                    <a:lnB w="9525">
                      <a:solidFill>
                        <a:srgbClr val="BCCAD2"/>
                      </a:solidFill>
                      <a:prstDash val="solid"/>
                    </a:lnB>
                    <a:solidFill>
                      <a:srgbClr val="FFFFFF"/>
                    </a:solidFill>
                  </a:tcPr>
                </a:tc>
              </a:tr>
              <a:tr h="587375">
                <a:tc>
                  <a:txBody>
                    <a:bodyPr wrap="square" lIns="133350" tIns="85725" rIns="114300" bIns="76200"/>
                    <a:lstStyle/>
                    <a:p>
                      <a:r>
                        <a:rPr sz="1875" b="0">
                          <a:solidFill>
                            <a:srgbClr val="172B3A"/>
                          </a:solidFill>
                          <a:latin typeface="IPAexGothic"/>
                          <a:ea typeface="IPAexGothic"/>
                          <a:cs typeface="IPAexGothic"/>
                        </a:rPr>
                        <a:t>典型内の変動</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8FAFB"/>
                    </a:solidFill>
                  </a:tcPr>
                </a:tc>
                <a:tc>
                  <a:txBody>
                    <a:bodyPr wrap="square" lIns="133350" tIns="85725" rIns="114300" bIns="76200"/>
                    <a:lstStyle/>
                    <a:p>
                      <a:r>
                        <a:rPr sz="1875" b="0">
                          <a:solidFill>
                            <a:srgbClr val="172B3A"/>
                          </a:solidFill>
                          <a:latin typeface="IPAexGothic"/>
                          <a:ea typeface="IPAexGothic"/>
                          <a:cs typeface="IPAexGothic"/>
                        </a:rPr>
                        <a:t>波形形状・距離・強度の違いを失わない</a:t>
                      </a:r>
                    </a:p>
                  </a:txBody>
                  <a:tcPr marL="91440" marR="91440" marT="45720" marB="45720" anchor="ctr">
                    <a:lnR w="9525">
                      <a:solidFill>
                        <a:srgbClr val="BCCAD2"/>
                      </a:solidFill>
                      <a:prstDash val="solid"/>
                    </a:lnR>
                    <a:lnB w="9525">
                      <a:solidFill>
                        <a:srgbClr val="BCCAD2"/>
                      </a:solidFill>
                      <a:prstDash val="solid"/>
                    </a:lnB>
                    <a:solidFill>
                      <a:srgbClr val="F8FAFB"/>
                    </a:solidFill>
                  </a:tcPr>
                </a:tc>
              </a:tr>
              <a:tr h="587375">
                <a:tc>
                  <a:txBody>
                    <a:bodyPr wrap="square" lIns="133350" tIns="85725" rIns="114300" bIns="76200"/>
                    <a:lstStyle/>
                    <a:p>
                      <a:r>
                        <a:rPr sz="1875" b="0">
                          <a:solidFill>
                            <a:srgbClr val="172B3A"/>
                          </a:solidFill>
                          <a:latin typeface="IPAexGothic"/>
                          <a:ea typeface="IPAexGothic"/>
                          <a:cs typeface="IPAexGothic"/>
                        </a:rPr>
                        <a:t>最近例</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FFFFF"/>
                    </a:solidFill>
                  </a:tcPr>
                </a:tc>
                <a:tc>
                  <a:txBody>
                    <a:bodyPr wrap="square" lIns="133350" tIns="85725" rIns="114300" bIns="76200"/>
                    <a:lstStyle/>
                    <a:p>
                      <a:r>
                        <a:rPr sz="1875" b="0">
                          <a:solidFill>
                            <a:srgbClr val="172B3A"/>
                          </a:solidFill>
                          <a:latin typeface="IPAexGothic"/>
                          <a:ea typeface="IPAexGothic"/>
                          <a:cs typeface="IPAexGothic"/>
                        </a:rPr>
                        <a:t>直近の状態を反映する</a:t>
                      </a:r>
                    </a:p>
                  </a:txBody>
                  <a:tcPr marL="91440" marR="91440" marT="45720" marB="45720" anchor="ctr">
                    <a:lnR w="9525">
                      <a:solidFill>
                        <a:srgbClr val="BCCAD2"/>
                      </a:solidFill>
                      <a:prstDash val="solid"/>
                    </a:lnR>
                    <a:lnB w="9525">
                      <a:solidFill>
                        <a:srgbClr val="BCCAD2"/>
                      </a:solidFill>
                      <a:prstDash val="solid"/>
                    </a:lnB>
                    <a:solidFill>
                      <a:srgbClr val="FFFFFF"/>
                    </a:solidFill>
                  </a:tcPr>
                </a:tc>
              </a:tr>
              <a:tr h="587375">
                <a:tc>
                  <a:txBody>
                    <a:bodyPr wrap="square" lIns="133350" tIns="85725" rIns="114300" bIns="76200"/>
                    <a:lstStyle/>
                    <a:p>
                      <a:r>
                        <a:rPr sz="1875" b="0">
                          <a:solidFill>
                            <a:srgbClr val="172B3A"/>
                          </a:solidFill>
                          <a:latin typeface="IPAexGothic"/>
                          <a:ea typeface="IPAexGothic"/>
                          <a:cs typeface="IPAexGothic"/>
                        </a:rPr>
                        <a:t>希少な運転条件</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8FAFB"/>
                    </a:solidFill>
                  </a:tcPr>
                </a:tc>
                <a:tc>
                  <a:txBody>
                    <a:bodyPr wrap="square" lIns="133350" tIns="85725" rIns="114300" bIns="76200"/>
                    <a:lstStyle/>
                    <a:p>
                      <a:r>
                        <a:rPr sz="1875" b="0">
                          <a:solidFill>
                            <a:srgbClr val="172B3A"/>
                          </a:solidFill>
                          <a:latin typeface="IPAexGothic"/>
                          <a:ea typeface="IPAexGothic"/>
                          <a:cs typeface="IPAexGothic"/>
                        </a:rPr>
                        <a:t>高負荷や特定設備の例を失わない</a:t>
                      </a:r>
                    </a:p>
                  </a:txBody>
                  <a:tcPr marL="91440" marR="91440" marT="45720" marB="45720" anchor="ctr">
                    <a:lnR w="9525">
                      <a:solidFill>
                        <a:srgbClr val="BCCAD2"/>
                      </a:solidFill>
                      <a:prstDash val="solid"/>
                    </a:lnR>
                    <a:lnB w="9525">
                      <a:solidFill>
                        <a:srgbClr val="BCCAD2"/>
                      </a:solidFill>
                      <a:prstDash val="solid"/>
                    </a:lnB>
                    <a:solidFill>
                      <a:srgbClr val="F8FAFB"/>
                    </a:solidFill>
                  </a:tcPr>
                </a:tc>
              </a:tr>
              <a:tr h="587375">
                <a:tc>
                  <a:txBody>
                    <a:bodyPr wrap="square" lIns="133350" tIns="85725" rIns="114300" bIns="76200"/>
                    <a:lstStyle/>
                    <a:p>
                      <a:r>
                        <a:rPr sz="1875" b="0">
                          <a:solidFill>
                            <a:srgbClr val="172B3A"/>
                          </a:solidFill>
                          <a:latin typeface="IPAexGothic"/>
                          <a:ea typeface="IPAexGothic"/>
                          <a:cs typeface="IPAexGothic"/>
                        </a:rPr>
                        <a:t>境界と未知</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FFFFF"/>
                    </a:solidFill>
                  </a:tcPr>
                </a:tc>
                <a:tc>
                  <a:txBody>
                    <a:bodyPr wrap="square" lIns="133350" tIns="85725" rIns="114300" bIns="76200"/>
                    <a:lstStyle/>
                    <a:p>
                      <a:r>
                        <a:rPr sz="1875" b="0">
                          <a:solidFill>
                            <a:srgbClr val="172B3A"/>
                          </a:solidFill>
                          <a:latin typeface="IPAexGothic"/>
                          <a:ea typeface="IPAexGothic"/>
                          <a:cs typeface="IPAexGothic"/>
                        </a:rPr>
                        <a:t>再構築や新規抽出の材料を残す</a:t>
                      </a:r>
                    </a:p>
                  </a:txBody>
                  <a:tcPr marL="91440" marR="91440" marT="45720" marB="45720" anchor="ctr">
                    <a:lnR w="9525">
                      <a:solidFill>
                        <a:srgbClr val="BCCAD2"/>
                      </a:solidFill>
                      <a:prstDash val="solid"/>
                    </a:lnR>
                    <a:lnB w="9525">
                      <a:solidFill>
                        <a:srgbClr val="BCCAD2"/>
                      </a:solidFill>
                      <a:prstDash val="solid"/>
                    </a:lnB>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627BD3ED-BA1B-47AB-88B1-C156B1EAA4B9}"/>
              </a:ext>
            </a:extLst>
          </p:cNvPr>
          <p:cNvSpPr>
            <a:spLocks xmlns:a="http://schemas.openxmlformats.org/drawingml/2006/main" noGrp="1"/>
          </p:cNvSpPr>
          <p:nvPr/>
        </p:nvSpPr>
        <p:spPr>
          <a:xfrm xmlns:a="http://schemas.openxmlformats.org/drawingml/2006/main">
            <a:off x="609600" y="5953125"/>
            <a:ext cx="10906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86872"/>
                </a:solidFill>
                <a:latin typeface="IPAexGothic"/>
                <a:ea typeface="IPAexGothic"/>
                <a:cs typeface="IPAexGothic"/>
              </a:defRPr>
            </a:defPPr>
            <a:lvl1pPr algn="l">
              <a:buNone/>
              <a:defRPr sz="1575" b="0">
                <a:solidFill>
                  <a:srgbClr val="586872"/>
                </a:solidFill>
                <a:latin typeface="IPAexGothic"/>
                <a:ea typeface="IPAexGothic"/>
                <a:cs typeface="IPAexGothic"/>
              </a:defRPr>
            </a:lvl1pPr>
            <a:lvl2pPr algn="l">
              <a:buNone/>
              <a:defRPr sz="1575" b="0">
                <a:solidFill>
                  <a:srgbClr val="586872"/>
                </a:solidFill>
                <a:latin typeface="IPAexGothic"/>
                <a:ea typeface="IPAexGothic"/>
                <a:cs typeface="IPAexGothic"/>
              </a:defRPr>
            </a:lvl2pPr>
            <a:lvl3pPr algn="l">
              <a:buNone/>
              <a:defRPr sz="1575" b="0">
                <a:solidFill>
                  <a:srgbClr val="586872"/>
                </a:solidFill>
                <a:latin typeface="IPAexGothic"/>
                <a:ea typeface="IPAexGothic"/>
                <a:cs typeface="IPAexGothic"/>
              </a:defRPr>
            </a:lvl3pPr>
            <a:lvl4pPr algn="l">
              <a:buNone/>
              <a:defRPr sz="1575" b="0">
                <a:solidFill>
                  <a:srgbClr val="586872"/>
                </a:solidFill>
                <a:latin typeface="IPAexGothic"/>
                <a:ea typeface="IPAexGothic"/>
                <a:cs typeface="IPAexGothic"/>
              </a:defRPr>
            </a:lvl4pPr>
            <a:lvl5pPr algn="l">
              <a:buNone/>
              <a:defRPr sz="1575" b="0">
                <a:solidFill>
                  <a:srgbClr val="586872"/>
                </a:solidFill>
                <a:latin typeface="IPAexGothic"/>
                <a:ea typeface="IPAexGothic"/>
                <a:cs typeface="IPAexGothic"/>
              </a:defRPr>
            </a:lvl5pPr>
            <a:lvl6pPr algn="l">
              <a:buNone/>
              <a:defRPr sz="1575" b="0">
                <a:solidFill>
                  <a:srgbClr val="586872"/>
                </a:solidFill>
                <a:latin typeface="IPAexGothic"/>
                <a:ea typeface="IPAexGothic"/>
                <a:cs typeface="IPAexGothic"/>
              </a:defRPr>
            </a:lvl6pPr>
            <a:lvl7pPr algn="l">
              <a:buNone/>
              <a:defRPr sz="1575" b="0">
                <a:solidFill>
                  <a:srgbClr val="586872"/>
                </a:solidFill>
                <a:latin typeface="IPAexGothic"/>
                <a:ea typeface="IPAexGothic"/>
                <a:cs typeface="IPAexGothic"/>
              </a:defRPr>
            </a:lvl7pPr>
            <a:lvl8pPr algn="l">
              <a:buNone/>
              <a:defRPr sz="1575" b="0">
                <a:solidFill>
                  <a:srgbClr val="586872"/>
                </a:solidFill>
                <a:latin typeface="IPAexGothic"/>
                <a:ea typeface="IPAexGothic"/>
                <a:cs typeface="IPAexGothic"/>
              </a:defRPr>
            </a:lvl8pPr>
            <a:lvl9pPr algn="l">
              <a:buNone/>
              <a:defRPr sz="1575" b="0">
                <a:solidFill>
                  <a:srgbClr val="586872"/>
                </a:solidFill>
                <a:latin typeface="IPAexGothic"/>
                <a:ea typeface="IPAexGothic"/>
                <a:cs typeface="IPAexGothic"/>
              </a:defRPr>
            </a:lvl9pPr>
          </a:lstStyle>
          <a:p xmlns:a="http://schemas.openxmlformats.org/drawingml/2006/main">
            <a:pPr algn="l">
              <a:buNone/>
              <a:defRPr sz="1575" b="0">
                <a:solidFill>
                  <a:srgbClr val="586872"/>
                </a:solidFill>
                <a:latin typeface="IPAexGothic"/>
                <a:ea typeface="IPAexGothic"/>
                <a:cs typeface="IPAexGothic"/>
              </a:defRPr>
            </a:pPr>
            <a:r>
              <a:rPr sz="1575" b="0">
                <a:solidFill>
                  <a:srgbClr val="586872"/>
                </a:solidFill>
                <a:latin typeface="IPAexGothic"/>
                <a:ea typeface="IPAexGothic"/>
                <a:cs typeface="IPAexGothic"/>
              </a:rPr>
              <a:t>総数が足りても必要区分が欠ければ削除しない。同じ実例の区分重複を二重に数えない</a:t>
            </a:r>
          </a:p>
        </p:txBody>
      </p:sp>
    </p:spTree>
    <p:extLst>
      <p:ext uri="{BB962C8B-B14F-4D97-AF65-F5344CB8AC3E}">
        <p14:creationId xmlns:p14="http://schemas.microsoft.com/office/powerpoint/2010/main" val="1514526620"/>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headline">
            <a:extLst xmlns:a="http://schemas.openxmlformats.org/drawingml/2006/main">
              <a:ext uri="{FF2B5EF4-FFF2-40B4-BE49-F238E27FC236}">
                <a16:creationId xmlns:a16="http://schemas.microsoft.com/office/drawing/2014/main" id="{B7D8C97C-B513-41E6-A5F8-AF851E4C7E54}"/>
              </a:ext>
            </a:extLst>
          </p:cNvPr>
          <p:cNvSpPr>
            <a:spLocks xmlns:a="http://schemas.openxmlformats.org/drawingml/2006/main" noGrp="1"/>
          </p:cNvSpPr>
          <p:nvPr/>
        </p:nvSpPr>
        <p:spPr>
          <a:xfrm xmlns:a="http://schemas.openxmlformats.org/drawingml/2006/main">
            <a:off x="590550" y="333375"/>
            <a:ext cx="1095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3300" b="1">
                <a:solidFill>
                  <a:srgbClr val="172B3A"/>
                </a:solidFill>
                <a:latin typeface="IPAexGothic"/>
                <a:ea typeface="IPAexGothic"/>
                <a:cs typeface="IPAexGothic"/>
              </a:defRPr>
            </a:defPPr>
            <a:lvl1pPr algn="l">
              <a:buNone/>
              <a:defRPr sz="3300" b="1">
                <a:solidFill>
                  <a:srgbClr val="172B3A"/>
                </a:solidFill>
                <a:latin typeface="IPAexGothic"/>
                <a:ea typeface="IPAexGothic"/>
                <a:cs typeface="IPAexGothic"/>
              </a:defRPr>
            </a:lvl1pPr>
            <a:lvl2pPr algn="l">
              <a:buNone/>
              <a:defRPr sz="3300" b="1">
                <a:solidFill>
                  <a:srgbClr val="172B3A"/>
                </a:solidFill>
                <a:latin typeface="IPAexGothic"/>
                <a:ea typeface="IPAexGothic"/>
                <a:cs typeface="IPAexGothic"/>
              </a:defRPr>
            </a:lvl2pPr>
            <a:lvl3pPr algn="l">
              <a:buNone/>
              <a:defRPr sz="3300" b="1">
                <a:solidFill>
                  <a:srgbClr val="172B3A"/>
                </a:solidFill>
                <a:latin typeface="IPAexGothic"/>
                <a:ea typeface="IPAexGothic"/>
                <a:cs typeface="IPAexGothic"/>
              </a:defRPr>
            </a:lvl3pPr>
            <a:lvl4pPr algn="l">
              <a:buNone/>
              <a:defRPr sz="3300" b="1">
                <a:solidFill>
                  <a:srgbClr val="172B3A"/>
                </a:solidFill>
                <a:latin typeface="IPAexGothic"/>
                <a:ea typeface="IPAexGothic"/>
                <a:cs typeface="IPAexGothic"/>
              </a:defRPr>
            </a:lvl4pPr>
            <a:lvl5pPr algn="l">
              <a:buNone/>
              <a:defRPr sz="3300" b="1">
                <a:solidFill>
                  <a:srgbClr val="172B3A"/>
                </a:solidFill>
                <a:latin typeface="IPAexGothic"/>
                <a:ea typeface="IPAexGothic"/>
                <a:cs typeface="IPAexGothic"/>
              </a:defRPr>
            </a:lvl5pPr>
            <a:lvl6pPr algn="l">
              <a:buNone/>
              <a:defRPr sz="3300" b="1">
                <a:solidFill>
                  <a:srgbClr val="172B3A"/>
                </a:solidFill>
                <a:latin typeface="IPAexGothic"/>
                <a:ea typeface="IPAexGothic"/>
                <a:cs typeface="IPAexGothic"/>
              </a:defRPr>
            </a:lvl6pPr>
            <a:lvl7pPr algn="l">
              <a:buNone/>
              <a:defRPr sz="3300" b="1">
                <a:solidFill>
                  <a:srgbClr val="172B3A"/>
                </a:solidFill>
                <a:latin typeface="IPAexGothic"/>
                <a:ea typeface="IPAexGothic"/>
                <a:cs typeface="IPAexGothic"/>
              </a:defRPr>
            </a:lvl7pPr>
            <a:lvl8pPr algn="l">
              <a:buNone/>
              <a:defRPr sz="3300" b="1">
                <a:solidFill>
                  <a:srgbClr val="172B3A"/>
                </a:solidFill>
                <a:latin typeface="IPAexGothic"/>
                <a:ea typeface="IPAexGothic"/>
                <a:cs typeface="IPAexGothic"/>
              </a:defRPr>
            </a:lvl8pPr>
            <a:lvl9pPr algn="l">
              <a:buNone/>
              <a:defRPr sz="3300" b="1">
                <a:solidFill>
                  <a:srgbClr val="172B3A"/>
                </a:solidFill>
                <a:latin typeface="IPAexGothic"/>
                <a:ea typeface="IPAexGothic"/>
                <a:cs typeface="IPAexGothic"/>
              </a:defRPr>
            </a:lvl9pPr>
          </a:lstStyle>
          <a:p xmlns:a="http://schemas.openxmlformats.org/drawingml/2006/main">
            <a:pPr algn="l">
              <a:buNone/>
              <a:defRPr sz="3300" b="1">
                <a:solidFill>
                  <a:srgbClr val="172B3A"/>
                </a:solidFill>
                <a:latin typeface="IPAexGothic"/>
                <a:ea typeface="IPAexGothic"/>
                <a:cs typeface="IPAexGothic"/>
              </a:defRPr>
            </a:pPr>
            <a:r>
              <a:rPr sz="3300" b="1">
                <a:solidFill>
                  <a:srgbClr val="172B3A"/>
                </a:solidFill>
                <a:latin typeface="IPAexGothic"/>
                <a:ea typeface="IPAexGothic"/>
                <a:cs typeface="IPAexGothic"/>
              </a:rPr>
              <a:t>⑤ 保持集合を選ぶ方法の一例</a:t>
            </a:r>
          </a:p>
        </p:txBody>
      </p:sp>
      <p:sp>
        <p:nvSpPr>
          <p:cNvPr id="2" name="summary">
            <a:extLst xmlns:a="http://schemas.openxmlformats.org/drawingml/2006/main">
              <a:ext uri="{FF2B5EF4-FFF2-40B4-BE49-F238E27FC236}">
                <a16:creationId xmlns:a16="http://schemas.microsoft.com/office/drawing/2014/main" id="{F2444F1A-CC76-42C5-8570-B819C14F312C}"/>
              </a:ext>
            </a:extLst>
          </p:cNvPr>
          <p:cNvSpPr>
            <a:spLocks xmlns:a="http://schemas.openxmlformats.org/drawingml/2006/main" noGrp="1"/>
          </p:cNvSpPr>
          <p:nvPr/>
        </p:nvSpPr>
        <p:spPr>
          <a:xfrm xmlns:a="http://schemas.openxmlformats.org/drawingml/2006/main">
            <a:off x="609600" y="1028700"/>
            <a:ext cx="10896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1725" b="0">
                <a:solidFill>
                  <a:srgbClr val="586872"/>
                </a:solidFill>
                <a:latin typeface="IPAexGothic"/>
                <a:ea typeface="IPAexGothic"/>
                <a:cs typeface="IPAexGothic"/>
              </a:defRPr>
            </a:defPPr>
            <a:lvl1pPr algn="l">
              <a:buNone/>
              <a:defRPr sz="1725" b="0">
                <a:solidFill>
                  <a:srgbClr val="586872"/>
                </a:solidFill>
                <a:latin typeface="IPAexGothic"/>
                <a:ea typeface="IPAexGothic"/>
                <a:cs typeface="IPAexGothic"/>
              </a:defRPr>
            </a:lvl1pPr>
            <a:lvl2pPr algn="l">
              <a:buNone/>
              <a:defRPr sz="1725" b="0">
                <a:solidFill>
                  <a:srgbClr val="586872"/>
                </a:solidFill>
                <a:latin typeface="IPAexGothic"/>
                <a:ea typeface="IPAexGothic"/>
                <a:cs typeface="IPAexGothic"/>
              </a:defRPr>
            </a:lvl2pPr>
            <a:lvl3pPr algn="l">
              <a:buNone/>
              <a:defRPr sz="1725" b="0">
                <a:solidFill>
                  <a:srgbClr val="586872"/>
                </a:solidFill>
                <a:latin typeface="IPAexGothic"/>
                <a:ea typeface="IPAexGothic"/>
                <a:cs typeface="IPAexGothic"/>
              </a:defRPr>
            </a:lvl3pPr>
            <a:lvl4pPr algn="l">
              <a:buNone/>
              <a:defRPr sz="1725" b="0">
                <a:solidFill>
                  <a:srgbClr val="586872"/>
                </a:solidFill>
                <a:latin typeface="IPAexGothic"/>
                <a:ea typeface="IPAexGothic"/>
                <a:cs typeface="IPAexGothic"/>
              </a:defRPr>
            </a:lvl4pPr>
            <a:lvl5pPr algn="l">
              <a:buNone/>
              <a:defRPr sz="1725" b="0">
                <a:solidFill>
                  <a:srgbClr val="586872"/>
                </a:solidFill>
                <a:latin typeface="IPAexGothic"/>
                <a:ea typeface="IPAexGothic"/>
                <a:cs typeface="IPAexGothic"/>
              </a:defRPr>
            </a:lvl5pPr>
            <a:lvl6pPr algn="l">
              <a:buNone/>
              <a:defRPr sz="1725" b="0">
                <a:solidFill>
                  <a:srgbClr val="586872"/>
                </a:solidFill>
                <a:latin typeface="IPAexGothic"/>
                <a:ea typeface="IPAexGothic"/>
                <a:cs typeface="IPAexGothic"/>
              </a:defRPr>
            </a:lvl6pPr>
            <a:lvl7pPr algn="l">
              <a:buNone/>
              <a:defRPr sz="1725" b="0">
                <a:solidFill>
                  <a:srgbClr val="586872"/>
                </a:solidFill>
                <a:latin typeface="IPAexGothic"/>
                <a:ea typeface="IPAexGothic"/>
                <a:cs typeface="IPAexGothic"/>
              </a:defRPr>
            </a:lvl7pPr>
            <a:lvl8pPr algn="l">
              <a:buNone/>
              <a:defRPr sz="1725" b="0">
                <a:solidFill>
                  <a:srgbClr val="586872"/>
                </a:solidFill>
                <a:latin typeface="IPAexGothic"/>
                <a:ea typeface="IPAexGothic"/>
                <a:cs typeface="IPAexGothic"/>
              </a:defRPr>
            </a:lvl8pPr>
            <a:lvl9pPr algn="l">
              <a:buNone/>
              <a:defRPr sz="1725" b="0">
                <a:solidFill>
                  <a:srgbClr val="586872"/>
                </a:solidFill>
                <a:latin typeface="IPAexGothic"/>
                <a:ea typeface="IPAexGothic"/>
                <a:cs typeface="IPAexGothic"/>
              </a:defRPr>
            </a:lvl9pPr>
          </a:lstStyle>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本文は学んだ波形の違いを残すために、条件と距離の区分ごとに実測の窓を確保します。</a:t>
            </a:r>
          </a:p>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同じ窓が複数の保持理由に該当しても、窓IDの和集合として一回だけ数えます。</a:t>
            </a:r>
          </a:p>
        </p:txBody>
      </p:sp>
      <p:sp>
        <p:nvSpPr>
          <p:cNvPr id="3" name="page-number">
            <a:extLst xmlns:a="http://schemas.openxmlformats.org/drawingml/2006/main">
              <a:ext uri="{FF2B5EF4-FFF2-40B4-BE49-F238E27FC236}">
                <a16:creationId xmlns:a16="http://schemas.microsoft.com/office/drawing/2014/main" id="{059FE48A-3BCA-4487-8DB8-8E859104A421}"/>
              </a:ext>
            </a:extLst>
          </p:cNvPr>
          <p:cNvSpPr>
            <a:spLocks xmlns:a="http://schemas.openxmlformats.org/drawingml/2006/main" noGrp="1"/>
          </p:cNvSpPr>
          <p:nvPr/>
        </p:nvSpPr>
        <p:spPr>
          <a:xfrm xmlns:a="http://schemas.openxmlformats.org/drawingml/2006/main">
            <a:off x="11239500" y="644842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1275" b="0">
                <a:solidFill>
                  <a:srgbClr val="586872"/>
                </a:solidFill>
                <a:latin typeface="IPAexGothic"/>
                <a:ea typeface="IPAexGothic"/>
                <a:cs typeface="IPAexGothic"/>
              </a:defRPr>
            </a:defPPr>
            <a:lvl1pPr algn="l">
              <a:buNone/>
              <a:defRPr sz="1275" b="0">
                <a:solidFill>
                  <a:srgbClr val="586872"/>
                </a:solidFill>
                <a:latin typeface="IPAexGothic"/>
                <a:ea typeface="IPAexGothic"/>
                <a:cs typeface="IPAexGothic"/>
              </a:defRPr>
            </a:lvl1pPr>
            <a:lvl2pPr algn="l">
              <a:buNone/>
              <a:defRPr sz="1275" b="0">
                <a:solidFill>
                  <a:srgbClr val="586872"/>
                </a:solidFill>
                <a:latin typeface="IPAexGothic"/>
                <a:ea typeface="IPAexGothic"/>
                <a:cs typeface="IPAexGothic"/>
              </a:defRPr>
            </a:lvl2pPr>
            <a:lvl3pPr algn="l">
              <a:buNone/>
              <a:defRPr sz="1275" b="0">
                <a:solidFill>
                  <a:srgbClr val="586872"/>
                </a:solidFill>
                <a:latin typeface="IPAexGothic"/>
                <a:ea typeface="IPAexGothic"/>
                <a:cs typeface="IPAexGothic"/>
              </a:defRPr>
            </a:lvl3pPr>
            <a:lvl4pPr algn="l">
              <a:buNone/>
              <a:defRPr sz="1275" b="0">
                <a:solidFill>
                  <a:srgbClr val="586872"/>
                </a:solidFill>
                <a:latin typeface="IPAexGothic"/>
                <a:ea typeface="IPAexGothic"/>
                <a:cs typeface="IPAexGothic"/>
              </a:defRPr>
            </a:lvl4pPr>
            <a:lvl5pPr algn="l">
              <a:buNone/>
              <a:defRPr sz="1275" b="0">
                <a:solidFill>
                  <a:srgbClr val="586872"/>
                </a:solidFill>
                <a:latin typeface="IPAexGothic"/>
                <a:ea typeface="IPAexGothic"/>
                <a:cs typeface="IPAexGothic"/>
              </a:defRPr>
            </a:lvl5pPr>
            <a:lvl6pPr algn="l">
              <a:buNone/>
              <a:defRPr sz="1275" b="0">
                <a:solidFill>
                  <a:srgbClr val="586872"/>
                </a:solidFill>
                <a:latin typeface="IPAexGothic"/>
                <a:ea typeface="IPAexGothic"/>
                <a:cs typeface="IPAexGothic"/>
              </a:defRPr>
            </a:lvl6pPr>
            <a:lvl7pPr algn="l">
              <a:buNone/>
              <a:defRPr sz="1275" b="0">
                <a:solidFill>
                  <a:srgbClr val="586872"/>
                </a:solidFill>
                <a:latin typeface="IPAexGothic"/>
                <a:ea typeface="IPAexGothic"/>
                <a:cs typeface="IPAexGothic"/>
              </a:defRPr>
            </a:lvl7pPr>
            <a:lvl8pPr algn="l">
              <a:buNone/>
              <a:defRPr sz="1275" b="0">
                <a:solidFill>
                  <a:srgbClr val="586872"/>
                </a:solidFill>
                <a:latin typeface="IPAexGothic"/>
                <a:ea typeface="IPAexGothic"/>
                <a:cs typeface="IPAexGothic"/>
              </a:defRPr>
            </a:lvl8pPr>
            <a:lvl9pPr algn="l">
              <a:buNone/>
              <a:defRPr sz="1275" b="0">
                <a:solidFill>
                  <a:srgbClr val="586872"/>
                </a:solidFill>
                <a:latin typeface="IPAexGothic"/>
                <a:ea typeface="IPAexGothic"/>
                <a:cs typeface="IPAexGothic"/>
              </a:defRPr>
            </a:lvl9pPr>
          </a:lstStyle>
          <a:p xmlns:a="http://schemas.openxmlformats.org/drawingml/2006/main">
            <a:pPr algn="l">
              <a:buNone/>
              <a:defRPr sz="1275" b="0">
                <a:solidFill>
                  <a:srgbClr val="586872"/>
                </a:solidFill>
                <a:latin typeface="IPAexGothic"/>
                <a:ea typeface="IPAexGothic"/>
                <a:cs typeface="IPAexGothic"/>
              </a:defRPr>
            </a:pPr>
            <a:r>
              <a:rPr sz="1275" b="0">
                <a:solidFill>
                  <a:srgbClr val="586872"/>
                </a:solidFill>
                <a:latin typeface="IPAexGothic"/>
                <a:ea typeface="IPAexGothic"/>
                <a:cs typeface="IPAexGothic"/>
              </a:rPr>
              <a:t>30</a:t>
            </a:r>
          </a:p>
        </p:txBody>
      </p:sp>
      <p:graphicFrame>
        <p:nvGraphicFramePr>
          <p:cNvPr id="7" name="">
            <a:extLst xmlns:a="http://schemas.openxmlformats.org/drawingml/2006/main">
              <a:ext uri="{FF2B5EF4-FFF2-40B4-BE49-F238E27FC236}">
                <a16:creationId xmlns:a16="http://schemas.microsoft.com/office/drawing/2014/main" id="{1C872C4C-BB42-40A3-86DB-D3B5B4DABFF8}"/>
              </a:ext>
            </a:extLst>
          </p:cNvPr>
          <p:cNvGraphicFramePr/>
          <p:nvPr/>
        </p:nvGraphicFramePr>
        <p:xfrm>
          <a:off xmlns:a="http://schemas.openxmlformats.org/drawingml/2006/main" x="609600" y="1762125"/>
          <a:ext xmlns:a="http://schemas.openxmlformats.org/drawingml/2006/main" cx="10972800" cy="3952875"/>
        </p:xfrm>
        <a:graphic xmlns:a="http://schemas.openxmlformats.org/drawingml/2006/main">
          <a:graphicData uri="http://schemas.openxmlformats.org/drawingml/2006/table">
            <a:tbl>
              <a:tblPr firstRow="1" bandRow="0"/>
              <a:tblGrid>
                <a:gridCol w="2381250"/>
                <a:gridCol w="8591550"/>
              </a:tblGrid>
              <a:tr h="790575">
                <a:tc>
                  <a:txBody>
                    <a:bodyPr wrap="square" lIns="114300" tIns="66675" rIns="114300" bIns="66675"/>
                    <a:lstStyle/>
                    <a:p>
                      <a:r>
                        <a:rPr sz="1800" b="1">
                          <a:solidFill>
                            <a:srgbClr val="172B3A"/>
                          </a:solidFill>
                          <a:latin typeface="IPAexGothic"/>
                          <a:ea typeface="IPAexGothic"/>
                          <a:cs typeface="IPAexGothic"/>
                        </a:rPr>
                        <a:t>選定手順</a:t>
                      </a:r>
                    </a:p>
                  </a:txBody>
                  <a:tcPr marL="91440" marR="91440" marT="45720" marB="45720" anchor="ctr">
                    <a:lnL w="9525">
                      <a:solidFill>
                        <a:srgbClr val="BCCAD2"/>
                      </a:solidFill>
                      <a:prstDash val="solid"/>
                    </a:lnL>
                    <a:lnR w="9525">
                      <a:solidFill>
                        <a:srgbClr val="BCCAD2"/>
                      </a:solidFill>
                      <a:prstDash val="solid"/>
                    </a:lnR>
                    <a:lnT w="9525">
                      <a:solidFill>
                        <a:srgbClr val="BCCAD2"/>
                      </a:solidFill>
                      <a:prstDash val="solid"/>
                    </a:lnT>
                    <a:lnB w="9525">
                      <a:solidFill>
                        <a:srgbClr val="BCCAD2"/>
                      </a:solidFill>
                      <a:prstDash val="solid"/>
                    </a:lnB>
                    <a:solidFill>
                      <a:srgbClr val="EAF1F5"/>
                    </a:solidFill>
                  </a:tcPr>
                </a:tc>
                <a:tc>
                  <a:txBody>
                    <a:bodyPr wrap="square" lIns="114300" tIns="66675" rIns="114300" bIns="66675"/>
                    <a:lstStyle/>
                    <a:p>
                      <a:r>
                        <a:rPr sz="1800" b="1">
                          <a:solidFill>
                            <a:srgbClr val="172B3A"/>
                          </a:solidFill>
                          <a:latin typeface="IPAexGothic"/>
                          <a:ea typeface="IPAexGothic"/>
                          <a:cs typeface="IPAexGothic"/>
                        </a:rPr>
                        <a:t>本文で使う一例</a:t>
                      </a:r>
                    </a:p>
                  </a:txBody>
                  <a:tcPr marL="91440" marR="91440" marT="45720" marB="45720" anchor="ctr">
                    <a:lnR w="9525">
                      <a:solidFill>
                        <a:srgbClr val="BCCAD2"/>
                      </a:solidFill>
                      <a:prstDash val="solid"/>
                    </a:lnR>
                    <a:lnT w="9525">
                      <a:solidFill>
                        <a:srgbClr val="BCCAD2"/>
                      </a:solidFill>
                      <a:prstDash val="solid"/>
                    </a:lnT>
                    <a:lnB w="9525">
                      <a:solidFill>
                        <a:srgbClr val="BCCAD2"/>
                      </a:solidFill>
                      <a:prstDash val="solid"/>
                    </a:lnB>
                    <a:solidFill>
                      <a:srgbClr val="EAF1F5"/>
                    </a:solidFill>
                  </a:tcPr>
                </a:tc>
              </a:tr>
              <a:tr h="790575">
                <a:tc>
                  <a:txBody>
                    <a:bodyPr wrap="square" lIns="114300" tIns="66675" rIns="114300" bIns="66675"/>
                    <a:lstStyle/>
                    <a:p>
                      <a:r>
                        <a:rPr sz="1800" b="0">
                          <a:solidFill>
                            <a:srgbClr val="172B3A"/>
                          </a:solidFill>
                          <a:latin typeface="IPAexGothic"/>
                          <a:ea typeface="IPAexGothic"/>
                          <a:cs typeface="IPAexGothic"/>
                        </a:rPr>
                        <a:t>区分を作る</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FFFFF"/>
                    </a:solidFill>
                  </a:tcPr>
                </a:tc>
                <a:tc>
                  <a:txBody>
                    <a:bodyPr wrap="square" lIns="114300" tIns="66675" rIns="114300" bIns="66675"/>
                    <a:lstStyle/>
                    <a:p>
                      <a:r>
                        <a:rPr sz="1800" b="0">
                          <a:solidFill>
                            <a:srgbClr val="172B3A"/>
                          </a:solidFill>
                          <a:latin typeface="IPAexGothic"/>
                          <a:ea typeface="IPAexGothic"/>
                          <a:cs typeface="IPAexGothic"/>
                        </a:rPr>
                        <a:t>パターン版×設備×負荷×評価期間×典型内の距離区分で分ける。</a:t>
                      </a:r>
                    </a:p>
                    <a:p>
                      <a:r>
                        <a:rPr sz="1800" b="0">
                          <a:solidFill>
                            <a:srgbClr val="172B3A"/>
                          </a:solidFill>
                          <a:latin typeface="IPAexGothic"/>
                          <a:ea typeface="IPAexGothic"/>
                          <a:cs typeface="IPAexGothic"/>
                        </a:rPr>
                        <a:t>条件設定側の距離の四分位で区分し、観測した各区分に最低1窓を残す。</a:t>
                      </a:r>
                    </a:p>
                  </a:txBody>
                  <a:tcPr marL="91440" marR="91440" marT="45720" marB="45720" anchor="ctr">
                    <a:lnR w="9525">
                      <a:solidFill>
                        <a:srgbClr val="BCCAD2"/>
                      </a:solidFill>
                      <a:prstDash val="solid"/>
                    </a:lnR>
                    <a:lnB w="9525">
                      <a:solidFill>
                        <a:srgbClr val="BCCAD2"/>
                      </a:solidFill>
                      <a:prstDash val="solid"/>
                    </a:lnB>
                    <a:solidFill>
                      <a:srgbClr val="FFFFFF"/>
                    </a:solidFill>
                  </a:tcPr>
                </a:tc>
              </a:tr>
              <a:tr h="790575">
                <a:tc>
                  <a:txBody>
                    <a:bodyPr wrap="square" lIns="114300" tIns="66675" rIns="114300" bIns="66675"/>
                    <a:lstStyle/>
                    <a:p>
                      <a:r>
                        <a:rPr sz="1800" b="0">
                          <a:solidFill>
                            <a:srgbClr val="172B3A"/>
                          </a:solidFill>
                          <a:latin typeface="IPAexGothic"/>
                          <a:ea typeface="IPAexGothic"/>
                          <a:cs typeface="IPAexGothic"/>
                        </a:rPr>
                        <a:t>代表例と最近例</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8FAFB"/>
                    </a:solidFill>
                  </a:tcPr>
                </a:tc>
                <a:tc>
                  <a:txBody>
                    <a:bodyPr wrap="square" lIns="114300" tIns="66675" rIns="114300" bIns="66675"/>
                    <a:lstStyle/>
                    <a:p>
                      <a:r>
                        <a:rPr sz="1800" b="0">
                          <a:solidFill>
                            <a:srgbClr val="172B3A"/>
                          </a:solidFill>
                          <a:latin typeface="IPAexGothic"/>
                          <a:ea typeface="IPAexGothic"/>
                          <a:cs typeface="IPAexGothic"/>
                        </a:rPr>
                        <a:t>パターン・設備・負荷・期間ごとに、中心に最も近い実測1窓と</a:t>
                      </a:r>
                    </a:p>
                    <a:p>
                      <a:r>
                        <a:rPr sz="1800" b="0">
                          <a:solidFill>
                            <a:srgbClr val="172B3A"/>
                          </a:solidFill>
                          <a:latin typeface="IPAexGothic"/>
                          <a:ea typeface="IPAexGothic"/>
                          <a:cs typeface="IPAexGothic"/>
                        </a:rPr>
                        <a:t>最新2窓を追加する。同じ距離・時刻なら窓IDの順で選ぶ。</a:t>
                      </a:r>
                    </a:p>
                  </a:txBody>
                  <a:tcPr marL="91440" marR="91440" marT="45720" marB="45720" anchor="ctr">
                    <a:lnR w="9525">
                      <a:solidFill>
                        <a:srgbClr val="BCCAD2"/>
                      </a:solidFill>
                      <a:prstDash val="solid"/>
                    </a:lnR>
                    <a:lnB w="9525">
                      <a:solidFill>
                        <a:srgbClr val="BCCAD2"/>
                      </a:solidFill>
                      <a:prstDash val="solid"/>
                    </a:lnB>
                    <a:solidFill>
                      <a:srgbClr val="F8FAFB"/>
                    </a:solidFill>
                  </a:tcPr>
                </a:tc>
              </a:tr>
              <a:tr h="790575">
                <a:tc>
                  <a:txBody>
                    <a:bodyPr wrap="square" lIns="114300" tIns="66675" rIns="114300" bIns="66675"/>
                    <a:lstStyle/>
                    <a:p>
                      <a:r>
                        <a:rPr sz="1800" b="0">
                          <a:solidFill>
                            <a:srgbClr val="172B3A"/>
                          </a:solidFill>
                          <a:latin typeface="IPAexGothic"/>
                          <a:ea typeface="IPAexGothic"/>
                          <a:cs typeface="IPAexGothic"/>
                        </a:rPr>
                        <a:t>保護と残存数</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FFFFF"/>
                    </a:solidFill>
                  </a:tcPr>
                </a:tc>
                <a:tc>
                  <a:txBody>
                    <a:bodyPr wrap="square" lIns="114300" tIns="66675" rIns="114300" bIns="66675"/>
                    <a:lstStyle/>
                    <a:p>
                      <a:r>
                        <a:rPr sz="1800" b="0">
                          <a:solidFill>
                            <a:srgbClr val="172B3A"/>
                          </a:solidFill>
                          <a:latin typeface="IPAexGothic"/>
                          <a:ea typeface="IPAexGothic"/>
                          <a:cs typeface="IPAexGothic"/>
                        </a:rPr>
                        <a:t>境界・未知・欠測・進行中の出現、検証用、ほかの用途の窓を保護。</a:t>
                      </a:r>
                    </a:p>
                    <a:p>
                      <a:r>
                        <a:rPr sz="1800" b="0">
                          <a:solidFill>
                            <a:srgbClr val="172B3A"/>
                          </a:solidFill>
                          <a:latin typeface="IPAexGothic"/>
                          <a:ea typeface="IPAexGothic"/>
                          <a:cs typeface="IPAexGothic"/>
                        </a:rPr>
                        <a:t>候補削除後も全区分の最低数を満たすかを窓IDの実数で確認する。</a:t>
                      </a:r>
                    </a:p>
                  </a:txBody>
                  <a:tcPr marL="91440" marR="91440" marT="45720" marB="45720" anchor="ctr">
                    <a:lnR w="9525">
                      <a:solidFill>
                        <a:srgbClr val="BCCAD2"/>
                      </a:solidFill>
                      <a:prstDash val="solid"/>
                    </a:lnR>
                    <a:lnB w="9525">
                      <a:solidFill>
                        <a:srgbClr val="BCCAD2"/>
                      </a:solidFill>
                      <a:prstDash val="solid"/>
                    </a:lnB>
                    <a:solidFill>
                      <a:srgbClr val="FFFFFF"/>
                    </a:solidFill>
                  </a:tcPr>
                </a:tc>
              </a:tr>
              <a:tr h="790575">
                <a:tc>
                  <a:txBody>
                    <a:bodyPr wrap="square" lIns="114300" tIns="66675" rIns="114300" bIns="66675"/>
                    <a:lstStyle/>
                    <a:p>
                      <a:r>
                        <a:rPr sz="1800" b="0">
                          <a:solidFill>
                            <a:srgbClr val="172B3A"/>
                          </a:solidFill>
                          <a:latin typeface="IPAexGothic"/>
                          <a:ea typeface="IPAexGothic"/>
                          <a:cs typeface="IPAexGothic"/>
                        </a:rPr>
                        <a:t>必要数の見直し</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8FAFB"/>
                    </a:solidFill>
                  </a:tcPr>
                </a:tc>
                <a:tc>
                  <a:txBody>
                    <a:bodyPr wrap="square" lIns="114300" tIns="66675" rIns="114300" bIns="66675"/>
                    <a:lstStyle/>
                    <a:p>
                      <a:r>
                        <a:rPr sz="1800" b="0">
                          <a:solidFill>
                            <a:srgbClr val="172B3A"/>
                          </a:solidFill>
                          <a:latin typeface="IPAexGothic"/>
                          <a:ea typeface="IPAexGothic"/>
                          <a:cs typeface="IPAexGothic"/>
                        </a:rPr>
                        <a:t>代表・変動・最近例等の重複を除き、保持集合を先に確定。</a:t>
                      </a:r>
                    </a:p>
                    <a:p>
                      <a:r>
                        <a:rPr sz="1800" b="0">
                          <a:solidFill>
                            <a:srgbClr val="172B3A"/>
                          </a:solidFill>
                          <a:latin typeface="IPAexGothic"/>
                          <a:ea typeface="IPAexGothic"/>
                          <a:cs typeface="IPAexGothic"/>
                        </a:rPr>
                        <a:t>ばらつき・不確かさ・網羅不足に応じて区分の必要数を増やし、再評価。</a:t>
                      </a:r>
                    </a:p>
                  </a:txBody>
                  <a:tcPr marL="91440" marR="91440" marT="45720" marB="45720" anchor="ctr">
                    <a:lnR w="9525">
                      <a:solidFill>
                        <a:srgbClr val="BCCAD2"/>
                      </a:solidFill>
                      <a:prstDash val="solid"/>
                    </a:lnR>
                    <a:lnB w="9525">
                      <a:solidFill>
                        <a:srgbClr val="BCCAD2"/>
                      </a:solidFill>
                      <a:prstDash val="solid"/>
                    </a:lnB>
                    <a:solidFill>
                      <a:srgbClr val="F8FAFB"/>
                    </a:solidFill>
                  </a:tcPr>
                </a:tc>
              </a:tr>
            </a:tbl>
          </a:graphicData>
        </a:graphic>
      </p:graphicFrame>
      <p:sp>
        <p:nvSpPr>
          <p:cNvPr id="8" name="text-3">
            <a:extLst xmlns:a="http://schemas.openxmlformats.org/drawingml/2006/main">
              <a:ext uri="{FF2B5EF4-FFF2-40B4-BE49-F238E27FC236}">
                <a16:creationId xmlns:a16="http://schemas.microsoft.com/office/drawing/2014/main" id="{6D02A4ED-6C61-4C75-823D-0437209C74B6}"/>
              </a:ext>
            </a:extLst>
          </p:cNvPr>
          <p:cNvSpPr>
            <a:spLocks xmlns:a="http://schemas.openxmlformats.org/drawingml/2006/main" noGrp="1"/>
          </p:cNvSpPr>
          <p:nvPr/>
        </p:nvSpPr>
        <p:spPr>
          <a:xfrm xmlns:a="http://schemas.openxmlformats.org/drawingml/2006/main">
            <a:off x="609600" y="5953125"/>
            <a:ext cx="10906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1575" b="0">
                <a:solidFill>
                  <a:srgbClr val="586872"/>
                </a:solidFill>
                <a:latin typeface="IPAexGothic"/>
                <a:ea typeface="IPAexGothic"/>
                <a:cs typeface="IPAexGothic"/>
              </a:defRPr>
            </a:defPPr>
            <a:lvl1pPr algn="l">
              <a:buNone/>
              <a:defRPr sz="1575" b="0">
                <a:solidFill>
                  <a:srgbClr val="586872"/>
                </a:solidFill>
                <a:latin typeface="IPAexGothic"/>
                <a:ea typeface="IPAexGothic"/>
                <a:cs typeface="IPAexGothic"/>
              </a:defRPr>
            </a:lvl1pPr>
            <a:lvl2pPr algn="l">
              <a:buNone/>
              <a:defRPr sz="1575" b="0">
                <a:solidFill>
                  <a:srgbClr val="586872"/>
                </a:solidFill>
                <a:latin typeface="IPAexGothic"/>
                <a:ea typeface="IPAexGothic"/>
                <a:cs typeface="IPAexGothic"/>
              </a:defRPr>
            </a:lvl2pPr>
            <a:lvl3pPr algn="l">
              <a:buNone/>
              <a:defRPr sz="1575" b="0">
                <a:solidFill>
                  <a:srgbClr val="586872"/>
                </a:solidFill>
                <a:latin typeface="IPAexGothic"/>
                <a:ea typeface="IPAexGothic"/>
                <a:cs typeface="IPAexGothic"/>
              </a:defRPr>
            </a:lvl3pPr>
            <a:lvl4pPr algn="l">
              <a:buNone/>
              <a:defRPr sz="1575" b="0">
                <a:solidFill>
                  <a:srgbClr val="586872"/>
                </a:solidFill>
                <a:latin typeface="IPAexGothic"/>
                <a:ea typeface="IPAexGothic"/>
                <a:cs typeface="IPAexGothic"/>
              </a:defRPr>
            </a:lvl4pPr>
            <a:lvl5pPr algn="l">
              <a:buNone/>
              <a:defRPr sz="1575" b="0">
                <a:solidFill>
                  <a:srgbClr val="586872"/>
                </a:solidFill>
                <a:latin typeface="IPAexGothic"/>
                <a:ea typeface="IPAexGothic"/>
                <a:cs typeface="IPAexGothic"/>
              </a:defRPr>
            </a:lvl5pPr>
            <a:lvl6pPr algn="l">
              <a:buNone/>
              <a:defRPr sz="1575" b="0">
                <a:solidFill>
                  <a:srgbClr val="586872"/>
                </a:solidFill>
                <a:latin typeface="IPAexGothic"/>
                <a:ea typeface="IPAexGothic"/>
                <a:cs typeface="IPAexGothic"/>
              </a:defRPr>
            </a:lvl6pPr>
            <a:lvl7pPr algn="l">
              <a:buNone/>
              <a:defRPr sz="1575" b="0">
                <a:solidFill>
                  <a:srgbClr val="586872"/>
                </a:solidFill>
                <a:latin typeface="IPAexGothic"/>
                <a:ea typeface="IPAexGothic"/>
                <a:cs typeface="IPAexGothic"/>
              </a:defRPr>
            </a:lvl7pPr>
            <a:lvl8pPr algn="l">
              <a:buNone/>
              <a:defRPr sz="1575" b="0">
                <a:solidFill>
                  <a:srgbClr val="586872"/>
                </a:solidFill>
                <a:latin typeface="IPAexGothic"/>
                <a:ea typeface="IPAexGothic"/>
                <a:cs typeface="IPAexGothic"/>
              </a:defRPr>
            </a:lvl8pPr>
            <a:lvl9pPr algn="l">
              <a:buNone/>
              <a:defRPr sz="1575" b="0">
                <a:solidFill>
                  <a:srgbClr val="586872"/>
                </a:solidFill>
                <a:latin typeface="IPAexGothic"/>
                <a:ea typeface="IPAexGothic"/>
                <a:cs typeface="IPAexGothic"/>
              </a:defRPr>
            </a:lvl9pPr>
          </a:lstStyle>
          <a:p xmlns:a="http://schemas.openxmlformats.org/drawingml/2006/main">
            <a:pPr algn="l">
              <a:buNone/>
              <a:defRPr sz="1575" b="0">
                <a:solidFill>
                  <a:srgbClr val="586872"/>
                </a:solidFill>
                <a:latin typeface="IPAexGothic"/>
                <a:ea typeface="IPAexGothic"/>
                <a:cs typeface="IPAexGothic"/>
              </a:defRPr>
            </a:pPr>
            <a:r>
              <a:rPr sz="1575" b="0">
                <a:solidFill>
                  <a:srgbClr val="586872"/>
                </a:solidFill>
                <a:latin typeface="IPAexGothic"/>
                <a:ea typeface="IPAexGothic"/>
                <a:cs typeface="IPAexGothic"/>
              </a:rPr>
              <a:t>区分ごと1窓・代表1窓・最近2窓は仮設定。最小保持数や将来の再抽出成功を保証する値ではない</a:t>
            </a:r>
          </a:p>
        </p:txBody>
      </p:sp>
    </p:spTree>
    <p:extLst>
      <p:ext uri="{BB962C8B-B14F-4D97-AF65-F5344CB8AC3E}">
        <p14:creationId xmlns:p14="http://schemas.microsoft.com/office/powerpoint/2010/main" val="1156269588"/>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9" name="">
            <a:extLst xmlns:a="http://schemas.openxmlformats.org/drawingml/2006/main">
              <a:ext uri="{FF2B5EF4-FFF2-40B4-BE49-F238E27FC236}">
                <a16:creationId xmlns:a16="http://schemas.microsoft.com/office/drawing/2014/main" id="{67FAD525-E6E3-487B-936F-BC590C141421}"/>
              </a:ext>
            </a:extLst>
          </p:cNvPr>
          <p:cNvCxnSpPr>
            <a:stCxn xmlns:a="http://schemas.openxmlformats.org/drawingml/2006/main" id="5" idx="3"/>
            <a:endCxn xmlns:a="http://schemas.openxmlformats.org/drawingml/2006/main" id="6" idx="1"/>
          </p:cNvCxnSpPr>
          <p:nvPr/>
        </p:nvCxnSpPr>
        <p:spPr>
          <a:xfrm xmlns:a="http://schemas.openxmlformats.org/drawingml/2006/main" flipV="1">
            <a:off x="7334250" y="4752975"/>
            <a:ext cx="1181100" cy="276225"/>
          </a:xfrm>
          <a:prstGeom xmlns:a="http://schemas.openxmlformats.org/drawingml/2006/main" prst="bentConnector3">
            <a:avLst>
              <a:gd name="adj1" fmla="val 50000"/>
            </a:avLst>
          </a:prstGeom>
          <a:ln xmlns:a="http://schemas.openxmlformats.org/drawingml/2006/main" w="19050">
            <a:solidFill>
              <a:srgbClr val="236487"/>
            </a:solidFill>
            <a:prstDash val="solid"/>
            <a:tailEnd type="arrow" w="med" len="med"/>
          </a:ln>
        </p:spPr>
      </p:cxnSp>
      <p:cxnSp>
        <p:nvCxnSpPr>
          <p:cNvPr id="8" name="">
            <a:extLst xmlns:a="http://schemas.openxmlformats.org/drawingml/2006/main">
              <a:ext uri="{FF2B5EF4-FFF2-40B4-BE49-F238E27FC236}">
                <a16:creationId xmlns:a16="http://schemas.microsoft.com/office/drawing/2014/main" id="{450D095D-7CAD-473F-A2CA-A0A3BEAF17CE}"/>
              </a:ext>
            </a:extLst>
          </p:cNvPr>
          <p:cNvCxnSpPr>
            <a:stCxn xmlns:a="http://schemas.openxmlformats.org/drawingml/2006/main" id="4" idx="2"/>
            <a:endCxn xmlns:a="http://schemas.openxmlformats.org/drawingml/2006/main" id="5" idx="0"/>
          </p:cNvCxnSpPr>
          <p:nvPr/>
        </p:nvCxnSpPr>
        <p:spPr>
          <a:xfrm xmlns:a="http://schemas.openxmlformats.org/drawingml/2006/main">
            <a:off x="3976688" y="3981450"/>
            <a:ext cx="0" cy="571500"/>
          </a:xfrm>
          <a:prstGeom xmlns:a="http://schemas.openxmlformats.org/drawingml/2006/main" prst="straightConnector1">
            <a:avLst/>
          </a:prstGeom>
          <a:ln xmlns:a="http://schemas.openxmlformats.org/drawingml/2006/main" w="19050">
            <a:solidFill>
              <a:srgbClr val="236487"/>
            </a:solidFill>
            <a:prstDash val="solid"/>
            <a:tailEnd type="arrow" w="med" len="med"/>
          </a:ln>
        </p:spPr>
      </p:cxnSp>
      <p:cxnSp>
        <p:nvCxnSpPr>
          <p:cNvPr id="7" name="">
            <a:extLst xmlns:a="http://schemas.openxmlformats.org/drawingml/2006/main">
              <a:ext uri="{FF2B5EF4-FFF2-40B4-BE49-F238E27FC236}">
                <a16:creationId xmlns:a16="http://schemas.microsoft.com/office/drawing/2014/main" id="{8CFD6115-6310-4C58-A05D-373E0CB33078}"/>
              </a:ext>
            </a:extLst>
          </p:cNvPr>
          <p:cNvCxnSpPr>
            <a:stCxn xmlns:a="http://schemas.openxmlformats.org/drawingml/2006/main" id="3" idx="2"/>
            <a:endCxn xmlns:a="http://schemas.openxmlformats.org/drawingml/2006/main" id="4" idx="0"/>
          </p:cNvCxnSpPr>
          <p:nvPr/>
        </p:nvCxnSpPr>
        <p:spPr>
          <a:xfrm xmlns:a="http://schemas.openxmlformats.org/drawingml/2006/main" flipH="1">
            <a:off x="3976688" y="2438400"/>
            <a:ext cx="2109788" cy="590550"/>
          </a:xfrm>
          <a:prstGeom xmlns:a="http://schemas.openxmlformats.org/drawingml/2006/main" prst="bentConnector4">
            <a:avLst>
              <a:gd name="adj1" fmla="val 0"/>
              <a:gd name="adj2" fmla="val 50000"/>
            </a:avLst>
          </a:prstGeom>
          <a:ln xmlns:a="http://schemas.openxmlformats.org/drawingml/2006/main" w="19050">
            <a:solidFill>
              <a:srgbClr val="236487"/>
            </a:solidFill>
            <a:prstDash val="solid"/>
            <a:tailEnd type="arrow" w="med" len="med"/>
          </a:ln>
        </p:spPr>
      </p:cxnSp>
      <p:sp>
        <p:nvSpPr>
          <p:cNvPr id="13" name="headline">
            <a:extLst xmlns:a="http://schemas.openxmlformats.org/drawingml/2006/main">
              <a:ext uri="{FF2B5EF4-FFF2-40B4-BE49-F238E27FC236}">
                <a16:creationId xmlns:a16="http://schemas.microsoft.com/office/drawing/2014/main" id="{4914596F-B01E-4944-BE8B-C72CF5657A02}"/>
              </a:ext>
            </a:extLst>
          </p:cNvPr>
          <p:cNvSpPr>
            <a:spLocks xmlns:a="http://schemas.openxmlformats.org/drawingml/2006/main" noGrp="1"/>
          </p:cNvSpPr>
          <p:nvPr/>
        </p:nvSpPr>
        <p:spPr>
          <a:xfrm xmlns:a="http://schemas.openxmlformats.org/drawingml/2006/main">
            <a:off x="590550" y="333375"/>
            <a:ext cx="1095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2B3A"/>
                </a:solidFill>
                <a:latin typeface="IPAexGothic"/>
                <a:ea typeface="IPAexGothic"/>
                <a:cs typeface="IPAexGothic"/>
              </a:defRPr>
            </a:defPPr>
            <a:lvl1pPr algn="l">
              <a:buNone/>
              <a:defRPr sz="3300" b="1">
                <a:solidFill>
                  <a:srgbClr val="172B3A"/>
                </a:solidFill>
                <a:latin typeface="IPAexGothic"/>
                <a:ea typeface="IPAexGothic"/>
                <a:cs typeface="IPAexGothic"/>
              </a:defRPr>
            </a:lvl1pPr>
            <a:lvl2pPr algn="l">
              <a:buNone/>
              <a:defRPr sz="3300" b="1">
                <a:solidFill>
                  <a:srgbClr val="172B3A"/>
                </a:solidFill>
                <a:latin typeface="IPAexGothic"/>
                <a:ea typeface="IPAexGothic"/>
                <a:cs typeface="IPAexGothic"/>
              </a:defRPr>
            </a:lvl2pPr>
            <a:lvl3pPr algn="l">
              <a:buNone/>
              <a:defRPr sz="3300" b="1">
                <a:solidFill>
                  <a:srgbClr val="172B3A"/>
                </a:solidFill>
                <a:latin typeface="IPAexGothic"/>
                <a:ea typeface="IPAexGothic"/>
                <a:cs typeface="IPAexGothic"/>
              </a:defRPr>
            </a:lvl3pPr>
            <a:lvl4pPr algn="l">
              <a:buNone/>
              <a:defRPr sz="3300" b="1">
                <a:solidFill>
                  <a:srgbClr val="172B3A"/>
                </a:solidFill>
                <a:latin typeface="IPAexGothic"/>
                <a:ea typeface="IPAexGothic"/>
                <a:cs typeface="IPAexGothic"/>
              </a:defRPr>
            </a:lvl4pPr>
            <a:lvl5pPr algn="l">
              <a:buNone/>
              <a:defRPr sz="3300" b="1">
                <a:solidFill>
                  <a:srgbClr val="172B3A"/>
                </a:solidFill>
                <a:latin typeface="IPAexGothic"/>
                <a:ea typeface="IPAexGothic"/>
                <a:cs typeface="IPAexGothic"/>
              </a:defRPr>
            </a:lvl5pPr>
            <a:lvl6pPr algn="l">
              <a:buNone/>
              <a:defRPr sz="3300" b="1">
                <a:solidFill>
                  <a:srgbClr val="172B3A"/>
                </a:solidFill>
                <a:latin typeface="IPAexGothic"/>
                <a:ea typeface="IPAexGothic"/>
                <a:cs typeface="IPAexGothic"/>
              </a:defRPr>
            </a:lvl6pPr>
            <a:lvl7pPr algn="l">
              <a:buNone/>
              <a:defRPr sz="3300" b="1">
                <a:solidFill>
                  <a:srgbClr val="172B3A"/>
                </a:solidFill>
                <a:latin typeface="IPAexGothic"/>
                <a:ea typeface="IPAexGothic"/>
                <a:cs typeface="IPAexGothic"/>
              </a:defRPr>
            </a:lvl7pPr>
            <a:lvl8pPr algn="l">
              <a:buNone/>
              <a:defRPr sz="3300" b="1">
                <a:solidFill>
                  <a:srgbClr val="172B3A"/>
                </a:solidFill>
                <a:latin typeface="IPAexGothic"/>
                <a:ea typeface="IPAexGothic"/>
                <a:cs typeface="IPAexGothic"/>
              </a:defRPr>
            </a:lvl8pPr>
            <a:lvl9pPr algn="l">
              <a:buNone/>
              <a:defRPr sz="3300" b="1">
                <a:solidFill>
                  <a:srgbClr val="172B3A"/>
                </a:solidFill>
                <a:latin typeface="IPAexGothic"/>
                <a:ea typeface="IPAexGothic"/>
                <a:cs typeface="IPAexGothic"/>
              </a:defRPr>
            </a:lvl9pPr>
          </a:lstStyle>
          <a:p xmlns:a="http://schemas.openxmlformats.org/drawingml/2006/main">
            <a:pPr algn="l">
              <a:buNone/>
              <a:defRPr sz="3300" b="1">
                <a:solidFill>
                  <a:srgbClr val="172B3A"/>
                </a:solidFill>
                <a:latin typeface="IPAexGothic"/>
                <a:ea typeface="IPAexGothic"/>
                <a:cs typeface="IPAexGothic"/>
              </a:defRPr>
            </a:pPr>
            <a:r>
              <a:rPr sz="3300" b="1">
                <a:solidFill>
                  <a:srgbClr val="172B3A"/>
                </a:solidFill>
                <a:latin typeface="IPAexGothic"/>
                <a:ea typeface="IPAexGothic"/>
                <a:cs typeface="IPAexGothic"/>
              </a:rPr>
              <a:t>⑤ 削除を実行する対象の決定</a:t>
            </a:r>
          </a:p>
        </p:txBody>
      </p:sp>
      <p:sp>
        <p:nvSpPr>
          <p:cNvPr id="2" name="summary">
            <a:extLst xmlns:a="http://schemas.openxmlformats.org/drawingml/2006/main">
              <a:ext uri="{FF2B5EF4-FFF2-40B4-BE49-F238E27FC236}">
                <a16:creationId xmlns:a16="http://schemas.microsoft.com/office/drawing/2014/main" id="{11125157-12A8-4FB3-B132-1355F34E9B8C}"/>
              </a:ext>
            </a:extLst>
          </p:cNvPr>
          <p:cNvSpPr>
            <a:spLocks xmlns:a="http://schemas.openxmlformats.org/drawingml/2006/main" noGrp="1"/>
          </p:cNvSpPr>
          <p:nvPr/>
        </p:nvSpPr>
        <p:spPr>
          <a:xfrm xmlns:a="http://schemas.openxmlformats.org/drawingml/2006/main">
            <a:off x="609600" y="1028700"/>
            <a:ext cx="10896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872"/>
                </a:solidFill>
                <a:latin typeface="IPAexGothic"/>
                <a:ea typeface="IPAexGothic"/>
                <a:cs typeface="IPAexGothic"/>
              </a:defRPr>
            </a:defPPr>
            <a:lvl1pPr algn="l">
              <a:buNone/>
              <a:defRPr sz="1800" b="0">
                <a:solidFill>
                  <a:srgbClr val="586872"/>
                </a:solidFill>
                <a:latin typeface="IPAexGothic"/>
                <a:ea typeface="IPAexGothic"/>
                <a:cs typeface="IPAexGothic"/>
              </a:defRPr>
            </a:lvl1pPr>
            <a:lvl2pPr algn="l">
              <a:buNone/>
              <a:defRPr sz="1800" b="0">
                <a:solidFill>
                  <a:srgbClr val="586872"/>
                </a:solidFill>
                <a:latin typeface="IPAexGothic"/>
                <a:ea typeface="IPAexGothic"/>
                <a:cs typeface="IPAexGothic"/>
              </a:defRPr>
            </a:lvl2pPr>
            <a:lvl3pPr algn="l">
              <a:buNone/>
              <a:defRPr sz="1800" b="0">
                <a:solidFill>
                  <a:srgbClr val="586872"/>
                </a:solidFill>
                <a:latin typeface="IPAexGothic"/>
                <a:ea typeface="IPAexGothic"/>
                <a:cs typeface="IPAexGothic"/>
              </a:defRPr>
            </a:lvl3pPr>
            <a:lvl4pPr algn="l">
              <a:buNone/>
              <a:defRPr sz="1800" b="0">
                <a:solidFill>
                  <a:srgbClr val="586872"/>
                </a:solidFill>
                <a:latin typeface="IPAexGothic"/>
                <a:ea typeface="IPAexGothic"/>
                <a:cs typeface="IPAexGothic"/>
              </a:defRPr>
            </a:lvl4pPr>
            <a:lvl5pPr algn="l">
              <a:buNone/>
              <a:defRPr sz="1800" b="0">
                <a:solidFill>
                  <a:srgbClr val="586872"/>
                </a:solidFill>
                <a:latin typeface="IPAexGothic"/>
                <a:ea typeface="IPAexGothic"/>
                <a:cs typeface="IPAexGothic"/>
              </a:defRPr>
            </a:lvl5pPr>
            <a:lvl6pPr algn="l">
              <a:buNone/>
              <a:defRPr sz="1800" b="0">
                <a:solidFill>
                  <a:srgbClr val="586872"/>
                </a:solidFill>
                <a:latin typeface="IPAexGothic"/>
                <a:ea typeface="IPAexGothic"/>
                <a:cs typeface="IPAexGothic"/>
              </a:defRPr>
            </a:lvl6pPr>
            <a:lvl7pPr algn="l">
              <a:buNone/>
              <a:defRPr sz="1800" b="0">
                <a:solidFill>
                  <a:srgbClr val="586872"/>
                </a:solidFill>
                <a:latin typeface="IPAexGothic"/>
                <a:ea typeface="IPAexGothic"/>
                <a:cs typeface="IPAexGothic"/>
              </a:defRPr>
            </a:lvl7pPr>
            <a:lvl8pPr algn="l">
              <a:buNone/>
              <a:defRPr sz="1800" b="0">
                <a:solidFill>
                  <a:srgbClr val="586872"/>
                </a:solidFill>
                <a:latin typeface="IPAexGothic"/>
                <a:ea typeface="IPAexGothic"/>
                <a:cs typeface="IPAexGothic"/>
              </a:defRPr>
            </a:lvl8pPr>
            <a:lvl9pPr algn="l">
              <a:buNone/>
              <a:defRPr sz="1800" b="0">
                <a:solidFill>
                  <a:srgbClr val="586872"/>
                </a:solidFill>
                <a:latin typeface="IPAexGothic"/>
                <a:ea typeface="IPAexGothic"/>
                <a:cs typeface="IPAexGothic"/>
              </a:defRPr>
            </a:lvl9pPr>
          </a:lstStyle>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本例は各窓を独立したCSVに保存し、三評価に合格した余剰典型の窓ファイルを削除します。</a:t>
            </a:r>
          </a:p>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最寄り一群へ対応させる本文の方式でも、進行中の出現や他用途の保持理由があれば削除しません。</a:t>
            </a:r>
          </a:p>
        </p:txBody>
      </p:sp>
      <p:sp>
        <p:nvSpPr>
          <p:cNvPr id="3" name="diagram-2">
            <a:extLst xmlns:a="http://schemas.openxmlformats.org/drawingml/2006/main">
              <a:ext uri="{FF2B5EF4-FFF2-40B4-BE49-F238E27FC236}">
                <a16:creationId xmlns:a16="http://schemas.microsoft.com/office/drawing/2014/main" id="{3F408AF1-AD54-4527-80FD-8F156B2BDC90}"/>
              </a:ext>
            </a:extLst>
          </p:cNvPr>
          <p:cNvSpPr>
            <a:spLocks xmlns:a="http://schemas.openxmlformats.org/drawingml/2006/main" noGrp="1"/>
          </p:cNvSpPr>
          <p:nvPr/>
        </p:nvSpPr>
        <p:spPr>
          <a:xfrm xmlns:a="http://schemas.openxmlformats.org/drawingml/2006/main">
            <a:off x="619125" y="1714500"/>
            <a:ext cx="10934700" cy="723900"/>
          </a:xfrm>
          <a:prstGeom xmlns:a="http://schemas.openxmlformats.org/drawingml/2006/main" prst="rect">
            <a:avLst/>
          </a:prstGeom>
          <a:solidFill xmlns:a="http://schemas.openxmlformats.org/drawingml/2006/main">
            <a:srgbClr val="EAF1F5"/>
          </a:solidFill>
          <a:ln xmlns:a="http://schemas.openxmlformats.org/drawingml/2006/main" w="14288">
            <a:solidFill>
              <a:srgbClr val="236487"/>
            </a:solidFill>
          </a:ln>
        </p:spPr>
        <p:txBody>
          <a:bodyPr xmlns:a="http://schemas.openxmlformats.org/drawingml/2006/main" wrap="square" lIns="114300" tIns="114300" rIns="114300" bIns="114300" anchor="ctr">
            <a:noAutofit/>
          </a:bodyPr>
          <a:lstStyle xmlns:a="http://schemas.openxmlformats.org/drawingml/2006/main">
            <a:defPPr algn="ctr">
              <a:defRPr sz="2025" b="0">
                <a:solidFill>
                  <a:srgbClr val="172B3A"/>
                </a:solidFill>
                <a:latin typeface="IPAexGothic"/>
                <a:ea typeface="IPAexGothic"/>
                <a:cs typeface="IPAexGothic"/>
              </a:defRPr>
            </a:defPPr>
            <a:lvl1pPr algn="ctr">
              <a:buNone/>
              <a:defRPr sz="2025" b="0">
                <a:solidFill>
                  <a:srgbClr val="172B3A"/>
                </a:solidFill>
                <a:latin typeface="IPAexGothic"/>
                <a:ea typeface="IPAexGothic"/>
                <a:cs typeface="IPAexGothic"/>
              </a:defRPr>
            </a:lvl1pPr>
            <a:lvl2pPr algn="ctr">
              <a:buNone/>
              <a:defRPr sz="2025" b="0">
                <a:solidFill>
                  <a:srgbClr val="172B3A"/>
                </a:solidFill>
                <a:latin typeface="IPAexGothic"/>
                <a:ea typeface="IPAexGothic"/>
                <a:cs typeface="IPAexGothic"/>
              </a:defRPr>
            </a:lvl2pPr>
            <a:lvl3pPr algn="ctr">
              <a:buNone/>
              <a:defRPr sz="2025" b="0">
                <a:solidFill>
                  <a:srgbClr val="172B3A"/>
                </a:solidFill>
                <a:latin typeface="IPAexGothic"/>
                <a:ea typeface="IPAexGothic"/>
                <a:cs typeface="IPAexGothic"/>
              </a:defRPr>
            </a:lvl3pPr>
            <a:lvl4pPr algn="ctr">
              <a:buNone/>
              <a:defRPr sz="2025" b="0">
                <a:solidFill>
                  <a:srgbClr val="172B3A"/>
                </a:solidFill>
                <a:latin typeface="IPAexGothic"/>
                <a:ea typeface="IPAexGothic"/>
                <a:cs typeface="IPAexGothic"/>
              </a:defRPr>
            </a:lvl4pPr>
            <a:lvl5pPr algn="ctr">
              <a:buNone/>
              <a:defRPr sz="2025" b="0">
                <a:solidFill>
                  <a:srgbClr val="172B3A"/>
                </a:solidFill>
                <a:latin typeface="IPAexGothic"/>
                <a:ea typeface="IPAexGothic"/>
                <a:cs typeface="IPAexGothic"/>
              </a:defRPr>
            </a:lvl5pPr>
            <a:lvl6pPr algn="ctr">
              <a:buNone/>
              <a:defRPr sz="2025" b="0">
                <a:solidFill>
                  <a:srgbClr val="172B3A"/>
                </a:solidFill>
                <a:latin typeface="IPAexGothic"/>
                <a:ea typeface="IPAexGothic"/>
                <a:cs typeface="IPAexGothic"/>
              </a:defRPr>
            </a:lvl6pPr>
            <a:lvl7pPr algn="ctr">
              <a:buNone/>
              <a:defRPr sz="2025" b="0">
                <a:solidFill>
                  <a:srgbClr val="172B3A"/>
                </a:solidFill>
                <a:latin typeface="IPAexGothic"/>
                <a:ea typeface="IPAexGothic"/>
                <a:cs typeface="IPAexGothic"/>
              </a:defRPr>
            </a:lvl7pPr>
            <a:lvl8pPr algn="ctr">
              <a:buNone/>
              <a:defRPr sz="2025" b="0">
                <a:solidFill>
                  <a:srgbClr val="172B3A"/>
                </a:solidFill>
                <a:latin typeface="IPAexGothic"/>
                <a:ea typeface="IPAexGothic"/>
                <a:cs typeface="IPAexGothic"/>
              </a:defRPr>
            </a:lvl8pPr>
            <a:lvl9pPr algn="ctr">
              <a:buNone/>
              <a:defRPr sz="2025" b="0">
                <a:solidFill>
                  <a:srgbClr val="172B3A"/>
                </a:solidFill>
                <a:latin typeface="IPAexGothic"/>
                <a:ea typeface="IPAexGothic"/>
                <a:cs typeface="IPAexGothic"/>
              </a:defRPr>
            </a:lvl9pPr>
          </a:lstStyle>
          <a:p xmlns:a="http://schemas.openxmlformats.org/drawingml/2006/main">
            <a:pPr algn="ctr">
              <a:buNone/>
              <a:defRPr sz="2025" b="0">
                <a:solidFill>
                  <a:srgbClr val="172B3A"/>
                </a:solidFill>
                <a:latin typeface="IPAexGothic"/>
                <a:ea typeface="IPAexGothic"/>
                <a:cs typeface="IPAexGothic"/>
              </a:defRPr>
            </a:pPr>
            <a:r>
              <a:rPr sz="2025" b="0">
                <a:solidFill>
                  <a:srgbClr val="172B3A"/>
                </a:solidFill>
                <a:latin typeface="IPAexGothic"/>
                <a:ea typeface="IPAexGothic"/>
                <a:cs typeface="IPAexGothic"/>
              </a:rPr>
              <a:t>典型の窓CSVを候補にする</a:t>
            </a:r>
          </a:p>
          <a:p xmlns:a="http://schemas.openxmlformats.org/drawingml/2006/main">
            <a:pPr algn="ctr">
              <a:buNone/>
              <a:defRPr sz="2025" b="0">
                <a:solidFill>
                  <a:srgbClr val="172B3A"/>
                </a:solidFill>
                <a:latin typeface="IPAexGothic"/>
                <a:ea typeface="IPAexGothic"/>
                <a:cs typeface="IPAexGothic"/>
              </a:defRPr>
            </a:pPr>
            <a:r>
              <a:rPr sz="2025" b="0">
                <a:solidFill>
                  <a:srgbClr val="172B3A"/>
                </a:solidFill>
                <a:latin typeface="IPAexGothic"/>
                <a:ea typeface="IPAexGothic"/>
                <a:cs typeface="IPAexGothic"/>
              </a:rPr>
              <a:t>境界・未知・欠測・進行中・検証用は保護</a:t>
            </a:r>
          </a:p>
        </p:txBody>
      </p:sp>
      <p:sp>
        <p:nvSpPr>
          <p:cNvPr id="4" name="diagram-3">
            <a:extLst xmlns:a="http://schemas.openxmlformats.org/drawingml/2006/main">
              <a:ext uri="{FF2B5EF4-FFF2-40B4-BE49-F238E27FC236}">
                <a16:creationId xmlns:a16="http://schemas.microsoft.com/office/drawing/2014/main" id="{BD049921-A351-4303-8BDA-525FC432814A}"/>
              </a:ext>
            </a:extLst>
          </p:cNvPr>
          <p:cNvSpPr>
            <a:spLocks xmlns:a="http://schemas.openxmlformats.org/drawingml/2006/main" noGrp="1"/>
          </p:cNvSpPr>
          <p:nvPr/>
        </p:nvSpPr>
        <p:spPr>
          <a:xfrm xmlns:a="http://schemas.openxmlformats.org/drawingml/2006/main">
            <a:off x="619125" y="3028950"/>
            <a:ext cx="6715125" cy="952500"/>
          </a:xfrm>
          <a:prstGeom xmlns:a="http://schemas.openxmlformats.org/drawingml/2006/main" prst="rect">
            <a:avLst/>
          </a:prstGeom>
          <a:solidFill xmlns:a="http://schemas.openxmlformats.org/drawingml/2006/main">
            <a:srgbClr val="EAF1F5"/>
          </a:solidFill>
          <a:ln xmlns:a="http://schemas.openxmlformats.org/drawingml/2006/main" w="14288">
            <a:solidFill>
              <a:srgbClr val="236487"/>
            </a:solidFill>
          </a:ln>
        </p:spPr>
        <p:txBody>
          <a:bodyPr xmlns:a="http://schemas.openxmlformats.org/drawingml/2006/main" wrap="square" lIns="114300" tIns="114300" rIns="114300" bIns="114300" anchor="ctr">
            <a:noAutofit/>
          </a:bodyPr>
          <a:lstStyle xmlns:a="http://schemas.openxmlformats.org/drawingml/2006/main">
            <a:defPPr algn="ctr">
              <a:defRPr sz="1950" b="0">
                <a:solidFill>
                  <a:srgbClr val="172B3A"/>
                </a:solidFill>
                <a:latin typeface="IPAexGothic"/>
                <a:ea typeface="IPAexGothic"/>
                <a:cs typeface="IPAexGothic"/>
              </a:defRPr>
            </a:defPPr>
            <a:lvl1pPr algn="ctr">
              <a:buNone/>
              <a:defRPr sz="1950" b="0">
                <a:solidFill>
                  <a:srgbClr val="172B3A"/>
                </a:solidFill>
                <a:latin typeface="IPAexGothic"/>
                <a:ea typeface="IPAexGothic"/>
                <a:cs typeface="IPAexGothic"/>
              </a:defRPr>
            </a:lvl1pPr>
            <a:lvl2pPr algn="ctr">
              <a:buNone/>
              <a:defRPr sz="1950" b="0">
                <a:solidFill>
                  <a:srgbClr val="172B3A"/>
                </a:solidFill>
                <a:latin typeface="IPAexGothic"/>
                <a:ea typeface="IPAexGothic"/>
                <a:cs typeface="IPAexGothic"/>
              </a:defRPr>
            </a:lvl2pPr>
            <a:lvl3pPr algn="ctr">
              <a:buNone/>
              <a:defRPr sz="1950" b="0">
                <a:solidFill>
                  <a:srgbClr val="172B3A"/>
                </a:solidFill>
                <a:latin typeface="IPAexGothic"/>
                <a:ea typeface="IPAexGothic"/>
                <a:cs typeface="IPAexGothic"/>
              </a:defRPr>
            </a:lvl3pPr>
            <a:lvl4pPr algn="ctr">
              <a:buNone/>
              <a:defRPr sz="1950" b="0">
                <a:solidFill>
                  <a:srgbClr val="172B3A"/>
                </a:solidFill>
                <a:latin typeface="IPAexGothic"/>
                <a:ea typeface="IPAexGothic"/>
                <a:cs typeface="IPAexGothic"/>
              </a:defRPr>
            </a:lvl4pPr>
            <a:lvl5pPr algn="ctr">
              <a:buNone/>
              <a:defRPr sz="1950" b="0">
                <a:solidFill>
                  <a:srgbClr val="172B3A"/>
                </a:solidFill>
                <a:latin typeface="IPAexGothic"/>
                <a:ea typeface="IPAexGothic"/>
                <a:cs typeface="IPAexGothic"/>
              </a:defRPr>
            </a:lvl5pPr>
            <a:lvl6pPr algn="ctr">
              <a:buNone/>
              <a:defRPr sz="1950" b="0">
                <a:solidFill>
                  <a:srgbClr val="172B3A"/>
                </a:solidFill>
                <a:latin typeface="IPAexGothic"/>
                <a:ea typeface="IPAexGothic"/>
                <a:cs typeface="IPAexGothic"/>
              </a:defRPr>
            </a:lvl6pPr>
            <a:lvl7pPr algn="ctr">
              <a:buNone/>
              <a:defRPr sz="1950" b="0">
                <a:solidFill>
                  <a:srgbClr val="172B3A"/>
                </a:solidFill>
                <a:latin typeface="IPAexGothic"/>
                <a:ea typeface="IPAexGothic"/>
                <a:cs typeface="IPAexGothic"/>
              </a:defRPr>
            </a:lvl7pPr>
            <a:lvl8pPr algn="ctr">
              <a:buNone/>
              <a:defRPr sz="1950" b="0">
                <a:solidFill>
                  <a:srgbClr val="172B3A"/>
                </a:solidFill>
                <a:latin typeface="IPAexGothic"/>
                <a:ea typeface="IPAexGothic"/>
                <a:cs typeface="IPAexGothic"/>
              </a:defRPr>
            </a:lvl8pPr>
            <a:lvl9pPr algn="ctr">
              <a:buNone/>
              <a:defRPr sz="1950" b="0">
                <a:solidFill>
                  <a:srgbClr val="172B3A"/>
                </a:solidFill>
                <a:latin typeface="IPAexGothic"/>
                <a:ea typeface="IPAexGothic"/>
                <a:cs typeface="IPAexGothic"/>
              </a:defRPr>
            </a:lvl9pPr>
          </a:lstStyle>
          <a:p xmlns:a="http://schemas.openxmlformats.org/drawingml/2006/main">
            <a:pPr algn="ctr">
              <a:buNone/>
              <a:defRPr sz="1950" b="0">
                <a:solidFill>
                  <a:srgbClr val="172B3A"/>
                </a:solidFill>
                <a:latin typeface="IPAexGothic"/>
                <a:ea typeface="IPAexGothic"/>
                <a:cs typeface="IPAexGothic"/>
              </a:defRPr>
            </a:pPr>
            <a:r>
              <a:rPr sz="1950" b="0">
                <a:solidFill>
                  <a:srgbClr val="172B3A"/>
                </a:solidFill>
                <a:latin typeface="IPAexGothic"/>
                <a:ea typeface="IPAexGothic"/>
                <a:cs typeface="IPAexGothic"/>
              </a:rPr>
              <a:t>パターン版・モデル・運転条件が許可範囲内</a:t>
            </a:r>
          </a:p>
          <a:p xmlns:a="http://schemas.openxmlformats.org/drawingml/2006/main">
            <a:pPr algn="ctr">
              <a:buNone/>
              <a:defRPr sz="1950" b="0">
                <a:solidFill>
                  <a:srgbClr val="172B3A"/>
                </a:solidFill>
                <a:latin typeface="IPAexGothic"/>
                <a:ea typeface="IPAexGothic"/>
                <a:cs typeface="IPAexGothic"/>
              </a:defRPr>
            </a:pPr>
            <a:r>
              <a:rPr sz="1950" b="0">
                <a:solidFill>
                  <a:srgbClr val="172B3A"/>
                </a:solidFill>
                <a:latin typeface="IPAexGothic"/>
                <a:ea typeface="IPAexGothic"/>
                <a:cs typeface="IPAexGothic"/>
              </a:rPr>
              <a:t>確立度・代替性・保持条件がすべて合格</a:t>
            </a:r>
          </a:p>
        </p:txBody>
      </p:sp>
      <p:sp>
        <p:nvSpPr>
          <p:cNvPr id="5" name="diagram-4">
            <a:extLst xmlns:a="http://schemas.openxmlformats.org/drawingml/2006/main">
              <a:ext uri="{FF2B5EF4-FFF2-40B4-BE49-F238E27FC236}">
                <a16:creationId xmlns:a16="http://schemas.microsoft.com/office/drawing/2014/main" id="{490C6D85-D9C3-4198-BB1F-8328B8AE1A5F}"/>
              </a:ext>
            </a:extLst>
          </p:cNvPr>
          <p:cNvSpPr>
            <a:spLocks xmlns:a="http://schemas.openxmlformats.org/drawingml/2006/main" noGrp="1"/>
          </p:cNvSpPr>
          <p:nvPr/>
        </p:nvSpPr>
        <p:spPr>
          <a:xfrm xmlns:a="http://schemas.openxmlformats.org/drawingml/2006/main">
            <a:off x="619125" y="4552950"/>
            <a:ext cx="6715125" cy="952500"/>
          </a:xfrm>
          <a:prstGeom xmlns:a="http://schemas.openxmlformats.org/drawingml/2006/main" prst="rect">
            <a:avLst/>
          </a:prstGeom>
          <a:solidFill xmlns:a="http://schemas.openxmlformats.org/drawingml/2006/main">
            <a:srgbClr val="EAF1F5"/>
          </a:solidFill>
          <a:ln xmlns:a="http://schemas.openxmlformats.org/drawingml/2006/main" w="14288">
            <a:solidFill>
              <a:srgbClr val="236487"/>
            </a:solidFill>
          </a:ln>
        </p:spPr>
        <p:txBody>
          <a:bodyPr xmlns:a="http://schemas.openxmlformats.org/drawingml/2006/main" wrap="square" lIns="114300" tIns="114300" rIns="114300" bIns="114300" anchor="ctr">
            <a:noAutofit/>
          </a:bodyPr>
          <a:lstStyle xmlns:a="http://schemas.openxmlformats.org/drawingml/2006/main">
            <a:defPPr algn="ctr">
              <a:defRPr sz="1950" b="0">
                <a:solidFill>
                  <a:srgbClr val="172B3A"/>
                </a:solidFill>
                <a:latin typeface="IPAexGothic"/>
                <a:ea typeface="IPAexGothic"/>
                <a:cs typeface="IPAexGothic"/>
              </a:defRPr>
            </a:defPPr>
            <a:lvl1pPr algn="ctr">
              <a:buNone/>
              <a:defRPr sz="1950" b="0">
                <a:solidFill>
                  <a:srgbClr val="172B3A"/>
                </a:solidFill>
                <a:latin typeface="IPAexGothic"/>
                <a:ea typeface="IPAexGothic"/>
                <a:cs typeface="IPAexGothic"/>
              </a:defRPr>
            </a:lvl1pPr>
            <a:lvl2pPr algn="ctr">
              <a:buNone/>
              <a:defRPr sz="1950" b="0">
                <a:solidFill>
                  <a:srgbClr val="172B3A"/>
                </a:solidFill>
                <a:latin typeface="IPAexGothic"/>
                <a:ea typeface="IPAexGothic"/>
                <a:cs typeface="IPAexGothic"/>
              </a:defRPr>
            </a:lvl2pPr>
            <a:lvl3pPr algn="ctr">
              <a:buNone/>
              <a:defRPr sz="1950" b="0">
                <a:solidFill>
                  <a:srgbClr val="172B3A"/>
                </a:solidFill>
                <a:latin typeface="IPAexGothic"/>
                <a:ea typeface="IPAexGothic"/>
                <a:cs typeface="IPAexGothic"/>
              </a:defRPr>
            </a:lvl3pPr>
            <a:lvl4pPr algn="ctr">
              <a:buNone/>
              <a:defRPr sz="1950" b="0">
                <a:solidFill>
                  <a:srgbClr val="172B3A"/>
                </a:solidFill>
                <a:latin typeface="IPAexGothic"/>
                <a:ea typeface="IPAexGothic"/>
                <a:cs typeface="IPAexGothic"/>
              </a:defRPr>
            </a:lvl4pPr>
            <a:lvl5pPr algn="ctr">
              <a:buNone/>
              <a:defRPr sz="1950" b="0">
                <a:solidFill>
                  <a:srgbClr val="172B3A"/>
                </a:solidFill>
                <a:latin typeface="IPAexGothic"/>
                <a:ea typeface="IPAexGothic"/>
                <a:cs typeface="IPAexGothic"/>
              </a:defRPr>
            </a:lvl5pPr>
            <a:lvl6pPr algn="ctr">
              <a:buNone/>
              <a:defRPr sz="1950" b="0">
                <a:solidFill>
                  <a:srgbClr val="172B3A"/>
                </a:solidFill>
                <a:latin typeface="IPAexGothic"/>
                <a:ea typeface="IPAexGothic"/>
                <a:cs typeface="IPAexGothic"/>
              </a:defRPr>
            </a:lvl6pPr>
            <a:lvl7pPr algn="ctr">
              <a:buNone/>
              <a:defRPr sz="1950" b="0">
                <a:solidFill>
                  <a:srgbClr val="172B3A"/>
                </a:solidFill>
                <a:latin typeface="IPAexGothic"/>
                <a:ea typeface="IPAexGothic"/>
                <a:cs typeface="IPAexGothic"/>
              </a:defRPr>
            </a:lvl7pPr>
            <a:lvl8pPr algn="ctr">
              <a:buNone/>
              <a:defRPr sz="1950" b="0">
                <a:solidFill>
                  <a:srgbClr val="172B3A"/>
                </a:solidFill>
                <a:latin typeface="IPAexGothic"/>
                <a:ea typeface="IPAexGothic"/>
                <a:cs typeface="IPAexGothic"/>
              </a:defRPr>
            </a:lvl8pPr>
            <a:lvl9pPr algn="ctr">
              <a:buNone/>
              <a:defRPr sz="1950" b="0">
                <a:solidFill>
                  <a:srgbClr val="172B3A"/>
                </a:solidFill>
                <a:latin typeface="IPAexGothic"/>
                <a:ea typeface="IPAexGothic"/>
                <a:cs typeface="IPAexGothic"/>
              </a:defRPr>
            </a:lvl9pPr>
          </a:lstStyle>
          <a:p xmlns:a="http://schemas.openxmlformats.org/drawingml/2006/main">
            <a:pPr algn="ctr">
              <a:buNone/>
              <a:defRPr sz="1950" b="0">
                <a:solidFill>
                  <a:srgbClr val="172B3A"/>
                </a:solidFill>
                <a:latin typeface="IPAexGothic"/>
                <a:ea typeface="IPAexGothic"/>
                <a:cs typeface="IPAexGothic"/>
              </a:defRPr>
            </a:pPr>
            <a:r>
              <a:rPr sz="1950" b="0">
                <a:solidFill>
                  <a:srgbClr val="172B3A"/>
                </a:solidFill>
                <a:latin typeface="IPAexGothic"/>
                <a:ea typeface="IPAexGothic"/>
                <a:cs typeface="IPAexGothic"/>
              </a:rPr>
              <a:t>保持集合外の余剰の窓ファイル</a:t>
            </a:r>
          </a:p>
          <a:p xmlns:a="http://schemas.openxmlformats.org/drawingml/2006/main">
            <a:pPr algn="ctr">
              <a:buNone/>
              <a:defRPr sz="1950" b="0">
                <a:solidFill>
                  <a:srgbClr val="172B3A"/>
                </a:solidFill>
                <a:latin typeface="IPAexGothic"/>
                <a:ea typeface="IPAexGothic"/>
                <a:cs typeface="IPAexGothic"/>
              </a:defRPr>
            </a:pPr>
            <a:r>
              <a:rPr sz="1950" b="0">
                <a:solidFill>
                  <a:srgbClr val="172B3A"/>
                </a:solidFill>
                <a:latin typeface="IPAexGothic"/>
                <a:ea typeface="IPAexGothic"/>
                <a:cs typeface="IPAexGothic"/>
              </a:rPr>
              <a:t>その窓の全パターンと他の保持理由を確認</a:t>
            </a:r>
          </a:p>
        </p:txBody>
      </p:sp>
      <p:sp>
        <p:nvSpPr>
          <p:cNvPr id="6" name="diagram-5">
            <a:extLst xmlns:a="http://schemas.openxmlformats.org/drawingml/2006/main">
              <a:ext uri="{FF2B5EF4-FFF2-40B4-BE49-F238E27FC236}">
                <a16:creationId xmlns:a16="http://schemas.microsoft.com/office/drawing/2014/main" id="{ADE75CB2-F3DB-4474-8212-B68A1EE06076}"/>
              </a:ext>
            </a:extLst>
          </p:cNvPr>
          <p:cNvSpPr>
            <a:spLocks xmlns:a="http://schemas.openxmlformats.org/drawingml/2006/main" noGrp="1"/>
          </p:cNvSpPr>
          <p:nvPr/>
        </p:nvSpPr>
        <p:spPr>
          <a:xfrm xmlns:a="http://schemas.openxmlformats.org/drawingml/2006/main">
            <a:off x="8515350" y="4000500"/>
            <a:ext cx="3038475" cy="1504950"/>
          </a:xfrm>
          <a:prstGeom xmlns:a="http://schemas.openxmlformats.org/drawingml/2006/main" prst="rect">
            <a:avLst/>
          </a:prstGeom>
          <a:solidFill xmlns:a="http://schemas.openxmlformats.org/drawingml/2006/main">
            <a:srgbClr val="FDE9E4"/>
          </a:solidFill>
          <a:ln xmlns:a="http://schemas.openxmlformats.org/drawingml/2006/main" w="14288">
            <a:solidFill>
              <a:srgbClr val="B3533C"/>
            </a:solidFill>
          </a:ln>
        </p:spPr>
        <p:txBody>
          <a:bodyPr xmlns:a="http://schemas.openxmlformats.org/drawingml/2006/main" wrap="square" lIns="114300" tIns="114300" rIns="114300" bIns="114300" anchor="ctr">
            <a:noAutofit/>
          </a:bodyPr>
          <a:lstStyle xmlns:a="http://schemas.openxmlformats.org/drawingml/2006/main">
            <a:defPPr algn="ctr">
              <a:defRPr sz="1950" b="0">
                <a:solidFill>
                  <a:srgbClr val="172B3A"/>
                </a:solidFill>
                <a:latin typeface="IPAexGothic"/>
                <a:ea typeface="IPAexGothic"/>
                <a:cs typeface="IPAexGothic"/>
              </a:defRPr>
            </a:defPPr>
            <a:lvl1pPr algn="ctr">
              <a:buNone/>
              <a:defRPr sz="1950" b="0">
                <a:solidFill>
                  <a:srgbClr val="172B3A"/>
                </a:solidFill>
                <a:latin typeface="IPAexGothic"/>
                <a:ea typeface="IPAexGothic"/>
                <a:cs typeface="IPAexGothic"/>
              </a:defRPr>
            </a:lvl1pPr>
            <a:lvl2pPr algn="ctr">
              <a:buNone/>
              <a:defRPr sz="1950" b="0">
                <a:solidFill>
                  <a:srgbClr val="172B3A"/>
                </a:solidFill>
                <a:latin typeface="IPAexGothic"/>
                <a:ea typeface="IPAexGothic"/>
                <a:cs typeface="IPAexGothic"/>
              </a:defRPr>
            </a:lvl2pPr>
            <a:lvl3pPr algn="ctr">
              <a:buNone/>
              <a:defRPr sz="1950" b="0">
                <a:solidFill>
                  <a:srgbClr val="172B3A"/>
                </a:solidFill>
                <a:latin typeface="IPAexGothic"/>
                <a:ea typeface="IPAexGothic"/>
                <a:cs typeface="IPAexGothic"/>
              </a:defRPr>
            </a:lvl3pPr>
            <a:lvl4pPr algn="ctr">
              <a:buNone/>
              <a:defRPr sz="1950" b="0">
                <a:solidFill>
                  <a:srgbClr val="172B3A"/>
                </a:solidFill>
                <a:latin typeface="IPAexGothic"/>
                <a:ea typeface="IPAexGothic"/>
                <a:cs typeface="IPAexGothic"/>
              </a:defRPr>
            </a:lvl4pPr>
            <a:lvl5pPr algn="ctr">
              <a:buNone/>
              <a:defRPr sz="1950" b="0">
                <a:solidFill>
                  <a:srgbClr val="172B3A"/>
                </a:solidFill>
                <a:latin typeface="IPAexGothic"/>
                <a:ea typeface="IPAexGothic"/>
                <a:cs typeface="IPAexGothic"/>
              </a:defRPr>
            </a:lvl5pPr>
            <a:lvl6pPr algn="ctr">
              <a:buNone/>
              <a:defRPr sz="1950" b="0">
                <a:solidFill>
                  <a:srgbClr val="172B3A"/>
                </a:solidFill>
                <a:latin typeface="IPAexGothic"/>
                <a:ea typeface="IPAexGothic"/>
                <a:cs typeface="IPAexGothic"/>
              </a:defRPr>
            </a:lvl6pPr>
            <a:lvl7pPr algn="ctr">
              <a:buNone/>
              <a:defRPr sz="1950" b="0">
                <a:solidFill>
                  <a:srgbClr val="172B3A"/>
                </a:solidFill>
                <a:latin typeface="IPAexGothic"/>
                <a:ea typeface="IPAexGothic"/>
                <a:cs typeface="IPAexGothic"/>
              </a:defRPr>
            </a:lvl7pPr>
            <a:lvl8pPr algn="ctr">
              <a:buNone/>
              <a:defRPr sz="1950" b="0">
                <a:solidFill>
                  <a:srgbClr val="172B3A"/>
                </a:solidFill>
                <a:latin typeface="IPAexGothic"/>
                <a:ea typeface="IPAexGothic"/>
                <a:cs typeface="IPAexGothic"/>
              </a:defRPr>
            </a:lvl8pPr>
            <a:lvl9pPr algn="ctr">
              <a:buNone/>
              <a:defRPr sz="1950" b="0">
                <a:solidFill>
                  <a:srgbClr val="172B3A"/>
                </a:solidFill>
                <a:latin typeface="IPAexGothic"/>
                <a:ea typeface="IPAexGothic"/>
                <a:cs typeface="IPAexGothic"/>
              </a:defRPr>
            </a:lvl9pPr>
          </a:lstStyle>
          <a:p xmlns:a="http://schemas.openxmlformats.org/drawingml/2006/main">
            <a:pPr algn="ctr">
              <a:buNone/>
              <a:defRPr sz="1950" b="0">
                <a:solidFill>
                  <a:srgbClr val="172B3A"/>
                </a:solidFill>
                <a:latin typeface="IPAexGothic"/>
                <a:ea typeface="IPAexGothic"/>
                <a:cs typeface="IPAexGothic"/>
              </a:defRPr>
            </a:pPr>
            <a:r>
              <a:rPr sz="1950" b="0">
                <a:solidFill>
                  <a:srgbClr val="172B3A"/>
                </a:solidFill>
                <a:latin typeface="IPAexGothic"/>
                <a:ea typeface="IPAexGothic"/>
                <a:cs typeface="IPAexGothic"/>
              </a:rPr>
              <a:t>条件を満たす対象だけ</a:t>
            </a:r>
          </a:p>
          <a:p xmlns:a="http://schemas.openxmlformats.org/drawingml/2006/main">
            <a:pPr algn="ctr">
              <a:buNone/>
              <a:defRPr sz="1950" b="0">
                <a:solidFill>
                  <a:srgbClr val="172B3A"/>
                </a:solidFill>
                <a:latin typeface="IPAexGothic"/>
                <a:ea typeface="IPAexGothic"/>
                <a:cs typeface="IPAexGothic"/>
              </a:defRPr>
            </a:pPr>
            <a:r>
              <a:rPr sz="1950" b="0">
                <a:solidFill>
                  <a:srgbClr val="172B3A"/>
                </a:solidFill>
                <a:latin typeface="IPAexGothic"/>
                <a:ea typeface="IPAexGothic"/>
                <a:cs typeface="IPAexGothic"/>
              </a:rPr>
              <a:t>物理削除を実行</a:t>
            </a:r>
          </a:p>
          <a:p xmlns:a="http://schemas.openxmlformats.org/drawingml/2006/main">
            <a:pPr algn="ctr">
              <a:buNone/>
              <a:defRPr sz="1950" b="0">
                <a:solidFill>
                  <a:srgbClr val="172B3A"/>
                </a:solidFill>
                <a:latin typeface="IPAexGothic"/>
                <a:ea typeface="IPAexGothic"/>
                <a:cs typeface="IPAexGothic"/>
              </a:defRPr>
            </a:pPr>
            <a:r>
              <a:rPr sz="1950" b="0">
                <a:solidFill>
                  <a:srgbClr val="172B3A"/>
                </a:solidFill>
                <a:latin typeface="IPAexGothic"/>
                <a:ea typeface="IPAexGothic"/>
                <a:cs typeface="IPAexGothic"/>
              </a:rPr>
              <a:t>結果を④へ反映</a:t>
            </a:r>
          </a:p>
        </p:txBody>
      </p:sp>
      <p:sp>
        <p:nvSpPr>
          <p:cNvPr id="10" name="text-9">
            <a:extLst xmlns:a="http://schemas.openxmlformats.org/drawingml/2006/main">
              <a:ext uri="{FF2B5EF4-FFF2-40B4-BE49-F238E27FC236}">
                <a16:creationId xmlns:a16="http://schemas.microsoft.com/office/drawing/2014/main" id="{E1271FF3-DADD-4BAB-92CA-B72FCDE9A964}"/>
              </a:ext>
            </a:extLst>
          </p:cNvPr>
          <p:cNvSpPr>
            <a:spLocks xmlns:a="http://schemas.openxmlformats.org/drawingml/2006/main" noGrp="1"/>
          </p:cNvSpPr>
          <p:nvPr/>
        </p:nvSpPr>
        <p:spPr>
          <a:xfrm xmlns:a="http://schemas.openxmlformats.org/drawingml/2006/main">
            <a:off x="8429625" y="2695575"/>
            <a:ext cx="31908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47C76"/>
                </a:solidFill>
                <a:latin typeface="IPAexGothic"/>
                <a:ea typeface="IPAexGothic"/>
                <a:cs typeface="IPAexGothic"/>
              </a:defRPr>
            </a:defPPr>
            <a:lvl1pPr algn="l">
              <a:buNone/>
              <a:defRPr sz="1875" b="0">
                <a:solidFill>
                  <a:srgbClr val="247C76"/>
                </a:solidFill>
                <a:latin typeface="IPAexGothic"/>
                <a:ea typeface="IPAexGothic"/>
                <a:cs typeface="IPAexGothic"/>
              </a:defRPr>
            </a:lvl1pPr>
            <a:lvl2pPr algn="l">
              <a:buNone/>
              <a:defRPr sz="1875" b="0">
                <a:solidFill>
                  <a:srgbClr val="247C76"/>
                </a:solidFill>
                <a:latin typeface="IPAexGothic"/>
                <a:ea typeface="IPAexGothic"/>
                <a:cs typeface="IPAexGothic"/>
              </a:defRPr>
            </a:lvl2pPr>
            <a:lvl3pPr algn="l">
              <a:buNone/>
              <a:defRPr sz="1875" b="0">
                <a:solidFill>
                  <a:srgbClr val="247C76"/>
                </a:solidFill>
                <a:latin typeface="IPAexGothic"/>
                <a:ea typeface="IPAexGothic"/>
                <a:cs typeface="IPAexGothic"/>
              </a:defRPr>
            </a:lvl3pPr>
            <a:lvl4pPr algn="l">
              <a:buNone/>
              <a:defRPr sz="1875" b="0">
                <a:solidFill>
                  <a:srgbClr val="247C76"/>
                </a:solidFill>
                <a:latin typeface="IPAexGothic"/>
                <a:ea typeface="IPAexGothic"/>
                <a:cs typeface="IPAexGothic"/>
              </a:defRPr>
            </a:lvl4pPr>
            <a:lvl5pPr algn="l">
              <a:buNone/>
              <a:defRPr sz="1875" b="0">
                <a:solidFill>
                  <a:srgbClr val="247C76"/>
                </a:solidFill>
                <a:latin typeface="IPAexGothic"/>
                <a:ea typeface="IPAexGothic"/>
                <a:cs typeface="IPAexGothic"/>
              </a:defRPr>
            </a:lvl5pPr>
            <a:lvl6pPr algn="l">
              <a:buNone/>
              <a:defRPr sz="1875" b="0">
                <a:solidFill>
                  <a:srgbClr val="247C76"/>
                </a:solidFill>
                <a:latin typeface="IPAexGothic"/>
                <a:ea typeface="IPAexGothic"/>
                <a:cs typeface="IPAexGothic"/>
              </a:defRPr>
            </a:lvl6pPr>
            <a:lvl7pPr algn="l">
              <a:buNone/>
              <a:defRPr sz="1875" b="0">
                <a:solidFill>
                  <a:srgbClr val="247C76"/>
                </a:solidFill>
                <a:latin typeface="IPAexGothic"/>
                <a:ea typeface="IPAexGothic"/>
                <a:cs typeface="IPAexGothic"/>
              </a:defRPr>
            </a:lvl7pPr>
            <a:lvl8pPr algn="l">
              <a:buNone/>
              <a:defRPr sz="1875" b="0">
                <a:solidFill>
                  <a:srgbClr val="247C76"/>
                </a:solidFill>
                <a:latin typeface="IPAexGothic"/>
                <a:ea typeface="IPAexGothic"/>
                <a:cs typeface="IPAexGothic"/>
              </a:defRPr>
            </a:lvl8pPr>
            <a:lvl9pPr algn="l">
              <a:buNone/>
              <a:defRPr sz="1875" b="0">
                <a:solidFill>
                  <a:srgbClr val="247C76"/>
                </a:solidFill>
                <a:latin typeface="IPAexGothic"/>
                <a:ea typeface="IPAexGothic"/>
                <a:cs typeface="IPAexGothic"/>
              </a:defRPr>
            </a:lvl9pPr>
          </a:lstStyle>
          <a:p xmlns:a="http://schemas.openxmlformats.org/drawingml/2006/main">
            <a:pPr algn="l">
              <a:buNone/>
              <a:defRPr sz="1875" b="0">
                <a:solidFill>
                  <a:srgbClr val="247C76"/>
                </a:solidFill>
                <a:latin typeface="IPAexGothic"/>
                <a:ea typeface="IPAexGothic"/>
                <a:cs typeface="IPAexGothic"/>
              </a:defRPr>
            </a:pPr>
            <a:r>
              <a:rPr sz="1875" b="0">
                <a:solidFill>
                  <a:srgbClr val="247C76"/>
                </a:solidFill>
                <a:latin typeface="IPAexGothic"/>
                <a:ea typeface="IPAexGothic"/>
                <a:cs typeface="IPAexGothic"/>
              </a:rPr>
              <a:t>一つでも未達・未評価</a:t>
            </a:r>
          </a:p>
          <a:p xmlns:a="http://schemas.openxmlformats.org/drawingml/2006/main">
            <a:pPr algn="l">
              <a:buNone/>
              <a:defRPr sz="1875" b="0">
                <a:solidFill>
                  <a:srgbClr val="247C76"/>
                </a:solidFill>
                <a:latin typeface="IPAexGothic"/>
                <a:ea typeface="IPAexGothic"/>
                <a:cs typeface="IPAexGothic"/>
              </a:defRPr>
            </a:pPr>
            <a:r>
              <a:rPr sz="1875" b="0">
                <a:solidFill>
                  <a:srgbClr val="247C76"/>
                </a:solidFill>
                <a:latin typeface="IPAexGothic"/>
                <a:ea typeface="IPAexGothic"/>
                <a:cs typeface="IPAexGothic"/>
              </a:rPr>
              <a:t>又は保護理由あり</a:t>
            </a:r>
          </a:p>
          <a:p xmlns:a="http://schemas.openxmlformats.org/drawingml/2006/main">
            <a:pPr algn="l">
              <a:buNone/>
              <a:defRPr sz="1875" b="0">
                <a:solidFill>
                  <a:srgbClr val="247C76"/>
                </a:solidFill>
                <a:latin typeface="IPAexGothic"/>
                <a:ea typeface="IPAexGothic"/>
                <a:cs typeface="IPAexGothic"/>
              </a:defRPr>
            </a:pPr>
            <a:r>
              <a:rPr sz="1875" b="0">
                <a:solidFill>
                  <a:srgbClr val="247C76"/>
                </a:solidFill>
                <a:latin typeface="IPAexGothic"/>
                <a:ea typeface="IPAexGothic"/>
                <a:cs typeface="IPAexGothic"/>
              </a:rPr>
              <a:t>元データを保持</a:t>
            </a:r>
          </a:p>
        </p:txBody>
      </p:sp>
      <p:sp>
        <p:nvSpPr>
          <p:cNvPr id="11" name="text-10">
            <a:extLst xmlns:a="http://schemas.openxmlformats.org/drawingml/2006/main">
              <a:ext uri="{FF2B5EF4-FFF2-40B4-BE49-F238E27FC236}">
                <a16:creationId xmlns:a16="http://schemas.microsoft.com/office/drawing/2014/main" id="{29A9D189-5836-4F03-B0FB-0746644F116F}"/>
              </a:ext>
            </a:extLst>
          </p:cNvPr>
          <p:cNvSpPr>
            <a:spLocks xmlns:a="http://schemas.openxmlformats.org/drawingml/2006/main" noGrp="1"/>
          </p:cNvSpPr>
          <p:nvPr/>
        </p:nvSpPr>
        <p:spPr>
          <a:xfrm xmlns:a="http://schemas.openxmlformats.org/drawingml/2006/main">
            <a:off x="609600" y="5953125"/>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86872"/>
                </a:solidFill>
                <a:latin typeface="IPAexGothic"/>
                <a:ea typeface="IPAexGothic"/>
                <a:cs typeface="IPAexGothic"/>
              </a:defRPr>
            </a:defPPr>
            <a:lvl1pPr algn="l">
              <a:buNone/>
              <a:defRPr sz="1575" b="0">
                <a:solidFill>
                  <a:srgbClr val="586872"/>
                </a:solidFill>
                <a:latin typeface="IPAexGothic"/>
                <a:ea typeface="IPAexGothic"/>
                <a:cs typeface="IPAexGothic"/>
              </a:defRPr>
            </a:lvl1pPr>
            <a:lvl2pPr algn="l">
              <a:buNone/>
              <a:defRPr sz="1575" b="0">
                <a:solidFill>
                  <a:srgbClr val="586872"/>
                </a:solidFill>
                <a:latin typeface="IPAexGothic"/>
                <a:ea typeface="IPAexGothic"/>
                <a:cs typeface="IPAexGothic"/>
              </a:defRPr>
            </a:lvl2pPr>
            <a:lvl3pPr algn="l">
              <a:buNone/>
              <a:defRPr sz="1575" b="0">
                <a:solidFill>
                  <a:srgbClr val="586872"/>
                </a:solidFill>
                <a:latin typeface="IPAexGothic"/>
                <a:ea typeface="IPAexGothic"/>
                <a:cs typeface="IPAexGothic"/>
              </a:defRPr>
            </a:lvl3pPr>
            <a:lvl4pPr algn="l">
              <a:buNone/>
              <a:defRPr sz="1575" b="0">
                <a:solidFill>
                  <a:srgbClr val="586872"/>
                </a:solidFill>
                <a:latin typeface="IPAexGothic"/>
                <a:ea typeface="IPAexGothic"/>
                <a:cs typeface="IPAexGothic"/>
              </a:defRPr>
            </a:lvl4pPr>
            <a:lvl5pPr algn="l">
              <a:buNone/>
              <a:defRPr sz="1575" b="0">
                <a:solidFill>
                  <a:srgbClr val="586872"/>
                </a:solidFill>
                <a:latin typeface="IPAexGothic"/>
                <a:ea typeface="IPAexGothic"/>
                <a:cs typeface="IPAexGothic"/>
              </a:defRPr>
            </a:lvl5pPr>
            <a:lvl6pPr algn="l">
              <a:buNone/>
              <a:defRPr sz="1575" b="0">
                <a:solidFill>
                  <a:srgbClr val="586872"/>
                </a:solidFill>
                <a:latin typeface="IPAexGothic"/>
                <a:ea typeface="IPAexGothic"/>
                <a:cs typeface="IPAexGothic"/>
              </a:defRPr>
            </a:lvl6pPr>
            <a:lvl7pPr algn="l">
              <a:buNone/>
              <a:defRPr sz="1575" b="0">
                <a:solidFill>
                  <a:srgbClr val="586872"/>
                </a:solidFill>
                <a:latin typeface="IPAexGothic"/>
                <a:ea typeface="IPAexGothic"/>
                <a:cs typeface="IPAexGothic"/>
              </a:defRPr>
            </a:lvl7pPr>
            <a:lvl8pPr algn="l">
              <a:buNone/>
              <a:defRPr sz="1575" b="0">
                <a:solidFill>
                  <a:srgbClr val="586872"/>
                </a:solidFill>
                <a:latin typeface="IPAexGothic"/>
                <a:ea typeface="IPAexGothic"/>
                <a:cs typeface="IPAexGothic"/>
              </a:defRPr>
            </a:lvl8pPr>
            <a:lvl9pPr algn="l">
              <a:buNone/>
              <a:defRPr sz="1575" b="0">
                <a:solidFill>
                  <a:srgbClr val="586872"/>
                </a:solidFill>
                <a:latin typeface="IPAexGothic"/>
                <a:ea typeface="IPAexGothic"/>
                <a:cs typeface="IPAexGothic"/>
              </a:defRPr>
            </a:lvl9pPr>
          </a:lstStyle>
          <a:p xmlns:a="http://schemas.openxmlformats.org/drawingml/2006/main">
            <a:pPr algn="l">
              <a:buNone/>
              <a:defRPr sz="1575" b="0">
                <a:solidFill>
                  <a:srgbClr val="586872"/>
                </a:solidFill>
                <a:latin typeface="IPAexGothic"/>
                <a:ea typeface="IPAexGothic"/>
                <a:cs typeface="IPAexGothic"/>
              </a:defRPr>
            </a:pPr>
            <a:r>
              <a:rPr sz="1575" b="0">
                <a:solidFill>
                  <a:srgbClr val="586872"/>
                </a:solidFill>
                <a:latin typeface="IPAexGothic"/>
                <a:ea typeface="IPAexGothic"/>
                <a:cs typeface="IPAexGothic"/>
              </a:rPr>
              <a:t>削除を見送っても、利用条件を満たすモデルでの推論・説明は続けられる</a:t>
            </a:r>
          </a:p>
        </p:txBody>
      </p:sp>
      <p:sp>
        <p:nvSpPr>
          <p:cNvPr id="12" name="page-number">
            <a:extLst xmlns:a="http://schemas.openxmlformats.org/drawingml/2006/main">
              <a:ext uri="{FF2B5EF4-FFF2-40B4-BE49-F238E27FC236}">
                <a16:creationId xmlns:a16="http://schemas.microsoft.com/office/drawing/2014/main" id="{0A5E506C-CFB2-4289-8CA7-841BC0EF4E2E}"/>
              </a:ext>
            </a:extLst>
          </p:cNvPr>
          <p:cNvSpPr>
            <a:spLocks xmlns:a="http://schemas.openxmlformats.org/drawingml/2006/main" noGrp="1"/>
          </p:cNvSpPr>
          <p:nvPr/>
        </p:nvSpPr>
        <p:spPr>
          <a:xfrm xmlns:a="http://schemas.openxmlformats.org/drawingml/2006/main">
            <a:off x="11239500" y="64484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872"/>
                </a:solidFill>
                <a:latin typeface="IPAexGothic"/>
                <a:ea typeface="IPAexGothic"/>
                <a:cs typeface="IPAexGothic"/>
              </a:defRPr>
            </a:defPPr>
            <a:lvl1pPr algn="r">
              <a:buNone/>
              <a:defRPr sz="1275" b="0">
                <a:solidFill>
                  <a:srgbClr val="586872"/>
                </a:solidFill>
                <a:latin typeface="IPAexGothic"/>
                <a:ea typeface="IPAexGothic"/>
                <a:cs typeface="IPAexGothic"/>
              </a:defRPr>
            </a:lvl1pPr>
            <a:lvl2pPr algn="r">
              <a:buNone/>
              <a:defRPr sz="1275" b="0">
                <a:solidFill>
                  <a:srgbClr val="586872"/>
                </a:solidFill>
                <a:latin typeface="IPAexGothic"/>
                <a:ea typeface="IPAexGothic"/>
                <a:cs typeface="IPAexGothic"/>
              </a:defRPr>
            </a:lvl2pPr>
            <a:lvl3pPr algn="r">
              <a:buNone/>
              <a:defRPr sz="1275" b="0">
                <a:solidFill>
                  <a:srgbClr val="586872"/>
                </a:solidFill>
                <a:latin typeface="IPAexGothic"/>
                <a:ea typeface="IPAexGothic"/>
                <a:cs typeface="IPAexGothic"/>
              </a:defRPr>
            </a:lvl3pPr>
            <a:lvl4pPr algn="r">
              <a:buNone/>
              <a:defRPr sz="1275" b="0">
                <a:solidFill>
                  <a:srgbClr val="586872"/>
                </a:solidFill>
                <a:latin typeface="IPAexGothic"/>
                <a:ea typeface="IPAexGothic"/>
                <a:cs typeface="IPAexGothic"/>
              </a:defRPr>
            </a:lvl4pPr>
            <a:lvl5pPr algn="r">
              <a:buNone/>
              <a:defRPr sz="1275" b="0">
                <a:solidFill>
                  <a:srgbClr val="586872"/>
                </a:solidFill>
                <a:latin typeface="IPAexGothic"/>
                <a:ea typeface="IPAexGothic"/>
                <a:cs typeface="IPAexGothic"/>
              </a:defRPr>
            </a:lvl5pPr>
            <a:lvl6pPr algn="r">
              <a:buNone/>
              <a:defRPr sz="1275" b="0">
                <a:solidFill>
                  <a:srgbClr val="586872"/>
                </a:solidFill>
                <a:latin typeface="IPAexGothic"/>
                <a:ea typeface="IPAexGothic"/>
                <a:cs typeface="IPAexGothic"/>
              </a:defRPr>
            </a:lvl6pPr>
            <a:lvl7pPr algn="r">
              <a:buNone/>
              <a:defRPr sz="1275" b="0">
                <a:solidFill>
                  <a:srgbClr val="586872"/>
                </a:solidFill>
                <a:latin typeface="IPAexGothic"/>
                <a:ea typeface="IPAexGothic"/>
                <a:cs typeface="IPAexGothic"/>
              </a:defRPr>
            </a:lvl7pPr>
            <a:lvl8pPr algn="r">
              <a:buNone/>
              <a:defRPr sz="1275" b="0">
                <a:solidFill>
                  <a:srgbClr val="586872"/>
                </a:solidFill>
                <a:latin typeface="IPAexGothic"/>
                <a:ea typeface="IPAexGothic"/>
                <a:cs typeface="IPAexGothic"/>
              </a:defRPr>
            </a:lvl8pPr>
            <a:lvl9pPr algn="r">
              <a:buNone/>
              <a:defRPr sz="1275" b="0">
                <a:solidFill>
                  <a:srgbClr val="586872"/>
                </a:solidFill>
                <a:latin typeface="IPAexGothic"/>
                <a:ea typeface="IPAexGothic"/>
                <a:cs typeface="IPAexGothic"/>
              </a:defRPr>
            </a:lvl9pPr>
          </a:lstStyle>
          <a:p xmlns:a="http://schemas.openxmlformats.org/drawingml/2006/main">
            <a:pPr algn="r">
              <a:buNone/>
              <a:defRPr sz="1275" b="0">
                <a:solidFill>
                  <a:srgbClr val="586872"/>
                </a:solidFill>
                <a:latin typeface="IPAexGothic"/>
                <a:ea typeface="IPAexGothic"/>
                <a:cs typeface="IPAexGothic"/>
              </a:defRPr>
            </a:pPr>
            <a:r>
              <a:rPr sz="1275" b="0">
                <a:solidFill>
                  <a:srgbClr val="586872"/>
                </a:solidFill>
                <a:latin typeface="IPAexGothic"/>
                <a:ea typeface="IPAexGothic"/>
                <a:cs typeface="IPAexGothic"/>
              </a:rPr>
              <a:t>31</a:t>
            </a:r>
          </a:p>
        </p:txBody>
      </p:sp>
    </p:spTree>
    <p:extLst>
      <p:ext uri="{BB962C8B-B14F-4D97-AF65-F5344CB8AC3E}">
        <p14:creationId xmlns:p14="http://schemas.microsoft.com/office/powerpoint/2010/main" val="1797300610"/>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headline">
            <a:extLst xmlns:a="http://schemas.openxmlformats.org/drawingml/2006/main">
              <a:ext uri="{FF2B5EF4-FFF2-40B4-BE49-F238E27FC236}">
                <a16:creationId xmlns:a16="http://schemas.microsoft.com/office/drawing/2014/main" id="{6FECB500-8579-4658-B5C0-1EEDB6340964}"/>
              </a:ext>
            </a:extLst>
          </p:cNvPr>
          <p:cNvSpPr>
            <a:spLocks xmlns:a="http://schemas.openxmlformats.org/drawingml/2006/main" noGrp="1"/>
          </p:cNvSpPr>
          <p:nvPr/>
        </p:nvSpPr>
        <p:spPr>
          <a:xfrm xmlns:a="http://schemas.openxmlformats.org/drawingml/2006/main">
            <a:off x="590550" y="333375"/>
            <a:ext cx="1095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3300" b="1">
                <a:solidFill>
                  <a:srgbClr val="172B3A"/>
                </a:solidFill>
                <a:latin typeface="IPAexGothic"/>
                <a:ea typeface="IPAexGothic"/>
                <a:cs typeface="IPAexGothic"/>
              </a:defRPr>
            </a:defPPr>
            <a:lvl1pPr algn="l">
              <a:buNone/>
              <a:defRPr sz="3300" b="1">
                <a:solidFill>
                  <a:srgbClr val="172B3A"/>
                </a:solidFill>
                <a:latin typeface="IPAexGothic"/>
                <a:ea typeface="IPAexGothic"/>
                <a:cs typeface="IPAexGothic"/>
              </a:defRPr>
            </a:lvl1pPr>
            <a:lvl2pPr algn="l">
              <a:buNone/>
              <a:defRPr sz="3300" b="1">
                <a:solidFill>
                  <a:srgbClr val="172B3A"/>
                </a:solidFill>
                <a:latin typeface="IPAexGothic"/>
                <a:ea typeface="IPAexGothic"/>
                <a:cs typeface="IPAexGothic"/>
              </a:defRPr>
            </a:lvl2pPr>
            <a:lvl3pPr algn="l">
              <a:buNone/>
              <a:defRPr sz="3300" b="1">
                <a:solidFill>
                  <a:srgbClr val="172B3A"/>
                </a:solidFill>
                <a:latin typeface="IPAexGothic"/>
                <a:ea typeface="IPAexGothic"/>
                <a:cs typeface="IPAexGothic"/>
              </a:defRPr>
            </a:lvl3pPr>
            <a:lvl4pPr algn="l">
              <a:buNone/>
              <a:defRPr sz="3300" b="1">
                <a:solidFill>
                  <a:srgbClr val="172B3A"/>
                </a:solidFill>
                <a:latin typeface="IPAexGothic"/>
                <a:ea typeface="IPAexGothic"/>
                <a:cs typeface="IPAexGothic"/>
              </a:defRPr>
            </a:lvl4pPr>
            <a:lvl5pPr algn="l">
              <a:buNone/>
              <a:defRPr sz="3300" b="1">
                <a:solidFill>
                  <a:srgbClr val="172B3A"/>
                </a:solidFill>
                <a:latin typeface="IPAexGothic"/>
                <a:ea typeface="IPAexGothic"/>
                <a:cs typeface="IPAexGothic"/>
              </a:defRPr>
            </a:lvl5pPr>
            <a:lvl6pPr algn="l">
              <a:buNone/>
              <a:defRPr sz="3300" b="1">
                <a:solidFill>
                  <a:srgbClr val="172B3A"/>
                </a:solidFill>
                <a:latin typeface="IPAexGothic"/>
                <a:ea typeface="IPAexGothic"/>
                <a:cs typeface="IPAexGothic"/>
              </a:defRPr>
            </a:lvl6pPr>
            <a:lvl7pPr algn="l">
              <a:buNone/>
              <a:defRPr sz="3300" b="1">
                <a:solidFill>
                  <a:srgbClr val="172B3A"/>
                </a:solidFill>
                <a:latin typeface="IPAexGothic"/>
                <a:ea typeface="IPAexGothic"/>
                <a:cs typeface="IPAexGothic"/>
              </a:defRPr>
            </a:lvl7pPr>
            <a:lvl8pPr algn="l">
              <a:buNone/>
              <a:defRPr sz="3300" b="1">
                <a:solidFill>
                  <a:srgbClr val="172B3A"/>
                </a:solidFill>
                <a:latin typeface="IPAexGothic"/>
                <a:ea typeface="IPAexGothic"/>
                <a:cs typeface="IPAexGothic"/>
              </a:defRPr>
            </a:lvl8pPr>
            <a:lvl9pPr algn="l">
              <a:buNone/>
              <a:defRPr sz="3300" b="1">
                <a:solidFill>
                  <a:srgbClr val="172B3A"/>
                </a:solidFill>
                <a:latin typeface="IPAexGothic"/>
                <a:ea typeface="IPAexGothic"/>
                <a:cs typeface="IPAexGothic"/>
              </a:defRPr>
            </a:lvl9pPr>
          </a:lstStyle>
          <a:p xmlns:a="http://schemas.openxmlformats.org/drawingml/2006/main">
            <a:pPr algn="l">
              <a:buNone/>
              <a:defRPr sz="3300" b="1">
                <a:solidFill>
                  <a:srgbClr val="172B3A"/>
                </a:solidFill>
                <a:latin typeface="IPAexGothic"/>
                <a:ea typeface="IPAexGothic"/>
                <a:cs typeface="IPAexGothic"/>
              </a:defRPr>
            </a:pPr>
            <a:r>
              <a:rPr sz="3300" b="1">
                <a:solidFill>
                  <a:srgbClr val="172B3A"/>
                </a:solidFill>
                <a:latin typeface="IPAexGothic"/>
                <a:ea typeface="IPAexGothic"/>
                <a:cs typeface="IPAexGothic"/>
              </a:rPr>
              <a:t>⑤ 重なる窓の保存と削除の実装例</a:t>
            </a:r>
          </a:p>
        </p:txBody>
      </p:sp>
      <p:sp>
        <p:nvSpPr>
          <p:cNvPr id="2" name="summary">
            <a:extLst xmlns:a="http://schemas.openxmlformats.org/drawingml/2006/main">
              <a:ext uri="{FF2B5EF4-FFF2-40B4-BE49-F238E27FC236}">
                <a16:creationId xmlns:a16="http://schemas.microsoft.com/office/drawing/2014/main" id="{403EBC54-23F9-4F0E-9435-7EB7B3458506}"/>
              </a:ext>
            </a:extLst>
          </p:cNvPr>
          <p:cNvSpPr>
            <a:spLocks xmlns:a="http://schemas.openxmlformats.org/drawingml/2006/main" noGrp="1"/>
          </p:cNvSpPr>
          <p:nvPr/>
        </p:nvSpPr>
        <p:spPr>
          <a:xfrm xmlns:a="http://schemas.openxmlformats.org/drawingml/2006/main">
            <a:off x="609600" y="1028700"/>
            <a:ext cx="10896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1725" b="0">
                <a:solidFill>
                  <a:srgbClr val="586872"/>
                </a:solidFill>
                <a:latin typeface="IPAexGothic"/>
                <a:ea typeface="IPAexGothic"/>
                <a:cs typeface="IPAexGothic"/>
              </a:defRPr>
            </a:defPPr>
            <a:lvl1pPr algn="l">
              <a:buNone/>
              <a:defRPr sz="1725" b="0">
                <a:solidFill>
                  <a:srgbClr val="586872"/>
                </a:solidFill>
                <a:latin typeface="IPAexGothic"/>
                <a:ea typeface="IPAexGothic"/>
                <a:cs typeface="IPAexGothic"/>
              </a:defRPr>
            </a:lvl1pPr>
            <a:lvl2pPr algn="l">
              <a:buNone/>
              <a:defRPr sz="1725" b="0">
                <a:solidFill>
                  <a:srgbClr val="586872"/>
                </a:solidFill>
                <a:latin typeface="IPAexGothic"/>
                <a:ea typeface="IPAexGothic"/>
                <a:cs typeface="IPAexGothic"/>
              </a:defRPr>
            </a:lvl2pPr>
            <a:lvl3pPr algn="l">
              <a:buNone/>
              <a:defRPr sz="1725" b="0">
                <a:solidFill>
                  <a:srgbClr val="586872"/>
                </a:solidFill>
                <a:latin typeface="IPAexGothic"/>
                <a:ea typeface="IPAexGothic"/>
                <a:cs typeface="IPAexGothic"/>
              </a:defRPr>
            </a:lvl3pPr>
            <a:lvl4pPr algn="l">
              <a:buNone/>
              <a:defRPr sz="1725" b="0">
                <a:solidFill>
                  <a:srgbClr val="586872"/>
                </a:solidFill>
                <a:latin typeface="IPAexGothic"/>
                <a:ea typeface="IPAexGothic"/>
                <a:cs typeface="IPAexGothic"/>
              </a:defRPr>
            </a:lvl4pPr>
            <a:lvl5pPr algn="l">
              <a:buNone/>
              <a:defRPr sz="1725" b="0">
                <a:solidFill>
                  <a:srgbClr val="586872"/>
                </a:solidFill>
                <a:latin typeface="IPAexGothic"/>
                <a:ea typeface="IPAexGothic"/>
                <a:cs typeface="IPAexGothic"/>
              </a:defRPr>
            </a:lvl5pPr>
            <a:lvl6pPr algn="l">
              <a:buNone/>
              <a:defRPr sz="1725" b="0">
                <a:solidFill>
                  <a:srgbClr val="586872"/>
                </a:solidFill>
                <a:latin typeface="IPAexGothic"/>
                <a:ea typeface="IPAexGothic"/>
                <a:cs typeface="IPAexGothic"/>
              </a:defRPr>
            </a:lvl6pPr>
            <a:lvl7pPr algn="l">
              <a:buNone/>
              <a:defRPr sz="1725" b="0">
                <a:solidFill>
                  <a:srgbClr val="586872"/>
                </a:solidFill>
                <a:latin typeface="IPAexGothic"/>
                <a:ea typeface="IPAexGothic"/>
                <a:cs typeface="IPAexGothic"/>
              </a:defRPr>
            </a:lvl7pPr>
            <a:lvl8pPr algn="l">
              <a:buNone/>
              <a:defRPr sz="1725" b="0">
                <a:solidFill>
                  <a:srgbClr val="586872"/>
                </a:solidFill>
                <a:latin typeface="IPAexGothic"/>
                <a:ea typeface="IPAexGothic"/>
                <a:cs typeface="IPAexGothic"/>
              </a:defRPr>
            </a:lvl8pPr>
            <a:lvl9pPr algn="l">
              <a:buNone/>
              <a:defRPr sz="1725" b="0">
                <a:solidFill>
                  <a:srgbClr val="586872"/>
                </a:solidFill>
                <a:latin typeface="IPAexGothic"/>
                <a:ea typeface="IPAexGothic"/>
                <a:cs typeface="IPAexGothic"/>
              </a:defRPr>
            </a:lvl9pPr>
          </a:lstStyle>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本例は一窓一CSVの簡易実装とし、重なる時間範囲をそれぞれのファイルに複製します。</a:t>
            </a:r>
          </a:p>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これにより一つの窓CSVを削除しても、保持対象の別の窓CSVの実体を消さずに済みます。</a:t>
            </a:r>
          </a:p>
        </p:txBody>
      </p:sp>
      <p:sp>
        <p:nvSpPr>
          <p:cNvPr id="3" name="page-number">
            <a:extLst xmlns:a="http://schemas.openxmlformats.org/drawingml/2006/main">
              <a:ext uri="{FF2B5EF4-FFF2-40B4-BE49-F238E27FC236}">
                <a16:creationId xmlns:a16="http://schemas.microsoft.com/office/drawing/2014/main" id="{9939D727-B018-4ABD-878A-6D65B9E8E85F}"/>
              </a:ext>
            </a:extLst>
          </p:cNvPr>
          <p:cNvSpPr>
            <a:spLocks xmlns:a="http://schemas.openxmlformats.org/drawingml/2006/main" noGrp="1"/>
          </p:cNvSpPr>
          <p:nvPr/>
        </p:nvSpPr>
        <p:spPr>
          <a:xfrm xmlns:a="http://schemas.openxmlformats.org/drawingml/2006/main">
            <a:off x="11239500" y="644842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1275" b="0">
                <a:solidFill>
                  <a:srgbClr val="586872"/>
                </a:solidFill>
                <a:latin typeface="IPAexGothic"/>
                <a:ea typeface="IPAexGothic"/>
                <a:cs typeface="IPAexGothic"/>
              </a:defRPr>
            </a:defPPr>
            <a:lvl1pPr algn="l">
              <a:buNone/>
              <a:defRPr sz="1275" b="0">
                <a:solidFill>
                  <a:srgbClr val="586872"/>
                </a:solidFill>
                <a:latin typeface="IPAexGothic"/>
                <a:ea typeface="IPAexGothic"/>
                <a:cs typeface="IPAexGothic"/>
              </a:defRPr>
            </a:lvl1pPr>
            <a:lvl2pPr algn="l">
              <a:buNone/>
              <a:defRPr sz="1275" b="0">
                <a:solidFill>
                  <a:srgbClr val="586872"/>
                </a:solidFill>
                <a:latin typeface="IPAexGothic"/>
                <a:ea typeface="IPAexGothic"/>
                <a:cs typeface="IPAexGothic"/>
              </a:defRPr>
            </a:lvl2pPr>
            <a:lvl3pPr algn="l">
              <a:buNone/>
              <a:defRPr sz="1275" b="0">
                <a:solidFill>
                  <a:srgbClr val="586872"/>
                </a:solidFill>
                <a:latin typeface="IPAexGothic"/>
                <a:ea typeface="IPAexGothic"/>
                <a:cs typeface="IPAexGothic"/>
              </a:defRPr>
            </a:lvl3pPr>
            <a:lvl4pPr algn="l">
              <a:buNone/>
              <a:defRPr sz="1275" b="0">
                <a:solidFill>
                  <a:srgbClr val="586872"/>
                </a:solidFill>
                <a:latin typeface="IPAexGothic"/>
                <a:ea typeface="IPAexGothic"/>
                <a:cs typeface="IPAexGothic"/>
              </a:defRPr>
            </a:lvl4pPr>
            <a:lvl5pPr algn="l">
              <a:buNone/>
              <a:defRPr sz="1275" b="0">
                <a:solidFill>
                  <a:srgbClr val="586872"/>
                </a:solidFill>
                <a:latin typeface="IPAexGothic"/>
                <a:ea typeface="IPAexGothic"/>
                <a:cs typeface="IPAexGothic"/>
              </a:defRPr>
            </a:lvl5pPr>
            <a:lvl6pPr algn="l">
              <a:buNone/>
              <a:defRPr sz="1275" b="0">
                <a:solidFill>
                  <a:srgbClr val="586872"/>
                </a:solidFill>
                <a:latin typeface="IPAexGothic"/>
                <a:ea typeface="IPAexGothic"/>
                <a:cs typeface="IPAexGothic"/>
              </a:defRPr>
            </a:lvl6pPr>
            <a:lvl7pPr algn="l">
              <a:buNone/>
              <a:defRPr sz="1275" b="0">
                <a:solidFill>
                  <a:srgbClr val="586872"/>
                </a:solidFill>
                <a:latin typeface="IPAexGothic"/>
                <a:ea typeface="IPAexGothic"/>
                <a:cs typeface="IPAexGothic"/>
              </a:defRPr>
            </a:lvl7pPr>
            <a:lvl8pPr algn="l">
              <a:buNone/>
              <a:defRPr sz="1275" b="0">
                <a:solidFill>
                  <a:srgbClr val="586872"/>
                </a:solidFill>
                <a:latin typeface="IPAexGothic"/>
                <a:ea typeface="IPAexGothic"/>
                <a:cs typeface="IPAexGothic"/>
              </a:defRPr>
            </a:lvl8pPr>
            <a:lvl9pPr algn="l">
              <a:buNone/>
              <a:defRPr sz="1275" b="0">
                <a:solidFill>
                  <a:srgbClr val="586872"/>
                </a:solidFill>
                <a:latin typeface="IPAexGothic"/>
                <a:ea typeface="IPAexGothic"/>
                <a:cs typeface="IPAexGothic"/>
              </a:defRPr>
            </a:lvl9pPr>
          </a:lstStyle>
          <a:p xmlns:a="http://schemas.openxmlformats.org/drawingml/2006/main">
            <a:pPr algn="l">
              <a:buNone/>
              <a:defRPr sz="1275" b="0">
                <a:solidFill>
                  <a:srgbClr val="586872"/>
                </a:solidFill>
                <a:latin typeface="IPAexGothic"/>
                <a:ea typeface="IPAexGothic"/>
                <a:cs typeface="IPAexGothic"/>
              </a:defRPr>
            </a:pPr>
            <a:r>
              <a:rPr sz="1275" b="0">
                <a:solidFill>
                  <a:srgbClr val="586872"/>
                </a:solidFill>
                <a:latin typeface="IPAexGothic"/>
                <a:ea typeface="IPAexGothic"/>
                <a:cs typeface="IPAexGothic"/>
              </a:rPr>
              <a:t>32</a:t>
            </a:r>
          </a:p>
        </p:txBody>
      </p:sp>
      <p:graphicFrame>
        <p:nvGraphicFramePr>
          <p:cNvPr id="4" name="">
            <a:extLst xmlns:a="http://schemas.openxmlformats.org/drawingml/2006/main">
              <a:ext uri="{FF2B5EF4-FFF2-40B4-BE49-F238E27FC236}">
                <a16:creationId xmlns:a16="http://schemas.microsoft.com/office/drawing/2014/main" id="{F13308CC-9718-4928-BC26-91CDF688EA55}"/>
              </a:ext>
            </a:extLst>
          </p:cNvPr>
          <p:cNvGraphicFramePr/>
          <p:nvPr/>
        </p:nvGraphicFramePr>
        <p:xfrm>
          <a:off xmlns:a="http://schemas.openxmlformats.org/drawingml/2006/main" x="609600" y="1762125"/>
          <a:ext xmlns:a="http://schemas.openxmlformats.org/drawingml/2006/main" cx="10972800" cy="3952875"/>
        </p:xfrm>
        <a:graphic xmlns:a="http://schemas.openxmlformats.org/drawingml/2006/main">
          <a:graphicData uri="http://schemas.openxmlformats.org/drawingml/2006/table">
            <a:tbl>
              <a:tblPr firstRow="1" bandRow="0"/>
              <a:tblGrid>
                <a:gridCol w="2286000"/>
                <a:gridCol w="8686800"/>
              </a:tblGrid>
              <a:tr h="790575">
                <a:tc>
                  <a:txBody>
                    <a:bodyPr wrap="square" lIns="114300" tIns="66675" rIns="114300" bIns="66675"/>
                    <a:lstStyle/>
                    <a:p>
                      <a:r>
                        <a:rPr sz="1800" b="1">
                          <a:solidFill>
                            <a:srgbClr val="172B3A"/>
                          </a:solidFill>
                          <a:latin typeface="IPAexGothic"/>
                          <a:ea typeface="IPAexGothic"/>
                          <a:cs typeface="IPAexGothic"/>
                        </a:rPr>
                        <a:t>対象</a:t>
                      </a:r>
                    </a:p>
                  </a:txBody>
                  <a:tcPr marL="91440" marR="91440" marT="45720" marB="45720" anchor="ctr">
                    <a:lnL w="9525">
                      <a:solidFill>
                        <a:srgbClr val="BCCAD2"/>
                      </a:solidFill>
                      <a:prstDash val="solid"/>
                    </a:lnL>
                    <a:lnR w="9525">
                      <a:solidFill>
                        <a:srgbClr val="BCCAD2"/>
                      </a:solidFill>
                      <a:prstDash val="solid"/>
                    </a:lnR>
                    <a:lnT w="9525">
                      <a:solidFill>
                        <a:srgbClr val="BCCAD2"/>
                      </a:solidFill>
                      <a:prstDash val="solid"/>
                    </a:lnT>
                    <a:lnB w="9525">
                      <a:solidFill>
                        <a:srgbClr val="BCCAD2"/>
                      </a:solidFill>
                      <a:prstDash val="solid"/>
                    </a:lnB>
                    <a:solidFill>
                      <a:srgbClr val="EAF1F5"/>
                    </a:solidFill>
                  </a:tcPr>
                </a:tc>
                <a:tc>
                  <a:txBody>
                    <a:bodyPr wrap="square" lIns="114300" tIns="66675" rIns="114300" bIns="66675"/>
                    <a:lstStyle/>
                    <a:p>
                      <a:r>
                        <a:rPr sz="1800" b="1">
                          <a:solidFill>
                            <a:srgbClr val="172B3A"/>
                          </a:solidFill>
                          <a:latin typeface="IPAexGothic"/>
                          <a:ea typeface="IPAexGothic"/>
                          <a:cs typeface="IPAexGothic"/>
                        </a:rPr>
                        <a:t>本例で行うこと</a:t>
                      </a:r>
                    </a:p>
                  </a:txBody>
                  <a:tcPr marL="91440" marR="91440" marT="45720" marB="45720" anchor="ctr">
                    <a:lnR w="9525">
                      <a:solidFill>
                        <a:srgbClr val="BCCAD2"/>
                      </a:solidFill>
                      <a:prstDash val="solid"/>
                    </a:lnR>
                    <a:lnT w="9525">
                      <a:solidFill>
                        <a:srgbClr val="BCCAD2"/>
                      </a:solidFill>
                      <a:prstDash val="solid"/>
                    </a:lnT>
                    <a:lnB w="9525">
                      <a:solidFill>
                        <a:srgbClr val="BCCAD2"/>
                      </a:solidFill>
                      <a:prstDash val="solid"/>
                    </a:lnB>
                    <a:solidFill>
                      <a:srgbClr val="EAF1F5"/>
                    </a:solidFill>
                  </a:tcPr>
                </a:tc>
              </a:tr>
              <a:tr h="790575">
                <a:tc>
                  <a:txBody>
                    <a:bodyPr wrap="square" lIns="114300" tIns="66675" rIns="114300" bIns="66675"/>
                    <a:lstStyle/>
                    <a:p>
                      <a:r>
                        <a:rPr sz="1800" b="0">
                          <a:solidFill>
                            <a:srgbClr val="172B3A"/>
                          </a:solidFill>
                          <a:latin typeface="IPAexGothic"/>
                          <a:ea typeface="IPAexGothic"/>
                          <a:cs typeface="IPAexGothic"/>
                        </a:rPr>
                        <a:t>保存する実体</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FFFFF"/>
                    </a:solidFill>
                  </a:tcPr>
                </a:tc>
                <a:tc>
                  <a:txBody>
                    <a:bodyPr wrap="square" lIns="114300" tIns="66675" rIns="114300" bIns="66675"/>
                    <a:lstStyle/>
                    <a:p>
                      <a:r>
                        <a:rPr sz="1800" b="0">
                          <a:solidFill>
                            <a:srgbClr val="172B3A"/>
                          </a:solidFill>
                          <a:latin typeface="IPAexGothic"/>
                          <a:ea typeface="IPAexGothic"/>
                          <a:cs typeface="IPAexGothic"/>
                        </a:rPr>
                        <a:t>R_W000.csvに0〜29秒、R_W001.csvに2〜31秒の各30点を保存。</a:t>
                      </a:r>
                    </a:p>
                    <a:p>
                      <a:r>
                        <a:rPr sz="1800" b="0">
                          <a:solidFill>
                            <a:srgbClr val="172B3A"/>
                          </a:solidFill>
                          <a:latin typeface="IPAexGothic"/>
                          <a:ea typeface="IPAexGothic"/>
                          <a:cs typeface="IPAexGothic"/>
                        </a:rPr>
                        <a:t>取得中の作業用バッファと別に、保存対象の窓CSVを管理する。</a:t>
                      </a:r>
                    </a:p>
                  </a:txBody>
                  <a:tcPr marL="91440" marR="91440" marT="45720" marB="45720" anchor="ctr">
                    <a:lnR w="9525">
                      <a:solidFill>
                        <a:srgbClr val="BCCAD2"/>
                      </a:solidFill>
                      <a:prstDash val="solid"/>
                    </a:lnR>
                    <a:lnB w="9525">
                      <a:solidFill>
                        <a:srgbClr val="BCCAD2"/>
                      </a:solidFill>
                      <a:prstDash val="solid"/>
                    </a:lnB>
                    <a:solidFill>
                      <a:srgbClr val="FFFFFF"/>
                    </a:solidFill>
                  </a:tcPr>
                </a:tc>
              </a:tr>
              <a:tr h="790575">
                <a:tc>
                  <a:txBody>
                    <a:bodyPr wrap="square" lIns="114300" tIns="66675" rIns="114300" bIns="66675"/>
                    <a:lstStyle/>
                    <a:p>
                      <a:r>
                        <a:rPr sz="1800" b="0">
                          <a:solidFill>
                            <a:srgbClr val="172B3A"/>
                          </a:solidFill>
                          <a:latin typeface="IPAexGothic"/>
                          <a:ea typeface="IPAexGothic"/>
                          <a:cs typeface="IPAexGothic"/>
                        </a:rPr>
                        <a:t>削除前の確認</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8FAFB"/>
                    </a:solidFill>
                  </a:tcPr>
                </a:tc>
                <a:tc>
                  <a:txBody>
                    <a:bodyPr wrap="square" lIns="114300" tIns="66675" rIns="114300" bIns="66675"/>
                    <a:lstStyle/>
                    <a:p>
                      <a:r>
                        <a:rPr sz="1800" b="0">
                          <a:solidFill>
                            <a:srgbClr val="172B3A"/>
                          </a:solidFill>
                          <a:latin typeface="IPAexGothic"/>
                          <a:ea typeface="IPAexGothic"/>
                          <a:cs typeface="IPAexGothic"/>
                        </a:rPr>
                        <a:t>保持窓・保護窓のCSVの実在を確認し、削除候補の窓IDを確定。</a:t>
                      </a:r>
                    </a:p>
                    <a:p>
                      <a:r>
                        <a:rPr sz="1800" b="0">
                          <a:solidFill>
                            <a:srgbClr val="172B3A"/>
                          </a:solidFill>
                          <a:latin typeface="IPAexGothic"/>
                          <a:ea typeface="IPAexGothic"/>
                          <a:cs typeface="IPAexGothic"/>
                        </a:rPr>
                        <a:t>出現情報、窓と出現の対応、入力行、正解、履歴を独立保存する。</a:t>
                      </a:r>
                    </a:p>
                  </a:txBody>
                  <a:tcPr marL="91440" marR="91440" marT="45720" marB="45720" anchor="ctr">
                    <a:lnR w="9525">
                      <a:solidFill>
                        <a:srgbClr val="BCCAD2"/>
                      </a:solidFill>
                      <a:prstDash val="solid"/>
                    </a:lnR>
                    <a:lnB w="9525">
                      <a:solidFill>
                        <a:srgbClr val="BCCAD2"/>
                      </a:solidFill>
                      <a:prstDash val="solid"/>
                    </a:lnB>
                    <a:solidFill>
                      <a:srgbClr val="F8FAFB"/>
                    </a:solidFill>
                  </a:tcPr>
                </a:tc>
              </a:tr>
              <a:tr h="790575">
                <a:tc>
                  <a:txBody>
                    <a:bodyPr wrap="square" lIns="114300" tIns="66675" rIns="114300" bIns="66675"/>
                    <a:lstStyle/>
                    <a:p>
                      <a:r>
                        <a:rPr sz="1800" b="0">
                          <a:solidFill>
                            <a:srgbClr val="172B3A"/>
                          </a:solidFill>
                          <a:latin typeface="IPAexGothic"/>
                          <a:ea typeface="IPAexGothic"/>
                          <a:cs typeface="IPAexGothic"/>
                        </a:rPr>
                        <a:t>削除後に更新</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FFFFF"/>
                    </a:solidFill>
                  </a:tcPr>
                </a:tc>
                <a:tc>
                  <a:txBody>
                    <a:bodyPr wrap="square" lIns="114300" tIns="66675" rIns="114300" bIns="66675"/>
                    <a:lstStyle/>
                    <a:p>
                      <a:r>
                        <a:rPr sz="1800" b="0">
                          <a:solidFill>
                            <a:srgbClr val="172B3A"/>
                          </a:solidFill>
                          <a:latin typeface="IPAexGothic"/>
                          <a:ea typeface="IPAexGothic"/>
                          <a:cs typeface="IPAexGothic"/>
                        </a:rPr>
                        <a:t>対象CSVの参照を削除済みへ変更し、残存ファイル数と削除履歴を更新。</a:t>
                      </a:r>
                    </a:p>
                    <a:p>
                      <a:r>
                        <a:rPr sz="1800" b="0">
                          <a:solidFill>
                            <a:srgbClr val="172B3A"/>
                          </a:solidFill>
                          <a:latin typeface="IPAexGothic"/>
                          <a:ea typeface="IPAexGothic"/>
                          <a:cs typeface="IPAexGothic"/>
                        </a:rPr>
                        <a:t>出現O001や他の窓への対応、過去の統計と学習行は削除しない。</a:t>
                      </a:r>
                    </a:p>
                  </a:txBody>
                  <a:tcPr marL="91440" marR="91440" marT="45720" marB="45720" anchor="ctr">
                    <a:lnR w="9525">
                      <a:solidFill>
                        <a:srgbClr val="BCCAD2"/>
                      </a:solidFill>
                      <a:prstDash val="solid"/>
                    </a:lnR>
                    <a:lnB w="9525">
                      <a:solidFill>
                        <a:srgbClr val="BCCAD2"/>
                      </a:solidFill>
                      <a:prstDash val="solid"/>
                    </a:lnB>
                    <a:solidFill>
                      <a:srgbClr val="FFFFFF"/>
                    </a:solidFill>
                  </a:tcPr>
                </a:tc>
              </a:tr>
              <a:tr h="790575">
                <a:tc>
                  <a:txBody>
                    <a:bodyPr wrap="square" lIns="114300" tIns="66675" rIns="114300" bIns="66675"/>
                    <a:lstStyle/>
                    <a:p>
                      <a:r>
                        <a:rPr sz="1800" b="0">
                          <a:solidFill>
                            <a:srgbClr val="172B3A"/>
                          </a:solidFill>
                          <a:latin typeface="IPAexGothic"/>
                          <a:ea typeface="IPAexGothic"/>
                          <a:cs typeface="IPAexGothic"/>
                        </a:rPr>
                        <a:t>別の保存方式</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8FAFB"/>
                    </a:solidFill>
                  </a:tcPr>
                </a:tc>
                <a:tc>
                  <a:txBody>
                    <a:bodyPr wrap="square" lIns="114300" tIns="66675" rIns="114300" bIns="66675"/>
                    <a:lstStyle/>
                    <a:p>
                      <a:r>
                        <a:rPr sz="1800" b="0">
                          <a:solidFill>
                            <a:srgbClr val="172B3A"/>
                          </a:solidFill>
                          <a:latin typeface="IPAexGothic"/>
                          <a:ea typeface="IPAexGothic"/>
                          <a:cs typeface="IPAexGothic"/>
                        </a:rPr>
                        <a:t>保存効率を優先する場合は、重複しない断片を複数窓で共有する。</a:t>
                      </a:r>
                    </a:p>
                    <a:p>
                      <a:r>
                        <a:rPr sz="1800" b="0">
                          <a:solidFill>
                            <a:srgbClr val="172B3A"/>
                          </a:solidFill>
                          <a:latin typeface="IPAexGothic"/>
                          <a:ea typeface="IPAexGothic"/>
                          <a:cs typeface="IPAexGothic"/>
                        </a:rPr>
                        <a:t>その場合は全ての保持参照を確認する管理が別途必要になる。</a:t>
                      </a:r>
                    </a:p>
                  </a:txBody>
                  <a:tcPr marL="91440" marR="91440" marT="45720" marB="45720" anchor="ctr">
                    <a:lnR w="9525">
                      <a:solidFill>
                        <a:srgbClr val="BCCAD2"/>
                      </a:solidFill>
                      <a:prstDash val="solid"/>
                    </a:lnR>
                    <a:lnB w="9525">
                      <a:solidFill>
                        <a:srgbClr val="BCCAD2"/>
                      </a:solidFill>
                      <a:prstDash val="solid"/>
                    </a:lnB>
                    <a:solidFill>
                      <a:srgbClr val="F8FAFB"/>
                    </a:solidFill>
                  </a:tcPr>
                </a:tc>
              </a:tr>
            </a:tbl>
          </a:graphicData>
        </a:graphic>
      </p:graphicFrame>
      <p:sp>
        <p:nvSpPr>
          <p:cNvPr id="5" name="text-3">
            <a:extLst xmlns:a="http://schemas.openxmlformats.org/drawingml/2006/main">
              <a:ext uri="{FF2B5EF4-FFF2-40B4-BE49-F238E27FC236}">
                <a16:creationId xmlns:a16="http://schemas.microsoft.com/office/drawing/2014/main" id="{3E3DABA7-7DC6-487F-A7FC-881518AFE413}"/>
              </a:ext>
            </a:extLst>
          </p:cNvPr>
          <p:cNvSpPr>
            <a:spLocks xmlns:a="http://schemas.openxmlformats.org/drawingml/2006/main" noGrp="1"/>
          </p:cNvSpPr>
          <p:nvPr/>
        </p:nvSpPr>
        <p:spPr>
          <a:xfrm xmlns:a="http://schemas.openxmlformats.org/drawingml/2006/main">
            <a:off x="609600" y="5953125"/>
            <a:ext cx="10906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1575" b="0">
                <a:solidFill>
                  <a:srgbClr val="586872"/>
                </a:solidFill>
                <a:latin typeface="IPAexGothic"/>
                <a:ea typeface="IPAexGothic"/>
                <a:cs typeface="IPAexGothic"/>
              </a:defRPr>
            </a:defPPr>
            <a:lvl1pPr algn="l">
              <a:buNone/>
              <a:defRPr sz="1575" b="0">
                <a:solidFill>
                  <a:srgbClr val="586872"/>
                </a:solidFill>
                <a:latin typeface="IPAexGothic"/>
                <a:ea typeface="IPAexGothic"/>
                <a:cs typeface="IPAexGothic"/>
              </a:defRPr>
            </a:lvl1pPr>
            <a:lvl2pPr algn="l">
              <a:buNone/>
              <a:defRPr sz="1575" b="0">
                <a:solidFill>
                  <a:srgbClr val="586872"/>
                </a:solidFill>
                <a:latin typeface="IPAexGothic"/>
                <a:ea typeface="IPAexGothic"/>
                <a:cs typeface="IPAexGothic"/>
              </a:defRPr>
            </a:lvl2pPr>
            <a:lvl3pPr algn="l">
              <a:buNone/>
              <a:defRPr sz="1575" b="0">
                <a:solidFill>
                  <a:srgbClr val="586872"/>
                </a:solidFill>
                <a:latin typeface="IPAexGothic"/>
                <a:ea typeface="IPAexGothic"/>
                <a:cs typeface="IPAexGothic"/>
              </a:defRPr>
            </a:lvl3pPr>
            <a:lvl4pPr algn="l">
              <a:buNone/>
              <a:defRPr sz="1575" b="0">
                <a:solidFill>
                  <a:srgbClr val="586872"/>
                </a:solidFill>
                <a:latin typeface="IPAexGothic"/>
                <a:ea typeface="IPAexGothic"/>
                <a:cs typeface="IPAexGothic"/>
              </a:defRPr>
            </a:lvl4pPr>
            <a:lvl5pPr algn="l">
              <a:buNone/>
              <a:defRPr sz="1575" b="0">
                <a:solidFill>
                  <a:srgbClr val="586872"/>
                </a:solidFill>
                <a:latin typeface="IPAexGothic"/>
                <a:ea typeface="IPAexGothic"/>
                <a:cs typeface="IPAexGothic"/>
              </a:defRPr>
            </a:lvl5pPr>
            <a:lvl6pPr algn="l">
              <a:buNone/>
              <a:defRPr sz="1575" b="0">
                <a:solidFill>
                  <a:srgbClr val="586872"/>
                </a:solidFill>
                <a:latin typeface="IPAexGothic"/>
                <a:ea typeface="IPAexGothic"/>
                <a:cs typeface="IPAexGothic"/>
              </a:defRPr>
            </a:lvl6pPr>
            <a:lvl7pPr algn="l">
              <a:buNone/>
              <a:defRPr sz="1575" b="0">
                <a:solidFill>
                  <a:srgbClr val="586872"/>
                </a:solidFill>
                <a:latin typeface="IPAexGothic"/>
                <a:ea typeface="IPAexGothic"/>
                <a:cs typeface="IPAexGothic"/>
              </a:defRPr>
            </a:lvl7pPr>
            <a:lvl8pPr algn="l">
              <a:buNone/>
              <a:defRPr sz="1575" b="0">
                <a:solidFill>
                  <a:srgbClr val="586872"/>
                </a:solidFill>
                <a:latin typeface="IPAexGothic"/>
                <a:ea typeface="IPAexGothic"/>
                <a:cs typeface="IPAexGothic"/>
              </a:defRPr>
            </a:lvl8pPr>
            <a:lvl9pPr algn="l">
              <a:buNone/>
              <a:defRPr sz="1575" b="0">
                <a:solidFill>
                  <a:srgbClr val="586872"/>
                </a:solidFill>
                <a:latin typeface="IPAexGothic"/>
                <a:ea typeface="IPAexGothic"/>
                <a:cs typeface="IPAexGothic"/>
              </a:defRPr>
            </a:lvl9pPr>
          </a:lstStyle>
          <a:p xmlns:a="http://schemas.openxmlformats.org/drawingml/2006/main">
            <a:pPr algn="l">
              <a:buNone/>
              <a:defRPr sz="1575" b="0">
                <a:solidFill>
                  <a:srgbClr val="586872"/>
                </a:solidFill>
                <a:latin typeface="IPAexGothic"/>
                <a:ea typeface="IPAexGothic"/>
                <a:cs typeface="IPAexGothic"/>
              </a:defRPr>
            </a:pPr>
            <a:r>
              <a:rPr sz="1575" b="0">
                <a:solidFill>
                  <a:srgbClr val="586872"/>
                </a:solidFill>
                <a:latin typeface="IPAexGothic"/>
                <a:ea typeface="IPAexGothic"/>
                <a:cs typeface="IPAexGothic"/>
              </a:rPr>
              <a:t>一窓一CSVは説明・実装を単純にする選択。重複保存の容量も含めて効果を測定する必要がある</a:t>
            </a:r>
          </a:p>
        </p:txBody>
      </p:sp>
    </p:spTree>
    <p:extLst>
      <p:ext uri="{BB962C8B-B14F-4D97-AF65-F5344CB8AC3E}">
        <p14:creationId xmlns:p14="http://schemas.microsoft.com/office/powerpoint/2010/main" val="2018517817"/>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headline">
            <a:extLst xmlns:a="http://schemas.openxmlformats.org/drawingml/2006/main">
              <a:ext uri="{FF2B5EF4-FFF2-40B4-BE49-F238E27FC236}">
                <a16:creationId xmlns:a16="http://schemas.microsoft.com/office/drawing/2014/main" id="{CC5B6110-0124-465D-B9BF-6BB14814E47F}"/>
              </a:ext>
            </a:extLst>
          </p:cNvPr>
          <p:cNvSpPr>
            <a:spLocks xmlns:a="http://schemas.openxmlformats.org/drawingml/2006/main" noGrp="1"/>
          </p:cNvSpPr>
          <p:nvPr/>
        </p:nvSpPr>
        <p:spPr>
          <a:xfrm xmlns:a="http://schemas.openxmlformats.org/drawingml/2006/main">
            <a:off x="590550" y="333375"/>
            <a:ext cx="1095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72B3A"/>
                </a:solidFill>
                <a:latin typeface="IPAexGothic"/>
                <a:ea typeface="IPAexGothic"/>
                <a:cs typeface="IPAexGothic"/>
              </a:defRPr>
            </a:defPPr>
            <a:lvl1pPr algn="l">
              <a:buNone/>
              <a:defRPr sz="3300" b="1">
                <a:solidFill>
                  <a:srgbClr val="172B3A"/>
                </a:solidFill>
                <a:latin typeface="IPAexGothic"/>
                <a:ea typeface="IPAexGothic"/>
                <a:cs typeface="IPAexGothic"/>
              </a:defRPr>
            </a:lvl1pPr>
            <a:lvl2pPr algn="l">
              <a:buNone/>
              <a:defRPr sz="3300" b="1">
                <a:solidFill>
                  <a:srgbClr val="172B3A"/>
                </a:solidFill>
                <a:latin typeface="IPAexGothic"/>
                <a:ea typeface="IPAexGothic"/>
                <a:cs typeface="IPAexGothic"/>
              </a:defRPr>
            </a:lvl2pPr>
            <a:lvl3pPr algn="l">
              <a:buNone/>
              <a:defRPr sz="3300" b="1">
                <a:solidFill>
                  <a:srgbClr val="172B3A"/>
                </a:solidFill>
                <a:latin typeface="IPAexGothic"/>
                <a:ea typeface="IPAexGothic"/>
                <a:cs typeface="IPAexGothic"/>
              </a:defRPr>
            </a:lvl3pPr>
            <a:lvl4pPr algn="l">
              <a:buNone/>
              <a:defRPr sz="3300" b="1">
                <a:solidFill>
                  <a:srgbClr val="172B3A"/>
                </a:solidFill>
                <a:latin typeface="IPAexGothic"/>
                <a:ea typeface="IPAexGothic"/>
                <a:cs typeface="IPAexGothic"/>
              </a:defRPr>
            </a:lvl4pPr>
            <a:lvl5pPr algn="l">
              <a:buNone/>
              <a:defRPr sz="3300" b="1">
                <a:solidFill>
                  <a:srgbClr val="172B3A"/>
                </a:solidFill>
                <a:latin typeface="IPAexGothic"/>
                <a:ea typeface="IPAexGothic"/>
                <a:cs typeface="IPAexGothic"/>
              </a:defRPr>
            </a:lvl5pPr>
            <a:lvl6pPr algn="l">
              <a:buNone/>
              <a:defRPr sz="3300" b="1">
                <a:solidFill>
                  <a:srgbClr val="172B3A"/>
                </a:solidFill>
                <a:latin typeface="IPAexGothic"/>
                <a:ea typeface="IPAexGothic"/>
                <a:cs typeface="IPAexGothic"/>
              </a:defRPr>
            </a:lvl6pPr>
            <a:lvl7pPr algn="l">
              <a:buNone/>
              <a:defRPr sz="3300" b="1">
                <a:solidFill>
                  <a:srgbClr val="172B3A"/>
                </a:solidFill>
                <a:latin typeface="IPAexGothic"/>
                <a:ea typeface="IPAexGothic"/>
                <a:cs typeface="IPAexGothic"/>
              </a:defRPr>
            </a:lvl7pPr>
            <a:lvl8pPr algn="l">
              <a:buNone/>
              <a:defRPr sz="3300" b="1">
                <a:solidFill>
                  <a:srgbClr val="172B3A"/>
                </a:solidFill>
                <a:latin typeface="IPAexGothic"/>
                <a:ea typeface="IPAexGothic"/>
                <a:cs typeface="IPAexGothic"/>
              </a:defRPr>
            </a:lvl8pPr>
            <a:lvl9pPr algn="l">
              <a:buNone/>
              <a:defRPr sz="3300" b="1">
                <a:solidFill>
                  <a:srgbClr val="172B3A"/>
                </a:solidFill>
                <a:latin typeface="IPAexGothic"/>
                <a:ea typeface="IPAexGothic"/>
                <a:cs typeface="IPAexGothic"/>
              </a:defRPr>
            </a:lvl9pPr>
          </a:lstStyle>
          <a:p xmlns:a="http://schemas.openxmlformats.org/drawingml/2006/main">
            <a:pPr algn="l">
              <a:buNone/>
              <a:defRPr sz="3300" b="1">
                <a:solidFill>
                  <a:srgbClr val="172B3A"/>
                </a:solidFill>
                <a:latin typeface="IPAexGothic"/>
                <a:ea typeface="IPAexGothic"/>
                <a:cs typeface="IPAexGothic"/>
              </a:defRPr>
            </a:pPr>
            <a:r>
              <a:rPr sz="3300" b="1">
                <a:solidFill>
                  <a:srgbClr val="172B3A"/>
                </a:solidFill>
                <a:latin typeface="IPAexGothic"/>
                <a:ea typeface="IPAexGothic"/>
                <a:cs typeface="IPAexGothic"/>
              </a:rPr>
              <a:t>⑤ 削除後の更新と④への反映</a:t>
            </a:r>
          </a:p>
        </p:txBody>
      </p:sp>
      <p:sp>
        <p:nvSpPr>
          <p:cNvPr id="2" name="summary">
            <a:extLst xmlns:a="http://schemas.openxmlformats.org/drawingml/2006/main">
              <a:ext uri="{FF2B5EF4-FFF2-40B4-BE49-F238E27FC236}">
                <a16:creationId xmlns:a16="http://schemas.microsoft.com/office/drawing/2014/main" id="{D693FF57-7269-4646-9087-6069DFA1C98D}"/>
              </a:ext>
            </a:extLst>
          </p:cNvPr>
          <p:cNvSpPr>
            <a:spLocks xmlns:a="http://schemas.openxmlformats.org/drawingml/2006/main" noGrp="1"/>
          </p:cNvSpPr>
          <p:nvPr/>
        </p:nvSpPr>
        <p:spPr>
          <a:xfrm xmlns:a="http://schemas.openxmlformats.org/drawingml/2006/main">
            <a:off x="609600" y="1028700"/>
            <a:ext cx="10896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86872"/>
                </a:solidFill>
                <a:latin typeface="IPAexGothic"/>
                <a:ea typeface="IPAexGothic"/>
                <a:cs typeface="IPAexGothic"/>
              </a:defRPr>
            </a:defPPr>
            <a:lvl1pPr algn="l">
              <a:buNone/>
              <a:defRPr sz="1800" b="0">
                <a:solidFill>
                  <a:srgbClr val="586872"/>
                </a:solidFill>
                <a:latin typeface="IPAexGothic"/>
                <a:ea typeface="IPAexGothic"/>
                <a:cs typeface="IPAexGothic"/>
              </a:defRPr>
            </a:lvl1pPr>
            <a:lvl2pPr algn="l">
              <a:buNone/>
              <a:defRPr sz="1800" b="0">
                <a:solidFill>
                  <a:srgbClr val="586872"/>
                </a:solidFill>
                <a:latin typeface="IPAexGothic"/>
                <a:ea typeface="IPAexGothic"/>
                <a:cs typeface="IPAexGothic"/>
              </a:defRPr>
            </a:lvl2pPr>
            <a:lvl3pPr algn="l">
              <a:buNone/>
              <a:defRPr sz="1800" b="0">
                <a:solidFill>
                  <a:srgbClr val="586872"/>
                </a:solidFill>
                <a:latin typeface="IPAexGothic"/>
                <a:ea typeface="IPAexGothic"/>
                <a:cs typeface="IPAexGothic"/>
              </a:defRPr>
            </a:lvl3pPr>
            <a:lvl4pPr algn="l">
              <a:buNone/>
              <a:defRPr sz="1800" b="0">
                <a:solidFill>
                  <a:srgbClr val="586872"/>
                </a:solidFill>
                <a:latin typeface="IPAexGothic"/>
                <a:ea typeface="IPAexGothic"/>
                <a:cs typeface="IPAexGothic"/>
              </a:defRPr>
            </a:lvl4pPr>
            <a:lvl5pPr algn="l">
              <a:buNone/>
              <a:defRPr sz="1800" b="0">
                <a:solidFill>
                  <a:srgbClr val="586872"/>
                </a:solidFill>
                <a:latin typeface="IPAexGothic"/>
                <a:ea typeface="IPAexGothic"/>
                <a:cs typeface="IPAexGothic"/>
              </a:defRPr>
            </a:lvl5pPr>
            <a:lvl6pPr algn="l">
              <a:buNone/>
              <a:defRPr sz="1800" b="0">
                <a:solidFill>
                  <a:srgbClr val="586872"/>
                </a:solidFill>
                <a:latin typeface="IPAexGothic"/>
                <a:ea typeface="IPAexGothic"/>
                <a:cs typeface="IPAexGothic"/>
              </a:defRPr>
            </a:lvl6pPr>
            <a:lvl7pPr algn="l">
              <a:buNone/>
              <a:defRPr sz="1800" b="0">
                <a:solidFill>
                  <a:srgbClr val="586872"/>
                </a:solidFill>
                <a:latin typeface="IPAexGothic"/>
                <a:ea typeface="IPAexGothic"/>
                <a:cs typeface="IPAexGothic"/>
              </a:defRPr>
            </a:lvl7pPr>
            <a:lvl8pPr algn="l">
              <a:buNone/>
              <a:defRPr sz="1800" b="0">
                <a:solidFill>
                  <a:srgbClr val="586872"/>
                </a:solidFill>
                <a:latin typeface="IPAexGothic"/>
                <a:ea typeface="IPAexGothic"/>
                <a:cs typeface="IPAexGothic"/>
              </a:defRPr>
            </a:lvl8pPr>
            <a:lvl9pPr algn="l">
              <a:buNone/>
              <a:defRPr sz="1800" b="0">
                <a:solidFill>
                  <a:srgbClr val="586872"/>
                </a:solidFill>
                <a:latin typeface="IPAexGothic"/>
                <a:ea typeface="IPAexGothic"/>
                <a:cs typeface="IPAexGothic"/>
              </a:defRPr>
            </a:lvl9pPr>
          </a:lstStyle>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保存している元データが減っても、過去に記録した窓の一致や閉じた出現の回数は変わりません。</a:t>
            </a:r>
          </a:p>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出現情報に基づく統計を維持し、残った元データだけを集計し直して生じる偏りを防ぎます。</a:t>
            </a:r>
          </a:p>
        </p:txBody>
      </p:sp>
      <p:sp>
        <p:nvSpPr>
          <p:cNvPr id="3" name="text-2">
            <a:extLst xmlns:a="http://schemas.openxmlformats.org/drawingml/2006/main">
              <a:ext uri="{FF2B5EF4-FFF2-40B4-BE49-F238E27FC236}">
                <a16:creationId xmlns:a16="http://schemas.microsoft.com/office/drawing/2014/main" id="{47A4A6BE-A5B5-4822-B239-DB6CCA5A7555}"/>
              </a:ext>
            </a:extLst>
          </p:cNvPr>
          <p:cNvSpPr>
            <a:spLocks xmlns:a="http://schemas.openxmlformats.org/drawingml/2006/main" noGrp="1"/>
          </p:cNvSpPr>
          <p:nvPr/>
        </p:nvSpPr>
        <p:spPr>
          <a:xfrm xmlns:a="http://schemas.openxmlformats.org/drawingml/2006/main">
            <a:off x="11239500" y="644842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872"/>
                </a:solidFill>
                <a:latin typeface="IPAexGothic"/>
                <a:ea typeface="IPAexGothic"/>
                <a:cs typeface="IPAexGothic"/>
              </a:defRPr>
            </a:defPPr>
            <a:lvl1pPr algn="r">
              <a:buNone/>
              <a:defRPr sz="1275" b="0">
                <a:solidFill>
                  <a:srgbClr val="586872"/>
                </a:solidFill>
                <a:latin typeface="IPAexGothic"/>
                <a:ea typeface="IPAexGothic"/>
                <a:cs typeface="IPAexGothic"/>
              </a:defRPr>
            </a:lvl1pPr>
            <a:lvl2pPr algn="r">
              <a:buNone/>
              <a:defRPr sz="1275" b="0">
                <a:solidFill>
                  <a:srgbClr val="586872"/>
                </a:solidFill>
                <a:latin typeface="IPAexGothic"/>
                <a:ea typeface="IPAexGothic"/>
                <a:cs typeface="IPAexGothic"/>
              </a:defRPr>
            </a:lvl2pPr>
            <a:lvl3pPr algn="r">
              <a:buNone/>
              <a:defRPr sz="1275" b="0">
                <a:solidFill>
                  <a:srgbClr val="586872"/>
                </a:solidFill>
                <a:latin typeface="IPAexGothic"/>
                <a:ea typeface="IPAexGothic"/>
                <a:cs typeface="IPAexGothic"/>
              </a:defRPr>
            </a:lvl3pPr>
            <a:lvl4pPr algn="r">
              <a:buNone/>
              <a:defRPr sz="1275" b="0">
                <a:solidFill>
                  <a:srgbClr val="586872"/>
                </a:solidFill>
                <a:latin typeface="IPAexGothic"/>
                <a:ea typeface="IPAexGothic"/>
                <a:cs typeface="IPAexGothic"/>
              </a:defRPr>
            </a:lvl4pPr>
            <a:lvl5pPr algn="r">
              <a:buNone/>
              <a:defRPr sz="1275" b="0">
                <a:solidFill>
                  <a:srgbClr val="586872"/>
                </a:solidFill>
                <a:latin typeface="IPAexGothic"/>
                <a:ea typeface="IPAexGothic"/>
                <a:cs typeface="IPAexGothic"/>
              </a:defRPr>
            </a:lvl5pPr>
            <a:lvl6pPr algn="r">
              <a:buNone/>
              <a:defRPr sz="1275" b="0">
                <a:solidFill>
                  <a:srgbClr val="586872"/>
                </a:solidFill>
                <a:latin typeface="IPAexGothic"/>
                <a:ea typeface="IPAexGothic"/>
                <a:cs typeface="IPAexGothic"/>
              </a:defRPr>
            </a:lvl6pPr>
            <a:lvl7pPr algn="r">
              <a:buNone/>
              <a:defRPr sz="1275" b="0">
                <a:solidFill>
                  <a:srgbClr val="586872"/>
                </a:solidFill>
                <a:latin typeface="IPAexGothic"/>
                <a:ea typeface="IPAexGothic"/>
                <a:cs typeface="IPAexGothic"/>
              </a:defRPr>
            </a:lvl7pPr>
            <a:lvl8pPr algn="r">
              <a:buNone/>
              <a:defRPr sz="1275" b="0">
                <a:solidFill>
                  <a:srgbClr val="586872"/>
                </a:solidFill>
                <a:latin typeface="IPAexGothic"/>
                <a:ea typeface="IPAexGothic"/>
                <a:cs typeface="IPAexGothic"/>
              </a:defRPr>
            </a:lvl8pPr>
            <a:lvl9pPr algn="r">
              <a:buNone/>
              <a:defRPr sz="1275" b="0">
                <a:solidFill>
                  <a:srgbClr val="586872"/>
                </a:solidFill>
                <a:latin typeface="IPAexGothic"/>
                <a:ea typeface="IPAexGothic"/>
                <a:cs typeface="IPAexGothic"/>
              </a:defRPr>
            </a:lvl9pPr>
          </a:lstStyle>
          <a:p xmlns:a="http://schemas.openxmlformats.org/drawingml/2006/main">
            <a:pPr algn="r">
              <a:buNone/>
              <a:defRPr sz="1275" b="0">
                <a:solidFill>
                  <a:srgbClr val="586872"/>
                </a:solidFill>
                <a:latin typeface="IPAexGothic"/>
                <a:ea typeface="IPAexGothic"/>
                <a:cs typeface="IPAexGothic"/>
              </a:defRPr>
            </a:pPr>
            <a:r>
              <a:rPr sz="1275" b="0">
                <a:solidFill>
                  <a:srgbClr val="586872"/>
                </a:solidFill>
                <a:latin typeface="IPAexGothic"/>
                <a:ea typeface="IPAexGothic"/>
                <a:cs typeface="IPAexGothic"/>
              </a:rPr>
              <a:t>33</a:t>
            </a:r>
          </a:p>
        </p:txBody>
      </p:sp>
      <p:graphicFrame>
        <p:nvGraphicFramePr>
          <p:cNvPr id="4" name="">
            <a:extLst xmlns:a="http://schemas.openxmlformats.org/drawingml/2006/main">
              <a:ext uri="{FF2B5EF4-FFF2-40B4-BE49-F238E27FC236}">
                <a16:creationId xmlns:a16="http://schemas.microsoft.com/office/drawing/2014/main" id="{86B1E1E1-161B-4790-92FF-131535366D31}"/>
              </a:ext>
            </a:extLst>
          </p:cNvPr>
          <p:cNvGraphicFramePr/>
          <p:nvPr/>
        </p:nvGraphicFramePr>
        <p:xfrm>
          <a:off xmlns:a="http://schemas.openxmlformats.org/drawingml/2006/main" x="609600" y="1714500"/>
          <a:ext xmlns:a="http://schemas.openxmlformats.org/drawingml/2006/main" cx="10972800" cy="3143250"/>
        </p:xfrm>
        <a:graphic xmlns:a="http://schemas.openxmlformats.org/drawingml/2006/main">
          <a:graphicData uri="http://schemas.openxmlformats.org/drawingml/2006/table">
            <a:tbl>
              <a:tblPr firstRow="1" bandRow="0"/>
              <a:tblGrid>
                <a:gridCol w="3524250"/>
                <a:gridCol w="3476625"/>
                <a:gridCol w="3971925"/>
              </a:tblGrid>
              <a:tr h="628650">
                <a:tc>
                  <a:txBody>
                    <a:bodyPr wrap="square" lIns="133350" tIns="85725" rIns="114300" bIns="76200"/>
                    <a:lstStyle/>
                    <a:p>
                      <a:r>
                        <a:rPr sz="1875" b="1">
                          <a:solidFill>
                            <a:srgbClr val="172B3A"/>
                          </a:solidFill>
                          <a:latin typeface="IPAexGothic"/>
                          <a:ea typeface="IPAexGothic"/>
                          <a:cs typeface="IPAexGothic"/>
                        </a:rPr>
                        <a:t>管理情報</a:t>
                      </a:r>
                    </a:p>
                  </a:txBody>
                  <a:tcPr marL="91440" marR="91440" marT="45720" marB="45720" anchor="ctr">
                    <a:lnL w="9525">
                      <a:solidFill>
                        <a:srgbClr val="BCCAD2"/>
                      </a:solidFill>
                      <a:prstDash val="solid"/>
                    </a:lnL>
                    <a:lnR w="9525">
                      <a:solidFill>
                        <a:srgbClr val="BCCAD2"/>
                      </a:solidFill>
                      <a:prstDash val="solid"/>
                    </a:lnR>
                    <a:lnT w="9525">
                      <a:solidFill>
                        <a:srgbClr val="BCCAD2"/>
                      </a:solidFill>
                      <a:prstDash val="solid"/>
                    </a:lnT>
                    <a:lnB w="9525">
                      <a:solidFill>
                        <a:srgbClr val="BCCAD2"/>
                      </a:solidFill>
                      <a:prstDash val="solid"/>
                    </a:lnB>
                    <a:solidFill>
                      <a:srgbClr val="EAF1F5"/>
                    </a:solidFill>
                  </a:tcPr>
                </a:tc>
                <a:tc>
                  <a:txBody>
                    <a:bodyPr wrap="square" lIns="133350" tIns="85725" rIns="114300" bIns="76200"/>
                    <a:lstStyle/>
                    <a:p>
                      <a:r>
                        <a:rPr sz="1875" b="1">
                          <a:solidFill>
                            <a:srgbClr val="172B3A"/>
                          </a:solidFill>
                          <a:latin typeface="IPAexGothic"/>
                          <a:ea typeface="IPAexGothic"/>
                          <a:cs typeface="IPAexGothic"/>
                        </a:rPr>
                        <a:t>削除前の説明例</a:t>
                      </a:r>
                    </a:p>
                  </a:txBody>
                  <a:tcPr marL="91440" marR="91440" marT="45720" marB="45720" anchor="ctr">
                    <a:lnR w="9525">
                      <a:solidFill>
                        <a:srgbClr val="BCCAD2"/>
                      </a:solidFill>
                      <a:prstDash val="solid"/>
                    </a:lnR>
                    <a:lnT w="9525">
                      <a:solidFill>
                        <a:srgbClr val="BCCAD2"/>
                      </a:solidFill>
                      <a:prstDash val="solid"/>
                    </a:lnT>
                    <a:lnB w="9525">
                      <a:solidFill>
                        <a:srgbClr val="BCCAD2"/>
                      </a:solidFill>
                      <a:prstDash val="solid"/>
                    </a:lnB>
                    <a:solidFill>
                      <a:srgbClr val="EAF1F5"/>
                    </a:solidFill>
                  </a:tcPr>
                </a:tc>
                <a:tc>
                  <a:txBody>
                    <a:bodyPr wrap="square" lIns="133350" tIns="85725" rIns="114300" bIns="76200"/>
                    <a:lstStyle/>
                    <a:p>
                      <a:r>
                        <a:rPr sz="1875" b="1">
                          <a:solidFill>
                            <a:srgbClr val="172B3A"/>
                          </a:solidFill>
                          <a:latin typeface="IPAexGothic"/>
                          <a:ea typeface="IPAexGothic"/>
                          <a:cs typeface="IPAexGothic"/>
                        </a:rPr>
                        <a:t>削除後</a:t>
                      </a:r>
                    </a:p>
                  </a:txBody>
                  <a:tcPr marL="91440" marR="91440" marT="45720" marB="45720" anchor="ctr">
                    <a:lnR w="9525">
                      <a:solidFill>
                        <a:srgbClr val="BCCAD2"/>
                      </a:solidFill>
                      <a:prstDash val="solid"/>
                    </a:lnR>
                    <a:lnT w="9525">
                      <a:solidFill>
                        <a:srgbClr val="BCCAD2"/>
                      </a:solidFill>
                      <a:prstDash val="solid"/>
                    </a:lnT>
                    <a:lnB w="9525">
                      <a:solidFill>
                        <a:srgbClr val="BCCAD2"/>
                      </a:solidFill>
                      <a:prstDash val="solid"/>
                    </a:lnB>
                    <a:solidFill>
                      <a:srgbClr val="EAF1F5"/>
                    </a:solidFill>
                  </a:tcPr>
                </a:tc>
              </a:tr>
              <a:tr h="628650">
                <a:tc>
                  <a:txBody>
                    <a:bodyPr wrap="square" lIns="133350" tIns="85725" rIns="114300" bIns="76200"/>
                    <a:lstStyle/>
                    <a:p>
                      <a:r>
                        <a:rPr sz="1875" b="0">
                          <a:solidFill>
                            <a:srgbClr val="172B3A"/>
                          </a:solidFill>
                          <a:latin typeface="IPAexGothic"/>
                          <a:ea typeface="IPAexGothic"/>
                          <a:cs typeface="IPAexGothic"/>
                        </a:rPr>
                        <a:t>固有の出現情報</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FFFFF"/>
                    </a:solidFill>
                  </a:tcPr>
                </a:tc>
                <a:tc>
                  <a:txBody>
                    <a:bodyPr wrap="square" lIns="133350" tIns="85725" rIns="114300" bIns="76200"/>
                    <a:lstStyle/>
                    <a:p>
                      <a:r>
                        <a:rPr sz="1875" b="0">
                          <a:solidFill>
                            <a:srgbClr val="172B3A"/>
                          </a:solidFill>
                          <a:latin typeface="IPAexGothic"/>
                          <a:ea typeface="IPAexGothic"/>
                          <a:cs typeface="IPAexGothic"/>
                        </a:rPr>
                        <a:t>O001などの履歴</a:t>
                      </a:r>
                    </a:p>
                  </a:txBody>
                  <a:tcPr marL="91440" marR="91440" marT="45720" marB="45720" anchor="ctr">
                    <a:lnR w="9525">
                      <a:solidFill>
                        <a:srgbClr val="BCCAD2"/>
                      </a:solidFill>
                      <a:prstDash val="solid"/>
                    </a:lnR>
                    <a:lnB w="9525">
                      <a:solidFill>
                        <a:srgbClr val="BCCAD2"/>
                      </a:solidFill>
                      <a:prstDash val="solid"/>
                    </a:lnB>
                    <a:solidFill>
                      <a:srgbClr val="FFFFFF"/>
                    </a:solidFill>
                  </a:tcPr>
                </a:tc>
                <a:tc>
                  <a:txBody>
                    <a:bodyPr wrap="square" lIns="133350" tIns="85725" rIns="114300" bIns="76200"/>
                    <a:lstStyle/>
                    <a:p>
                      <a:r>
                        <a:rPr sz="1875" b="0">
                          <a:solidFill>
                            <a:srgbClr val="172B3A"/>
                          </a:solidFill>
                          <a:latin typeface="IPAexGothic"/>
                          <a:ea typeface="IPAexGothic"/>
                          <a:cs typeface="IPAexGothic"/>
                        </a:rPr>
                        <a:t>同じ出現IDと回数を維持</a:t>
                      </a:r>
                    </a:p>
                  </a:txBody>
                  <a:tcPr marL="91440" marR="91440" marT="45720" marB="45720" anchor="ctr">
                    <a:lnR w="9525">
                      <a:solidFill>
                        <a:srgbClr val="BCCAD2"/>
                      </a:solidFill>
                      <a:prstDash val="solid"/>
                    </a:lnR>
                    <a:lnB w="9525">
                      <a:solidFill>
                        <a:srgbClr val="BCCAD2"/>
                      </a:solidFill>
                      <a:prstDash val="solid"/>
                    </a:lnB>
                    <a:solidFill>
                      <a:srgbClr val="FFFFFF"/>
                    </a:solidFill>
                  </a:tcPr>
                </a:tc>
              </a:tr>
              <a:tr h="628650">
                <a:tc>
                  <a:txBody>
                    <a:bodyPr wrap="square" lIns="133350" tIns="85725" rIns="114300" bIns="76200"/>
                    <a:lstStyle/>
                    <a:p>
                      <a:r>
                        <a:rPr sz="1875" b="0">
                          <a:solidFill>
                            <a:srgbClr val="172B3A"/>
                          </a:solidFill>
                          <a:latin typeface="IPAexGothic"/>
                          <a:ea typeface="IPAexGothic"/>
                          <a:cs typeface="IPAexGothic"/>
                        </a:rPr>
                        <a:t>窓CSVの残存数</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8FAFB"/>
                    </a:solidFill>
                  </a:tcPr>
                </a:tc>
                <a:tc>
                  <a:txBody>
                    <a:bodyPr wrap="square" lIns="133350" tIns="85725" rIns="114300" bIns="76200"/>
                    <a:lstStyle/>
                    <a:p>
                      <a:r>
                        <a:rPr sz="1875" b="0">
                          <a:solidFill>
                            <a:srgbClr val="172B3A"/>
                          </a:solidFill>
                          <a:latin typeface="IPAexGothic"/>
                          <a:ea typeface="IPAexGothic"/>
                          <a:cs typeface="IPAexGothic"/>
                        </a:rPr>
                        <a:t>1,000ファイル</a:t>
                      </a:r>
                    </a:p>
                  </a:txBody>
                  <a:tcPr marL="91440" marR="91440" marT="45720" marB="45720" anchor="ctr">
                    <a:lnR w="9525">
                      <a:solidFill>
                        <a:srgbClr val="BCCAD2"/>
                      </a:solidFill>
                      <a:prstDash val="solid"/>
                    </a:lnR>
                    <a:lnB w="9525">
                      <a:solidFill>
                        <a:srgbClr val="BCCAD2"/>
                      </a:solidFill>
                      <a:prstDash val="solid"/>
                    </a:lnB>
                    <a:solidFill>
                      <a:srgbClr val="F8FAFB"/>
                    </a:solidFill>
                  </a:tcPr>
                </a:tc>
                <a:tc>
                  <a:txBody>
                    <a:bodyPr wrap="square" lIns="133350" tIns="85725" rIns="114300" bIns="76200"/>
                    <a:lstStyle/>
                    <a:p>
                      <a:r>
                        <a:rPr sz="1875" b="0">
                          <a:solidFill>
                            <a:srgbClr val="172B3A"/>
                          </a:solidFill>
                          <a:latin typeface="IPAexGothic"/>
                          <a:ea typeface="IPAexGothic"/>
                          <a:cs typeface="IPAexGothic"/>
                        </a:rPr>
                        <a:t>100ファイル（仮の例）</a:t>
                      </a:r>
                    </a:p>
                  </a:txBody>
                  <a:tcPr marL="91440" marR="91440" marT="45720" marB="45720" anchor="ctr">
                    <a:lnR w="9525">
                      <a:solidFill>
                        <a:srgbClr val="BCCAD2"/>
                      </a:solidFill>
                      <a:prstDash val="solid"/>
                    </a:lnR>
                    <a:lnB w="9525">
                      <a:solidFill>
                        <a:srgbClr val="BCCAD2"/>
                      </a:solidFill>
                      <a:prstDash val="solid"/>
                    </a:lnB>
                    <a:solidFill>
                      <a:srgbClr val="F8FAFB"/>
                    </a:solidFill>
                  </a:tcPr>
                </a:tc>
              </a:tr>
              <a:tr h="628650">
                <a:tc>
                  <a:txBody>
                    <a:bodyPr wrap="square" lIns="133350" tIns="85725" rIns="114300" bIns="76200"/>
                    <a:lstStyle/>
                    <a:p>
                      <a:r>
                        <a:rPr sz="1875" b="0">
                          <a:solidFill>
                            <a:srgbClr val="172B3A"/>
                          </a:solidFill>
                          <a:latin typeface="IPAexGothic"/>
                          <a:ea typeface="IPAexGothic"/>
                          <a:cs typeface="IPAexGothic"/>
                        </a:rPr>
                        <a:t>元データの保存先</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FFFFF"/>
                    </a:solidFill>
                  </a:tcPr>
                </a:tc>
                <a:tc>
                  <a:txBody>
                    <a:bodyPr wrap="square" lIns="133350" tIns="85725" rIns="114300" bIns="76200"/>
                    <a:lstStyle/>
                    <a:p>
                      <a:r>
                        <a:rPr sz="1875" b="0">
                          <a:solidFill>
                            <a:srgbClr val="172B3A"/>
                          </a:solidFill>
                          <a:latin typeface="IPAexGothic"/>
                          <a:ea typeface="IPAexGothic"/>
                          <a:cs typeface="IPAexGothic"/>
                        </a:rPr>
                        <a:t>すべて有効</a:t>
                      </a:r>
                    </a:p>
                  </a:txBody>
                  <a:tcPr marL="91440" marR="91440" marT="45720" marB="45720" anchor="ctr">
                    <a:lnR w="9525">
                      <a:solidFill>
                        <a:srgbClr val="BCCAD2"/>
                      </a:solidFill>
                      <a:prstDash val="solid"/>
                    </a:lnR>
                    <a:lnB w="9525">
                      <a:solidFill>
                        <a:srgbClr val="BCCAD2"/>
                      </a:solidFill>
                      <a:prstDash val="solid"/>
                    </a:lnB>
                    <a:solidFill>
                      <a:srgbClr val="FFFFFF"/>
                    </a:solidFill>
                  </a:tcPr>
                </a:tc>
                <a:tc>
                  <a:txBody>
                    <a:bodyPr wrap="square" lIns="133350" tIns="85725" rIns="114300" bIns="76200"/>
                    <a:lstStyle/>
                    <a:p>
                      <a:r>
                        <a:rPr sz="1875" b="0">
                          <a:solidFill>
                            <a:srgbClr val="172B3A"/>
                          </a:solidFill>
                          <a:latin typeface="IPAexGothic"/>
                          <a:ea typeface="IPAexGothic"/>
                          <a:cs typeface="IPAexGothic"/>
                        </a:rPr>
                        <a:t>削除した実体の参照を更新</a:t>
                      </a:r>
                    </a:p>
                  </a:txBody>
                  <a:tcPr marL="91440" marR="91440" marT="45720" marB="45720" anchor="ctr">
                    <a:lnR w="9525">
                      <a:solidFill>
                        <a:srgbClr val="BCCAD2"/>
                      </a:solidFill>
                      <a:prstDash val="solid"/>
                    </a:lnR>
                    <a:lnB w="9525">
                      <a:solidFill>
                        <a:srgbClr val="BCCAD2"/>
                      </a:solidFill>
                      <a:prstDash val="solid"/>
                    </a:lnB>
                    <a:solidFill>
                      <a:srgbClr val="FFFFFF"/>
                    </a:solidFill>
                  </a:tcPr>
                </a:tc>
              </a:tr>
              <a:tr h="628650">
                <a:tc>
                  <a:txBody>
                    <a:bodyPr wrap="square" lIns="133350" tIns="85725" rIns="114300" bIns="76200"/>
                    <a:lstStyle/>
                    <a:p>
                      <a:r>
                        <a:rPr sz="1875" b="0">
                          <a:solidFill>
                            <a:srgbClr val="172B3A"/>
                          </a:solidFill>
                          <a:latin typeface="IPAexGothic"/>
                          <a:ea typeface="IPAexGothic"/>
                          <a:cs typeface="IPAexGothic"/>
                        </a:rPr>
                        <a:t>削除履歴</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8FAFB"/>
                    </a:solidFill>
                  </a:tcPr>
                </a:tc>
                <a:tc>
                  <a:txBody>
                    <a:bodyPr wrap="square" lIns="133350" tIns="85725" rIns="114300" bIns="76200"/>
                    <a:lstStyle/>
                    <a:p>
                      <a:r>
                        <a:rPr sz="1875" b="0">
                          <a:solidFill>
                            <a:srgbClr val="172B3A"/>
                          </a:solidFill>
                          <a:latin typeface="IPAexGothic"/>
                          <a:ea typeface="IPAexGothic"/>
                          <a:cs typeface="IPAexGothic"/>
                        </a:rPr>
                        <a:t>未実行</a:t>
                      </a:r>
                    </a:p>
                  </a:txBody>
                  <a:tcPr marL="91440" marR="91440" marT="45720" marB="45720" anchor="ctr">
                    <a:lnR w="9525">
                      <a:solidFill>
                        <a:srgbClr val="BCCAD2"/>
                      </a:solidFill>
                      <a:prstDash val="solid"/>
                    </a:lnR>
                    <a:lnB w="9525">
                      <a:solidFill>
                        <a:srgbClr val="BCCAD2"/>
                      </a:solidFill>
                      <a:prstDash val="solid"/>
                    </a:lnB>
                    <a:solidFill>
                      <a:srgbClr val="F8FAFB"/>
                    </a:solidFill>
                  </a:tcPr>
                </a:tc>
                <a:tc>
                  <a:txBody>
                    <a:bodyPr wrap="square" lIns="133350" tIns="85725" rIns="114300" bIns="76200"/>
                    <a:lstStyle/>
                    <a:p>
                      <a:r>
                        <a:rPr sz="1875" b="0">
                          <a:solidFill>
                            <a:srgbClr val="172B3A"/>
                          </a:solidFill>
                          <a:latin typeface="IPAexGothic"/>
                          <a:ea typeface="IPAexGothic"/>
                          <a:cs typeface="IPAexGothic"/>
                        </a:rPr>
                        <a:t>対象・時刻・許可範囲・結果</a:t>
                      </a:r>
                    </a:p>
                  </a:txBody>
                  <a:tcPr marL="91440" marR="91440" marT="45720" marB="45720" anchor="ctr">
                    <a:lnR w="9525">
                      <a:solidFill>
                        <a:srgbClr val="BCCAD2"/>
                      </a:solidFill>
                      <a:prstDash val="solid"/>
                    </a:lnR>
                    <a:lnB w="9525">
                      <a:solidFill>
                        <a:srgbClr val="BCCAD2"/>
                      </a:solidFill>
                      <a:prstDash val="solid"/>
                    </a:lnB>
                    <a:solidFill>
                      <a:srgbClr val="F8FAFB"/>
                    </a:solidFill>
                  </a:tcPr>
                </a:tc>
              </a:tr>
            </a:tbl>
          </a:graphicData>
        </a:graphic>
      </p:graphicFrame>
      <p:sp>
        <p:nvSpPr>
          <p:cNvPr id="5" name="text-3">
            <a:extLst xmlns:a="http://schemas.openxmlformats.org/drawingml/2006/main">
              <a:ext uri="{FF2B5EF4-FFF2-40B4-BE49-F238E27FC236}">
                <a16:creationId xmlns:a16="http://schemas.microsoft.com/office/drawing/2014/main" id="{87D0AC2F-4033-469A-882B-5EAD03AA78AB}"/>
              </a:ext>
            </a:extLst>
          </p:cNvPr>
          <p:cNvSpPr>
            <a:spLocks xmlns:a="http://schemas.openxmlformats.org/drawingml/2006/main" noGrp="1"/>
          </p:cNvSpPr>
          <p:nvPr/>
        </p:nvSpPr>
        <p:spPr>
          <a:xfrm xmlns:a="http://schemas.openxmlformats.org/drawingml/2006/main">
            <a:off x="647700" y="5048250"/>
            <a:ext cx="10763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236487"/>
                </a:solidFill>
                <a:latin typeface="IPAexGothic"/>
                <a:ea typeface="IPAexGothic"/>
                <a:cs typeface="IPAexGothic"/>
              </a:defRPr>
            </a:defPPr>
            <a:lvl1pPr algn="l">
              <a:buNone/>
              <a:defRPr sz="2100" b="0">
                <a:solidFill>
                  <a:srgbClr val="236487"/>
                </a:solidFill>
                <a:latin typeface="IPAexGothic"/>
                <a:ea typeface="IPAexGothic"/>
                <a:cs typeface="IPAexGothic"/>
              </a:defRPr>
            </a:lvl1pPr>
            <a:lvl2pPr algn="l">
              <a:buNone/>
              <a:defRPr sz="2100" b="0">
                <a:solidFill>
                  <a:srgbClr val="236487"/>
                </a:solidFill>
                <a:latin typeface="IPAexGothic"/>
                <a:ea typeface="IPAexGothic"/>
                <a:cs typeface="IPAexGothic"/>
              </a:defRPr>
            </a:lvl2pPr>
            <a:lvl3pPr algn="l">
              <a:buNone/>
              <a:defRPr sz="2100" b="0">
                <a:solidFill>
                  <a:srgbClr val="236487"/>
                </a:solidFill>
                <a:latin typeface="IPAexGothic"/>
                <a:ea typeface="IPAexGothic"/>
                <a:cs typeface="IPAexGothic"/>
              </a:defRPr>
            </a:lvl3pPr>
            <a:lvl4pPr algn="l">
              <a:buNone/>
              <a:defRPr sz="2100" b="0">
                <a:solidFill>
                  <a:srgbClr val="236487"/>
                </a:solidFill>
                <a:latin typeface="IPAexGothic"/>
                <a:ea typeface="IPAexGothic"/>
                <a:cs typeface="IPAexGothic"/>
              </a:defRPr>
            </a:lvl4pPr>
            <a:lvl5pPr algn="l">
              <a:buNone/>
              <a:defRPr sz="2100" b="0">
                <a:solidFill>
                  <a:srgbClr val="236487"/>
                </a:solidFill>
                <a:latin typeface="IPAexGothic"/>
                <a:ea typeface="IPAexGothic"/>
                <a:cs typeface="IPAexGothic"/>
              </a:defRPr>
            </a:lvl5pPr>
            <a:lvl6pPr algn="l">
              <a:buNone/>
              <a:defRPr sz="2100" b="0">
                <a:solidFill>
                  <a:srgbClr val="236487"/>
                </a:solidFill>
                <a:latin typeface="IPAexGothic"/>
                <a:ea typeface="IPAexGothic"/>
                <a:cs typeface="IPAexGothic"/>
              </a:defRPr>
            </a:lvl6pPr>
            <a:lvl7pPr algn="l">
              <a:buNone/>
              <a:defRPr sz="2100" b="0">
                <a:solidFill>
                  <a:srgbClr val="236487"/>
                </a:solidFill>
                <a:latin typeface="IPAexGothic"/>
                <a:ea typeface="IPAexGothic"/>
                <a:cs typeface="IPAexGothic"/>
              </a:defRPr>
            </a:lvl7pPr>
            <a:lvl8pPr algn="l">
              <a:buNone/>
              <a:defRPr sz="2100" b="0">
                <a:solidFill>
                  <a:srgbClr val="236487"/>
                </a:solidFill>
                <a:latin typeface="IPAexGothic"/>
                <a:ea typeface="IPAexGothic"/>
                <a:cs typeface="IPAexGothic"/>
              </a:defRPr>
            </a:lvl8pPr>
            <a:lvl9pPr algn="l">
              <a:buNone/>
              <a:defRPr sz="2100" b="0">
                <a:solidFill>
                  <a:srgbClr val="236487"/>
                </a:solidFill>
                <a:latin typeface="IPAexGothic"/>
                <a:ea typeface="IPAexGothic"/>
                <a:cs typeface="IPAexGothic"/>
              </a:defRPr>
            </a:lvl9pPr>
          </a:lstStyle>
          <a:p xmlns:a="http://schemas.openxmlformats.org/drawingml/2006/main">
            <a:pPr algn="l">
              <a:buNone/>
              <a:defRPr sz="2100" b="0">
                <a:solidFill>
                  <a:srgbClr val="236487"/>
                </a:solidFill>
                <a:latin typeface="IPAexGothic"/>
                <a:ea typeface="IPAexGothic"/>
                <a:cs typeface="IPAexGothic"/>
              </a:defRPr>
            </a:pPr>
            <a:r>
              <a:rPr sz="2100" b="0">
                <a:solidFill>
                  <a:srgbClr val="236487"/>
                </a:solidFill>
                <a:latin typeface="IPAexGothic"/>
                <a:ea typeface="IPAexGothic"/>
                <a:cs typeface="IPAexGothic"/>
              </a:rPr>
              <a:t>残った元データだけで過去の統計を取り直すと、</a:t>
            </a:r>
          </a:p>
          <a:p xmlns:a="http://schemas.openxmlformats.org/drawingml/2006/main">
            <a:pPr algn="l">
              <a:buNone/>
              <a:defRPr sz="2100" b="0">
                <a:solidFill>
                  <a:srgbClr val="236487"/>
                </a:solidFill>
                <a:latin typeface="IPAexGothic"/>
                <a:ea typeface="IPAexGothic"/>
                <a:cs typeface="IPAexGothic"/>
              </a:defRPr>
            </a:pPr>
            <a:r>
              <a:rPr sz="2100" b="0">
                <a:solidFill>
                  <a:srgbClr val="236487"/>
                </a:solidFill>
                <a:latin typeface="IPAexGothic"/>
                <a:ea typeface="IPAexGothic"/>
                <a:cs typeface="IPAexGothic"/>
              </a:rPr>
              <a:t>保持対象の選び方による偏りが生じる。</a:t>
            </a:r>
          </a:p>
        </p:txBody>
      </p:sp>
      <p:sp>
        <p:nvSpPr>
          <p:cNvPr id="6" name="text-4">
            <a:extLst xmlns:a="http://schemas.openxmlformats.org/drawingml/2006/main">
              <a:ext uri="{FF2B5EF4-FFF2-40B4-BE49-F238E27FC236}">
                <a16:creationId xmlns:a16="http://schemas.microsoft.com/office/drawing/2014/main" id="{3F586822-30F8-4617-8A7E-F3337C8FE207}"/>
              </a:ext>
            </a:extLst>
          </p:cNvPr>
          <p:cNvSpPr>
            <a:spLocks xmlns:a="http://schemas.openxmlformats.org/drawingml/2006/main" noGrp="1"/>
          </p:cNvSpPr>
          <p:nvPr/>
        </p:nvSpPr>
        <p:spPr>
          <a:xfrm xmlns:a="http://schemas.openxmlformats.org/drawingml/2006/main">
            <a:off x="609600" y="5953125"/>
            <a:ext cx="10906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86872"/>
                </a:solidFill>
                <a:latin typeface="IPAexGothic"/>
                <a:ea typeface="IPAexGothic"/>
                <a:cs typeface="IPAexGothic"/>
              </a:defRPr>
            </a:defPPr>
            <a:lvl1pPr algn="l">
              <a:buNone/>
              <a:defRPr sz="1575" b="0">
                <a:solidFill>
                  <a:srgbClr val="586872"/>
                </a:solidFill>
                <a:latin typeface="IPAexGothic"/>
                <a:ea typeface="IPAexGothic"/>
                <a:cs typeface="IPAexGothic"/>
              </a:defRPr>
            </a:lvl1pPr>
            <a:lvl2pPr algn="l">
              <a:buNone/>
              <a:defRPr sz="1575" b="0">
                <a:solidFill>
                  <a:srgbClr val="586872"/>
                </a:solidFill>
                <a:latin typeface="IPAexGothic"/>
                <a:ea typeface="IPAexGothic"/>
                <a:cs typeface="IPAexGothic"/>
              </a:defRPr>
            </a:lvl2pPr>
            <a:lvl3pPr algn="l">
              <a:buNone/>
              <a:defRPr sz="1575" b="0">
                <a:solidFill>
                  <a:srgbClr val="586872"/>
                </a:solidFill>
                <a:latin typeface="IPAexGothic"/>
                <a:ea typeface="IPAexGothic"/>
                <a:cs typeface="IPAexGothic"/>
              </a:defRPr>
            </a:lvl3pPr>
            <a:lvl4pPr algn="l">
              <a:buNone/>
              <a:defRPr sz="1575" b="0">
                <a:solidFill>
                  <a:srgbClr val="586872"/>
                </a:solidFill>
                <a:latin typeface="IPAexGothic"/>
                <a:ea typeface="IPAexGothic"/>
                <a:cs typeface="IPAexGothic"/>
              </a:defRPr>
            </a:lvl4pPr>
            <a:lvl5pPr algn="l">
              <a:buNone/>
              <a:defRPr sz="1575" b="0">
                <a:solidFill>
                  <a:srgbClr val="586872"/>
                </a:solidFill>
                <a:latin typeface="IPAexGothic"/>
                <a:ea typeface="IPAexGothic"/>
                <a:cs typeface="IPAexGothic"/>
              </a:defRPr>
            </a:lvl5pPr>
            <a:lvl6pPr algn="l">
              <a:buNone/>
              <a:defRPr sz="1575" b="0">
                <a:solidFill>
                  <a:srgbClr val="586872"/>
                </a:solidFill>
                <a:latin typeface="IPAexGothic"/>
                <a:ea typeface="IPAexGothic"/>
                <a:cs typeface="IPAexGothic"/>
              </a:defRPr>
            </a:lvl6pPr>
            <a:lvl7pPr algn="l">
              <a:buNone/>
              <a:defRPr sz="1575" b="0">
                <a:solidFill>
                  <a:srgbClr val="586872"/>
                </a:solidFill>
                <a:latin typeface="IPAexGothic"/>
                <a:ea typeface="IPAexGothic"/>
                <a:cs typeface="IPAexGothic"/>
              </a:defRPr>
            </a:lvl7pPr>
            <a:lvl8pPr algn="l">
              <a:buNone/>
              <a:defRPr sz="1575" b="0">
                <a:solidFill>
                  <a:srgbClr val="586872"/>
                </a:solidFill>
                <a:latin typeface="IPAexGothic"/>
                <a:ea typeface="IPAexGothic"/>
                <a:cs typeface="IPAexGothic"/>
              </a:defRPr>
            </a:lvl8pPr>
            <a:lvl9pPr algn="l">
              <a:buNone/>
              <a:defRPr sz="1575" b="0">
                <a:solidFill>
                  <a:srgbClr val="586872"/>
                </a:solidFill>
                <a:latin typeface="IPAexGothic"/>
                <a:ea typeface="IPAexGothic"/>
                <a:cs typeface="IPAexGothic"/>
              </a:defRPr>
            </a:lvl9pPr>
          </a:lstStyle>
          <a:p xmlns:a="http://schemas.openxmlformats.org/drawingml/2006/main">
            <a:pPr algn="l">
              <a:buNone/>
              <a:defRPr sz="1575" b="0">
                <a:solidFill>
                  <a:srgbClr val="586872"/>
                </a:solidFill>
                <a:latin typeface="IPAexGothic"/>
                <a:ea typeface="IPAexGothic"/>
                <a:cs typeface="IPAexGothic"/>
              </a:defRPr>
            </a:pPr>
            <a:r>
              <a:rPr sz="1575" b="0">
                <a:solidFill>
                  <a:srgbClr val="586872"/>
                </a:solidFill>
                <a:latin typeface="IPAexGothic"/>
                <a:ea typeface="IPAexGothic"/>
                <a:cs typeface="IPAexGothic"/>
              </a:rPr>
              <a:t>ファイル数は効果を説明する仮の例。窓数と固有出現回数は一対一ではなく、別々に管理する</a:t>
            </a:r>
          </a:p>
        </p:txBody>
      </p:sp>
    </p:spTree>
    <p:extLst>
      <p:ext uri="{BB962C8B-B14F-4D97-AF65-F5344CB8AC3E}">
        <p14:creationId xmlns:p14="http://schemas.microsoft.com/office/powerpoint/2010/main" val="753454361"/>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headline">
            <a:extLst xmlns:a="http://schemas.openxmlformats.org/drawingml/2006/main">
              <a:ext uri="{FF2B5EF4-FFF2-40B4-BE49-F238E27FC236}">
                <a16:creationId xmlns:a16="http://schemas.microsoft.com/office/drawing/2014/main" id="{4961CA17-38E1-4D78-ACE7-DF8A544D61E4}"/>
              </a:ext>
            </a:extLst>
          </p:cNvPr>
          <p:cNvSpPr>
            <a:spLocks xmlns:a="http://schemas.openxmlformats.org/drawingml/2006/main" noGrp="1"/>
          </p:cNvSpPr>
          <p:nvPr/>
        </p:nvSpPr>
        <p:spPr>
          <a:xfrm xmlns:a="http://schemas.openxmlformats.org/drawingml/2006/main">
            <a:off x="590550" y="333375"/>
            <a:ext cx="1095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72B3A"/>
                </a:solidFill>
                <a:latin typeface="IPAexGothic"/>
                <a:ea typeface="IPAexGothic"/>
                <a:cs typeface="IPAexGothic"/>
              </a:defRPr>
            </a:defPPr>
            <a:lvl1pPr algn="l">
              <a:buNone/>
              <a:defRPr sz="3300" b="1">
                <a:solidFill>
                  <a:srgbClr val="172B3A"/>
                </a:solidFill>
                <a:latin typeface="IPAexGothic"/>
                <a:ea typeface="IPAexGothic"/>
                <a:cs typeface="IPAexGothic"/>
              </a:defRPr>
            </a:lvl1pPr>
            <a:lvl2pPr algn="l">
              <a:buNone/>
              <a:defRPr sz="3300" b="1">
                <a:solidFill>
                  <a:srgbClr val="172B3A"/>
                </a:solidFill>
                <a:latin typeface="IPAexGothic"/>
                <a:ea typeface="IPAexGothic"/>
                <a:cs typeface="IPAexGothic"/>
              </a:defRPr>
            </a:lvl2pPr>
            <a:lvl3pPr algn="l">
              <a:buNone/>
              <a:defRPr sz="3300" b="1">
                <a:solidFill>
                  <a:srgbClr val="172B3A"/>
                </a:solidFill>
                <a:latin typeface="IPAexGothic"/>
                <a:ea typeface="IPAexGothic"/>
                <a:cs typeface="IPAexGothic"/>
              </a:defRPr>
            </a:lvl3pPr>
            <a:lvl4pPr algn="l">
              <a:buNone/>
              <a:defRPr sz="3300" b="1">
                <a:solidFill>
                  <a:srgbClr val="172B3A"/>
                </a:solidFill>
                <a:latin typeface="IPAexGothic"/>
                <a:ea typeface="IPAexGothic"/>
                <a:cs typeface="IPAexGothic"/>
              </a:defRPr>
            </a:lvl4pPr>
            <a:lvl5pPr algn="l">
              <a:buNone/>
              <a:defRPr sz="3300" b="1">
                <a:solidFill>
                  <a:srgbClr val="172B3A"/>
                </a:solidFill>
                <a:latin typeface="IPAexGothic"/>
                <a:ea typeface="IPAexGothic"/>
                <a:cs typeface="IPAexGothic"/>
              </a:defRPr>
            </a:lvl5pPr>
            <a:lvl6pPr algn="l">
              <a:buNone/>
              <a:defRPr sz="3300" b="1">
                <a:solidFill>
                  <a:srgbClr val="172B3A"/>
                </a:solidFill>
                <a:latin typeface="IPAexGothic"/>
                <a:ea typeface="IPAexGothic"/>
                <a:cs typeface="IPAexGothic"/>
              </a:defRPr>
            </a:lvl6pPr>
            <a:lvl7pPr algn="l">
              <a:buNone/>
              <a:defRPr sz="3300" b="1">
                <a:solidFill>
                  <a:srgbClr val="172B3A"/>
                </a:solidFill>
                <a:latin typeface="IPAexGothic"/>
                <a:ea typeface="IPAexGothic"/>
                <a:cs typeface="IPAexGothic"/>
              </a:defRPr>
            </a:lvl7pPr>
            <a:lvl8pPr algn="l">
              <a:buNone/>
              <a:defRPr sz="3300" b="1">
                <a:solidFill>
                  <a:srgbClr val="172B3A"/>
                </a:solidFill>
                <a:latin typeface="IPAexGothic"/>
                <a:ea typeface="IPAexGothic"/>
                <a:cs typeface="IPAexGothic"/>
              </a:defRPr>
            </a:lvl8pPr>
            <a:lvl9pPr algn="l">
              <a:buNone/>
              <a:defRPr sz="3300" b="1">
                <a:solidFill>
                  <a:srgbClr val="172B3A"/>
                </a:solidFill>
                <a:latin typeface="IPAexGothic"/>
                <a:ea typeface="IPAexGothic"/>
                <a:cs typeface="IPAexGothic"/>
              </a:defRPr>
            </a:lvl9pPr>
          </a:lstStyle>
          <a:p xmlns:a="http://schemas.openxmlformats.org/drawingml/2006/main">
            <a:pPr algn="l">
              <a:buNone/>
              <a:defRPr sz="3300" b="1">
                <a:solidFill>
                  <a:srgbClr val="172B3A"/>
                </a:solidFill>
                <a:latin typeface="IPAexGothic"/>
                <a:ea typeface="IPAexGothic"/>
                <a:cs typeface="IPAexGothic"/>
              </a:defRPr>
            </a:pPr>
            <a:r>
              <a:rPr sz="3300" b="1">
                <a:solidFill>
                  <a:srgbClr val="172B3A"/>
                </a:solidFill>
                <a:latin typeface="IPAexGothic"/>
                <a:ea typeface="IPAexGothic"/>
                <a:cs typeface="IPAexGothic"/>
              </a:rPr>
              <a:t>⑥ モデル入力と学習件数と統計情報</a:t>
            </a:r>
          </a:p>
        </p:txBody>
      </p:sp>
      <p:sp>
        <p:nvSpPr>
          <p:cNvPr id="2" name="summary">
            <a:extLst xmlns:a="http://schemas.openxmlformats.org/drawingml/2006/main">
              <a:ext uri="{FF2B5EF4-FFF2-40B4-BE49-F238E27FC236}">
                <a16:creationId xmlns:a16="http://schemas.microsoft.com/office/drawing/2014/main" id="{C7B76A58-556D-44B9-9BD9-4571E3A94C0E}"/>
              </a:ext>
            </a:extLst>
          </p:cNvPr>
          <p:cNvSpPr>
            <a:spLocks xmlns:a="http://schemas.openxmlformats.org/drawingml/2006/main" noGrp="1"/>
          </p:cNvSpPr>
          <p:nvPr/>
        </p:nvSpPr>
        <p:spPr>
          <a:xfrm xmlns:a="http://schemas.openxmlformats.org/drawingml/2006/main">
            <a:off x="609600" y="1028700"/>
            <a:ext cx="10896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86872"/>
                </a:solidFill>
                <a:latin typeface="IPAexGothic"/>
                <a:ea typeface="IPAexGothic"/>
                <a:cs typeface="IPAexGothic"/>
              </a:defRPr>
            </a:defPPr>
            <a:lvl1pPr algn="l">
              <a:buNone/>
              <a:defRPr sz="1800" b="0">
                <a:solidFill>
                  <a:srgbClr val="586872"/>
                </a:solidFill>
                <a:latin typeface="IPAexGothic"/>
                <a:ea typeface="IPAexGothic"/>
                <a:cs typeface="IPAexGothic"/>
              </a:defRPr>
            </a:lvl1pPr>
            <a:lvl2pPr algn="l">
              <a:buNone/>
              <a:defRPr sz="1800" b="0">
                <a:solidFill>
                  <a:srgbClr val="586872"/>
                </a:solidFill>
                <a:latin typeface="IPAexGothic"/>
                <a:ea typeface="IPAexGothic"/>
                <a:cs typeface="IPAexGothic"/>
              </a:defRPr>
            </a:lvl2pPr>
            <a:lvl3pPr algn="l">
              <a:buNone/>
              <a:defRPr sz="1800" b="0">
                <a:solidFill>
                  <a:srgbClr val="586872"/>
                </a:solidFill>
                <a:latin typeface="IPAexGothic"/>
                <a:ea typeface="IPAexGothic"/>
                <a:cs typeface="IPAexGothic"/>
              </a:defRPr>
            </a:lvl3pPr>
            <a:lvl4pPr algn="l">
              <a:buNone/>
              <a:defRPr sz="1800" b="0">
                <a:solidFill>
                  <a:srgbClr val="586872"/>
                </a:solidFill>
                <a:latin typeface="IPAexGothic"/>
                <a:ea typeface="IPAexGothic"/>
                <a:cs typeface="IPAexGothic"/>
              </a:defRPr>
            </a:lvl4pPr>
            <a:lvl5pPr algn="l">
              <a:buNone/>
              <a:defRPr sz="1800" b="0">
                <a:solidFill>
                  <a:srgbClr val="586872"/>
                </a:solidFill>
                <a:latin typeface="IPAexGothic"/>
                <a:ea typeface="IPAexGothic"/>
                <a:cs typeface="IPAexGothic"/>
              </a:defRPr>
            </a:lvl5pPr>
            <a:lvl6pPr algn="l">
              <a:buNone/>
              <a:defRPr sz="1800" b="0">
                <a:solidFill>
                  <a:srgbClr val="586872"/>
                </a:solidFill>
                <a:latin typeface="IPAexGothic"/>
                <a:ea typeface="IPAexGothic"/>
                <a:cs typeface="IPAexGothic"/>
              </a:defRPr>
            </a:lvl6pPr>
            <a:lvl7pPr algn="l">
              <a:buNone/>
              <a:defRPr sz="1800" b="0">
                <a:solidFill>
                  <a:srgbClr val="586872"/>
                </a:solidFill>
                <a:latin typeface="IPAexGothic"/>
                <a:ea typeface="IPAexGothic"/>
                <a:cs typeface="IPAexGothic"/>
              </a:defRPr>
            </a:lvl7pPr>
            <a:lvl8pPr algn="l">
              <a:buNone/>
              <a:defRPr sz="1800" b="0">
                <a:solidFill>
                  <a:srgbClr val="586872"/>
                </a:solidFill>
                <a:latin typeface="IPAexGothic"/>
                <a:ea typeface="IPAexGothic"/>
                <a:cs typeface="IPAexGothic"/>
              </a:defRPr>
            </a:lvl8pPr>
            <a:lvl9pPr algn="l">
              <a:buNone/>
              <a:defRPr sz="1800" b="0">
                <a:solidFill>
                  <a:srgbClr val="586872"/>
                </a:solidFill>
                <a:latin typeface="IPAexGothic"/>
                <a:ea typeface="IPAexGothic"/>
                <a:cs typeface="IPAexGothic"/>
              </a:defRPr>
            </a:lvl9pPr>
          </a:lstStyle>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本文の特徴は、30秒窓が学んだパターンに対応するかと、その中心からの距離です。</a:t>
            </a:r>
          </a:p>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窓ごとの学習行を保存するので、元データ削除後も行数・正解・入力値の分布を維持できます。</a:t>
            </a:r>
          </a:p>
        </p:txBody>
      </p:sp>
      <p:sp>
        <p:nvSpPr>
          <p:cNvPr id="3" name="text-2">
            <a:extLst xmlns:a="http://schemas.openxmlformats.org/drawingml/2006/main">
              <a:ext uri="{FF2B5EF4-FFF2-40B4-BE49-F238E27FC236}">
                <a16:creationId xmlns:a16="http://schemas.microsoft.com/office/drawing/2014/main" id="{5F415EDC-B7E0-4553-BF12-EF87B28B99C6}"/>
              </a:ext>
            </a:extLst>
          </p:cNvPr>
          <p:cNvSpPr>
            <a:spLocks xmlns:a="http://schemas.openxmlformats.org/drawingml/2006/main" noGrp="1"/>
          </p:cNvSpPr>
          <p:nvPr/>
        </p:nvSpPr>
        <p:spPr>
          <a:xfrm xmlns:a="http://schemas.openxmlformats.org/drawingml/2006/main">
            <a:off x="11239500" y="644842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872"/>
                </a:solidFill>
                <a:latin typeface="IPAexGothic"/>
                <a:ea typeface="IPAexGothic"/>
                <a:cs typeface="IPAexGothic"/>
              </a:defRPr>
            </a:defPPr>
            <a:lvl1pPr algn="r">
              <a:buNone/>
              <a:defRPr sz="1275" b="0">
                <a:solidFill>
                  <a:srgbClr val="586872"/>
                </a:solidFill>
                <a:latin typeface="IPAexGothic"/>
                <a:ea typeface="IPAexGothic"/>
                <a:cs typeface="IPAexGothic"/>
              </a:defRPr>
            </a:lvl1pPr>
            <a:lvl2pPr algn="r">
              <a:buNone/>
              <a:defRPr sz="1275" b="0">
                <a:solidFill>
                  <a:srgbClr val="586872"/>
                </a:solidFill>
                <a:latin typeface="IPAexGothic"/>
                <a:ea typeface="IPAexGothic"/>
                <a:cs typeface="IPAexGothic"/>
              </a:defRPr>
            </a:lvl2pPr>
            <a:lvl3pPr algn="r">
              <a:buNone/>
              <a:defRPr sz="1275" b="0">
                <a:solidFill>
                  <a:srgbClr val="586872"/>
                </a:solidFill>
                <a:latin typeface="IPAexGothic"/>
                <a:ea typeface="IPAexGothic"/>
                <a:cs typeface="IPAexGothic"/>
              </a:defRPr>
            </a:lvl3pPr>
            <a:lvl4pPr algn="r">
              <a:buNone/>
              <a:defRPr sz="1275" b="0">
                <a:solidFill>
                  <a:srgbClr val="586872"/>
                </a:solidFill>
                <a:latin typeface="IPAexGothic"/>
                <a:ea typeface="IPAexGothic"/>
                <a:cs typeface="IPAexGothic"/>
              </a:defRPr>
            </a:lvl4pPr>
            <a:lvl5pPr algn="r">
              <a:buNone/>
              <a:defRPr sz="1275" b="0">
                <a:solidFill>
                  <a:srgbClr val="586872"/>
                </a:solidFill>
                <a:latin typeface="IPAexGothic"/>
                <a:ea typeface="IPAexGothic"/>
                <a:cs typeface="IPAexGothic"/>
              </a:defRPr>
            </a:lvl5pPr>
            <a:lvl6pPr algn="r">
              <a:buNone/>
              <a:defRPr sz="1275" b="0">
                <a:solidFill>
                  <a:srgbClr val="586872"/>
                </a:solidFill>
                <a:latin typeface="IPAexGothic"/>
                <a:ea typeface="IPAexGothic"/>
                <a:cs typeface="IPAexGothic"/>
              </a:defRPr>
            </a:lvl6pPr>
            <a:lvl7pPr algn="r">
              <a:buNone/>
              <a:defRPr sz="1275" b="0">
                <a:solidFill>
                  <a:srgbClr val="586872"/>
                </a:solidFill>
                <a:latin typeface="IPAexGothic"/>
                <a:ea typeface="IPAexGothic"/>
                <a:cs typeface="IPAexGothic"/>
              </a:defRPr>
            </a:lvl7pPr>
            <a:lvl8pPr algn="r">
              <a:buNone/>
              <a:defRPr sz="1275" b="0">
                <a:solidFill>
                  <a:srgbClr val="586872"/>
                </a:solidFill>
                <a:latin typeface="IPAexGothic"/>
                <a:ea typeface="IPAexGothic"/>
                <a:cs typeface="IPAexGothic"/>
              </a:defRPr>
            </a:lvl8pPr>
            <a:lvl9pPr algn="r">
              <a:buNone/>
              <a:defRPr sz="1275" b="0">
                <a:solidFill>
                  <a:srgbClr val="586872"/>
                </a:solidFill>
                <a:latin typeface="IPAexGothic"/>
                <a:ea typeface="IPAexGothic"/>
                <a:cs typeface="IPAexGothic"/>
              </a:defRPr>
            </a:lvl9pPr>
          </a:lstStyle>
          <a:p xmlns:a="http://schemas.openxmlformats.org/drawingml/2006/main">
            <a:pPr algn="r">
              <a:buNone/>
              <a:defRPr sz="1275" b="0">
                <a:solidFill>
                  <a:srgbClr val="586872"/>
                </a:solidFill>
                <a:latin typeface="IPAexGothic"/>
                <a:ea typeface="IPAexGothic"/>
                <a:cs typeface="IPAexGothic"/>
              </a:defRPr>
            </a:pPr>
            <a:r>
              <a:rPr sz="1275" b="0">
                <a:solidFill>
                  <a:srgbClr val="586872"/>
                </a:solidFill>
                <a:latin typeface="IPAexGothic"/>
                <a:ea typeface="IPAexGothic"/>
                <a:cs typeface="IPAexGothic"/>
              </a:rPr>
              <a:t>34</a:t>
            </a:r>
          </a:p>
        </p:txBody>
      </p:sp>
      <p:graphicFrame>
        <p:nvGraphicFramePr>
          <p:cNvPr id="8" name="">
            <a:extLst xmlns:a="http://schemas.openxmlformats.org/drawingml/2006/main">
              <a:ext uri="{FF2B5EF4-FFF2-40B4-BE49-F238E27FC236}">
                <a16:creationId xmlns:a16="http://schemas.microsoft.com/office/drawing/2014/main" id="{A65F0A8D-F57E-40DE-AC3C-B7DFA064CBAE}"/>
              </a:ext>
            </a:extLst>
          </p:cNvPr>
          <p:cNvGraphicFramePr/>
          <p:nvPr/>
        </p:nvGraphicFramePr>
        <p:xfrm>
          <a:off xmlns:a="http://schemas.openxmlformats.org/drawingml/2006/main" x="609600" y="1762125"/>
          <a:ext xmlns:a="http://schemas.openxmlformats.org/drawingml/2006/main" cx="10972800" cy="3810000"/>
        </p:xfrm>
        <a:graphic xmlns:a="http://schemas.openxmlformats.org/drawingml/2006/main">
          <a:graphicData uri="http://schemas.openxmlformats.org/drawingml/2006/table">
            <a:tbl>
              <a:tblPr firstRow="1" bandRow="0"/>
              <a:tblGrid>
                <a:gridCol w="2428875"/>
                <a:gridCol w="4286250"/>
                <a:gridCol w="4257675"/>
              </a:tblGrid>
              <a:tr h="762000">
                <a:tc>
                  <a:txBody>
                    <a:bodyPr wrap="square" lIns="114300" tIns="66675" rIns="114300" bIns="66675"/>
                    <a:lstStyle/>
                    <a:p>
                      <a:r>
                        <a:rPr sz="1725" b="1">
                          <a:solidFill>
                            <a:srgbClr val="172B3A"/>
                          </a:solidFill>
                          <a:latin typeface="IPAexGothic"/>
                          <a:ea typeface="IPAexGothic"/>
                          <a:cs typeface="IPAexGothic"/>
                        </a:rPr>
                        <a:t>情報</a:t>
                      </a:r>
                    </a:p>
                  </a:txBody>
                  <a:tcPr marL="91440" marR="91440" marT="45720" marB="45720" anchor="ctr">
                    <a:lnL w="9525">
                      <a:solidFill>
                        <a:srgbClr val="BCCAD2"/>
                      </a:solidFill>
                      <a:prstDash val="solid"/>
                    </a:lnL>
                    <a:lnR w="9525">
                      <a:solidFill>
                        <a:srgbClr val="BCCAD2"/>
                      </a:solidFill>
                      <a:prstDash val="solid"/>
                    </a:lnR>
                    <a:lnT w="9525">
                      <a:solidFill>
                        <a:srgbClr val="BCCAD2"/>
                      </a:solidFill>
                      <a:prstDash val="solid"/>
                    </a:lnT>
                    <a:lnB w="9525">
                      <a:solidFill>
                        <a:srgbClr val="BCCAD2"/>
                      </a:solidFill>
                      <a:prstDash val="solid"/>
                    </a:lnB>
                    <a:solidFill>
                      <a:srgbClr val="EAF1F5"/>
                    </a:solidFill>
                  </a:tcPr>
                </a:tc>
                <a:tc>
                  <a:txBody>
                    <a:bodyPr wrap="square" lIns="114300" tIns="66675" rIns="114300" bIns="66675"/>
                    <a:lstStyle/>
                    <a:p>
                      <a:r>
                        <a:rPr sz="1725" b="1">
                          <a:solidFill>
                            <a:srgbClr val="172B3A"/>
                          </a:solidFill>
                          <a:latin typeface="IPAexGothic"/>
                          <a:ea typeface="IPAexGothic"/>
                          <a:cs typeface="IPAexGothic"/>
                        </a:rPr>
                        <a:t>本文の例</a:t>
                      </a:r>
                    </a:p>
                  </a:txBody>
                  <a:tcPr marL="91440" marR="91440" marT="45720" marB="45720" anchor="ctr">
                    <a:lnR w="9525">
                      <a:solidFill>
                        <a:srgbClr val="BCCAD2"/>
                      </a:solidFill>
                      <a:prstDash val="solid"/>
                    </a:lnR>
                    <a:lnT w="9525">
                      <a:solidFill>
                        <a:srgbClr val="BCCAD2"/>
                      </a:solidFill>
                      <a:prstDash val="solid"/>
                    </a:lnT>
                    <a:lnB w="9525">
                      <a:solidFill>
                        <a:srgbClr val="BCCAD2"/>
                      </a:solidFill>
                      <a:prstDash val="solid"/>
                    </a:lnB>
                    <a:solidFill>
                      <a:srgbClr val="EAF1F5"/>
                    </a:solidFill>
                  </a:tcPr>
                </a:tc>
                <a:tc>
                  <a:txBody>
                    <a:bodyPr wrap="square" lIns="114300" tIns="66675" rIns="114300" bIns="66675"/>
                    <a:lstStyle/>
                    <a:p>
                      <a:r>
                        <a:rPr sz="1725" b="1">
                          <a:solidFill>
                            <a:srgbClr val="172B3A"/>
                          </a:solidFill>
                          <a:latin typeface="IPAexGothic"/>
                          <a:ea typeface="IPAexGothic"/>
                          <a:cs typeface="IPAexGothic"/>
                        </a:rPr>
                        <a:t>役割</a:t>
                      </a:r>
                    </a:p>
                  </a:txBody>
                  <a:tcPr marL="91440" marR="91440" marT="45720" marB="45720" anchor="ctr">
                    <a:lnR w="9525">
                      <a:solidFill>
                        <a:srgbClr val="BCCAD2"/>
                      </a:solidFill>
                      <a:prstDash val="solid"/>
                    </a:lnR>
                    <a:lnT w="9525">
                      <a:solidFill>
                        <a:srgbClr val="BCCAD2"/>
                      </a:solidFill>
                      <a:prstDash val="solid"/>
                    </a:lnT>
                    <a:lnB w="9525">
                      <a:solidFill>
                        <a:srgbClr val="BCCAD2"/>
                      </a:solidFill>
                      <a:prstDash val="solid"/>
                    </a:lnB>
                    <a:solidFill>
                      <a:srgbClr val="EAF1F5"/>
                    </a:solidFill>
                  </a:tcPr>
                </a:tc>
              </a:tr>
              <a:tr h="762000">
                <a:tc>
                  <a:txBody>
                    <a:bodyPr wrap="square" lIns="114300" tIns="66675" rIns="114300" bIns="66675"/>
                    <a:lstStyle/>
                    <a:p>
                      <a:r>
                        <a:rPr sz="1725" b="0">
                          <a:solidFill>
                            <a:srgbClr val="172B3A"/>
                          </a:solidFill>
                          <a:latin typeface="IPAexGothic"/>
                          <a:ea typeface="IPAexGothic"/>
                          <a:cs typeface="IPAexGothic"/>
                        </a:rPr>
                        <a:t>判定対象内の特徴</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FFFFF"/>
                    </a:solidFill>
                  </a:tcPr>
                </a:tc>
                <a:tc>
                  <a:txBody>
                    <a:bodyPr wrap="square" lIns="114300" tIns="66675" rIns="114300" bIns="66675"/>
                    <a:lstStyle/>
                    <a:p>
                      <a:r>
                        <a:rPr sz="1725" b="0">
                          <a:solidFill>
                            <a:srgbClr val="172B3A"/>
                          </a:solidFill>
                          <a:latin typeface="IPAexGothic"/>
                          <a:ea typeface="IPAexGothic"/>
                          <a:cs typeface="IPAexGothic"/>
                        </a:rPr>
                        <a:t>W000：P001あり、距離0.08</a:t>
                      </a:r>
                    </a:p>
                    <a:p>
                      <a:r>
                        <a:rPr sz="1725" b="0">
                          <a:solidFill>
                            <a:srgbClr val="172B3A"/>
                          </a:solidFill>
                          <a:latin typeface="IPAexGothic"/>
                          <a:ea typeface="IPAexGothic"/>
                          <a:cs typeface="IPAexGothic"/>
                        </a:rPr>
                        <a:t>入力［1,0.08,0,0］</a:t>
                      </a:r>
                    </a:p>
                  </a:txBody>
                  <a:tcPr marL="91440" marR="91440" marT="45720" marB="45720" anchor="ctr">
                    <a:lnR w="9525">
                      <a:solidFill>
                        <a:srgbClr val="BCCAD2"/>
                      </a:solidFill>
                      <a:prstDash val="solid"/>
                    </a:lnR>
                    <a:lnB w="9525">
                      <a:solidFill>
                        <a:srgbClr val="BCCAD2"/>
                      </a:solidFill>
                      <a:prstDash val="solid"/>
                    </a:lnB>
                    <a:solidFill>
                      <a:srgbClr val="FFFFFF"/>
                    </a:solidFill>
                  </a:tcPr>
                </a:tc>
                <a:tc>
                  <a:txBody>
                    <a:bodyPr wrap="square" lIns="114300" tIns="66675" rIns="114300" bIns="66675"/>
                    <a:lstStyle/>
                    <a:p>
                      <a:r>
                        <a:rPr sz="1725" b="0">
                          <a:solidFill>
                            <a:srgbClr val="172B3A"/>
                          </a:solidFill>
                          <a:latin typeface="IPAexGothic"/>
                          <a:ea typeface="IPAexGothic"/>
                          <a:cs typeface="IPAexGothic"/>
                        </a:rPr>
                        <a:t>今回の状態を判定する</a:t>
                      </a:r>
                    </a:p>
                  </a:txBody>
                  <a:tcPr marL="91440" marR="91440" marT="45720" marB="45720" anchor="ctr">
                    <a:lnR w="9525">
                      <a:solidFill>
                        <a:srgbClr val="BCCAD2"/>
                      </a:solidFill>
                      <a:prstDash val="solid"/>
                    </a:lnR>
                    <a:lnB w="9525">
                      <a:solidFill>
                        <a:srgbClr val="BCCAD2"/>
                      </a:solidFill>
                      <a:prstDash val="solid"/>
                    </a:lnB>
                    <a:solidFill>
                      <a:srgbClr val="FFFFFF"/>
                    </a:solidFill>
                  </a:tcPr>
                </a:tc>
              </a:tr>
              <a:tr h="762000">
                <a:tc>
                  <a:txBody>
                    <a:bodyPr wrap="square" lIns="114300" tIns="66675" rIns="114300" bIns="66675"/>
                    <a:lstStyle/>
                    <a:p>
                      <a:r>
                        <a:rPr sz="1725" b="0">
                          <a:solidFill>
                            <a:srgbClr val="172B3A"/>
                          </a:solidFill>
                          <a:latin typeface="IPAexGothic"/>
                          <a:ea typeface="IPAexGothic"/>
                          <a:cs typeface="IPAexGothic"/>
                        </a:rPr>
                        <a:t>学習事例の件数</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8FAFB"/>
                    </a:solidFill>
                  </a:tcPr>
                </a:tc>
                <a:tc>
                  <a:txBody>
                    <a:bodyPr wrap="square" lIns="114300" tIns="66675" rIns="114300" bIns="66675"/>
                    <a:lstStyle/>
                    <a:p>
                      <a:r>
                        <a:rPr sz="1725" b="0">
                          <a:solidFill>
                            <a:srgbClr val="172B3A"/>
                          </a:solidFill>
                          <a:latin typeface="IPAexGothic"/>
                          <a:ea typeface="IPAexGothic"/>
                          <a:cs typeface="IPAexGothic"/>
                        </a:rPr>
                        <a:t>有効な窓ごとに1行と外部正解。</a:t>
                      </a:r>
                    </a:p>
                    <a:p>
                      <a:r>
                        <a:rPr sz="1725" b="0">
                          <a:solidFill>
                            <a:srgbClr val="172B3A"/>
                          </a:solidFill>
                          <a:latin typeface="IPAexGothic"/>
                          <a:ea typeface="IPAexGothic"/>
                          <a:cs typeface="IPAexGothic"/>
                        </a:rPr>
                        <a:t>各行を元データと独立保存。</a:t>
                      </a:r>
                    </a:p>
                  </a:txBody>
                  <a:tcPr marL="91440" marR="91440" marT="45720" marB="45720" anchor="ctr">
                    <a:lnR w="9525">
                      <a:solidFill>
                        <a:srgbClr val="BCCAD2"/>
                      </a:solidFill>
                      <a:prstDash val="solid"/>
                    </a:lnR>
                    <a:lnB w="9525">
                      <a:solidFill>
                        <a:srgbClr val="BCCAD2"/>
                      </a:solidFill>
                      <a:prstDash val="solid"/>
                    </a:lnB>
                    <a:solidFill>
                      <a:srgbClr val="F8FAFB"/>
                    </a:solidFill>
                  </a:tcPr>
                </a:tc>
                <a:tc>
                  <a:txBody>
                    <a:bodyPr wrap="square" lIns="114300" tIns="66675" rIns="114300" bIns="66675"/>
                    <a:lstStyle/>
                    <a:p>
                      <a:r>
                        <a:rPr sz="1725" b="0">
                          <a:solidFill>
                            <a:srgbClr val="172B3A"/>
                          </a:solidFill>
                          <a:latin typeface="IPAexGothic"/>
                          <a:ea typeface="IPAexGothic"/>
                          <a:cs typeface="IPAexGothic"/>
                        </a:rPr>
                        <a:t>行の集合が学習分布を形成。</a:t>
                      </a:r>
                    </a:p>
                    <a:p>
                      <a:r>
                        <a:rPr sz="1725" b="0">
                          <a:solidFill>
                            <a:srgbClr val="172B3A"/>
                          </a:solidFill>
                          <a:latin typeface="IPAexGothic"/>
                          <a:ea typeface="IPAexGothic"/>
                          <a:cs typeface="IPAexGothic"/>
                        </a:rPr>
                        <a:t>代表波形のコピーでは代替しない。</a:t>
                      </a:r>
                    </a:p>
                  </a:txBody>
                  <a:tcPr marL="91440" marR="91440" marT="45720" marB="45720" anchor="ctr">
                    <a:lnR w="9525">
                      <a:solidFill>
                        <a:srgbClr val="BCCAD2"/>
                      </a:solidFill>
                      <a:prstDash val="solid"/>
                    </a:lnR>
                    <a:lnB w="9525">
                      <a:solidFill>
                        <a:srgbClr val="BCCAD2"/>
                      </a:solidFill>
                      <a:prstDash val="solid"/>
                    </a:lnB>
                    <a:solidFill>
                      <a:srgbClr val="F8FAFB"/>
                    </a:solidFill>
                  </a:tcPr>
                </a:tc>
              </a:tr>
              <a:tr h="762000">
                <a:tc>
                  <a:txBody>
                    <a:bodyPr wrap="square" lIns="114300" tIns="66675" rIns="114300" bIns="66675"/>
                    <a:lstStyle/>
                    <a:p>
                      <a:r>
                        <a:rPr sz="1725" b="0">
                          <a:solidFill>
                            <a:srgbClr val="172B3A"/>
                          </a:solidFill>
                          <a:latin typeface="IPAexGothic"/>
                          <a:ea typeface="IPAexGothic"/>
                          <a:cs typeface="IPAexGothic"/>
                        </a:rPr>
                        <a:t>履歴の統計評価</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FFFFF"/>
                    </a:solidFill>
                  </a:tcPr>
                </a:tc>
                <a:tc>
                  <a:txBody>
                    <a:bodyPr wrap="square" lIns="114300" tIns="66675" rIns="114300" bIns="66675"/>
                    <a:lstStyle/>
                    <a:p>
                      <a:r>
                        <a:rPr sz="1725" b="0">
                          <a:solidFill>
                            <a:srgbClr val="172B3A"/>
                          </a:solidFill>
                          <a:latin typeface="IPAexGothic"/>
                          <a:ea typeface="IPAexGothic"/>
                          <a:cs typeface="IPAexGothic"/>
                        </a:rPr>
                        <a:t>P001に対応する窓の割合、</a:t>
                      </a:r>
                    </a:p>
                    <a:p>
                      <a:r>
                        <a:rPr sz="1725" b="0">
                          <a:solidFill>
                            <a:srgbClr val="172B3A"/>
                          </a:solidFill>
                          <a:latin typeface="IPAexGothic"/>
                          <a:ea typeface="IPAexGothic"/>
                          <a:cs typeface="IPAexGothic"/>
                        </a:rPr>
                        <a:t>閉じた出現の回数・距離の分布。</a:t>
                      </a:r>
                    </a:p>
                  </a:txBody>
                  <a:tcPr marL="91440" marR="91440" marT="45720" marB="45720" anchor="ctr">
                    <a:lnR w="9525">
                      <a:solidFill>
                        <a:srgbClr val="BCCAD2"/>
                      </a:solidFill>
                      <a:prstDash val="solid"/>
                    </a:lnR>
                    <a:lnB w="9525">
                      <a:solidFill>
                        <a:srgbClr val="BCCAD2"/>
                      </a:solidFill>
                      <a:prstDash val="solid"/>
                    </a:lnB>
                    <a:solidFill>
                      <a:srgbClr val="FFFFFF"/>
                    </a:solidFill>
                  </a:tcPr>
                </a:tc>
                <a:tc>
                  <a:txBody>
                    <a:bodyPr wrap="square" lIns="114300" tIns="66675" rIns="114300" bIns="66675"/>
                    <a:lstStyle/>
                    <a:p>
                      <a:r>
                        <a:rPr sz="1725" b="0">
                          <a:solidFill>
                            <a:srgbClr val="172B3A"/>
                          </a:solidFill>
                          <a:latin typeface="IPAexGothic"/>
                          <a:ea typeface="IPAexGothic"/>
                          <a:cs typeface="IPAexGothic"/>
                        </a:rPr>
                        <a:t>確立度評価と説明の根拠。</a:t>
                      </a:r>
                    </a:p>
                    <a:p>
                      <a:r>
                        <a:rPr sz="1725" b="0">
                          <a:solidFill>
                            <a:srgbClr val="172B3A"/>
                          </a:solidFill>
                          <a:latin typeface="IPAexGothic"/>
                          <a:ea typeface="IPAexGothic"/>
                          <a:cs typeface="IPAexGothic"/>
                        </a:rPr>
                        <a:t>窓率と出現回数を分ける。</a:t>
                      </a:r>
                    </a:p>
                  </a:txBody>
                  <a:tcPr marL="91440" marR="91440" marT="45720" marB="45720" anchor="ctr">
                    <a:lnR w="9525">
                      <a:solidFill>
                        <a:srgbClr val="BCCAD2"/>
                      </a:solidFill>
                      <a:prstDash val="solid"/>
                    </a:lnR>
                    <a:lnB w="9525">
                      <a:solidFill>
                        <a:srgbClr val="BCCAD2"/>
                      </a:solidFill>
                      <a:prstDash val="solid"/>
                    </a:lnB>
                    <a:solidFill>
                      <a:srgbClr val="FFFFFF"/>
                    </a:solidFill>
                  </a:tcPr>
                </a:tc>
              </a:tr>
              <a:tr h="762000">
                <a:tc>
                  <a:txBody>
                    <a:bodyPr wrap="square" lIns="114300" tIns="66675" rIns="114300" bIns="66675"/>
                    <a:lstStyle/>
                    <a:p>
                      <a:r>
                        <a:rPr sz="1725" b="0">
                          <a:solidFill>
                            <a:srgbClr val="172B3A"/>
                          </a:solidFill>
                          <a:latin typeface="IPAexGothic"/>
                          <a:ea typeface="IPAexGothic"/>
                          <a:cs typeface="IPAexGothic"/>
                        </a:rPr>
                        <a:t>入力項目の選択</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8FAFB"/>
                    </a:solidFill>
                  </a:tcPr>
                </a:tc>
                <a:tc>
                  <a:txBody>
                    <a:bodyPr wrap="square" lIns="114300" tIns="66675" rIns="114300" bIns="66675"/>
                    <a:lstStyle/>
                    <a:p>
                      <a:r>
                        <a:rPr sz="1725" b="0">
                          <a:solidFill>
                            <a:srgbClr val="172B3A"/>
                          </a:solidFill>
                          <a:latin typeface="IPAexGothic"/>
                          <a:ea typeface="IPAexGothic"/>
                          <a:cs typeface="IPAexGothic"/>
                        </a:rPr>
                        <a:t>学習・条件設定期間で選び、</a:t>
                      </a:r>
                    </a:p>
                    <a:p>
                      <a:r>
                        <a:rPr sz="1725" b="0">
                          <a:solidFill>
                            <a:srgbClr val="172B3A"/>
                          </a:solidFill>
                          <a:latin typeface="IPAexGothic"/>
                          <a:ea typeface="IPAexGothic"/>
                          <a:cs typeface="IPAexGothic"/>
                        </a:rPr>
                        <a:t>最終比較前に固定する。</a:t>
                      </a:r>
                    </a:p>
                  </a:txBody>
                  <a:tcPr marL="91440" marR="91440" marT="45720" marB="45720" anchor="ctr">
                    <a:lnR w="9525">
                      <a:solidFill>
                        <a:srgbClr val="BCCAD2"/>
                      </a:solidFill>
                      <a:prstDash val="solid"/>
                    </a:lnR>
                    <a:lnB w="9525">
                      <a:solidFill>
                        <a:srgbClr val="BCCAD2"/>
                      </a:solidFill>
                      <a:prstDash val="solid"/>
                    </a:lnB>
                    <a:solidFill>
                      <a:srgbClr val="F8FAFB"/>
                    </a:solidFill>
                  </a:tcPr>
                </a:tc>
                <a:tc>
                  <a:txBody>
                    <a:bodyPr wrap="square" lIns="114300" tIns="66675" rIns="114300" bIns="66675"/>
                    <a:lstStyle/>
                    <a:p>
                      <a:r>
                        <a:rPr sz="1725" b="0">
                          <a:solidFill>
                            <a:srgbClr val="172B3A"/>
                          </a:solidFill>
                          <a:latin typeface="IPAexGothic"/>
                          <a:ea typeface="IPAexGothic"/>
                          <a:cs typeface="IPAexGothic"/>
                        </a:rPr>
                        <a:t>他に回数・継続時間・強度・</a:t>
                      </a:r>
                    </a:p>
                    <a:p>
                      <a:r>
                        <a:rPr sz="1725" b="0">
                          <a:solidFill>
                            <a:srgbClr val="172B3A"/>
                          </a:solidFill>
                          <a:latin typeface="IPAexGothic"/>
                          <a:ea typeface="IPAexGothic"/>
                          <a:cs typeface="IPAexGothic"/>
                        </a:rPr>
                        <a:t>運転条件なども候補になる。</a:t>
                      </a:r>
                    </a:p>
                  </a:txBody>
                  <a:tcPr marL="91440" marR="91440" marT="45720" marB="45720" anchor="ctr">
                    <a:lnR w="9525">
                      <a:solidFill>
                        <a:srgbClr val="BCCAD2"/>
                      </a:solidFill>
                      <a:prstDash val="solid"/>
                    </a:lnR>
                    <a:lnB w="9525">
                      <a:solidFill>
                        <a:srgbClr val="BCCAD2"/>
                      </a:solidFill>
                      <a:prstDash val="solid"/>
                    </a:lnB>
                    <a:solidFill>
                      <a:srgbClr val="F8FAFB"/>
                    </a:solidFill>
                  </a:tcPr>
                </a:tc>
              </a:tr>
            </a:tbl>
          </a:graphicData>
        </a:graphic>
      </p:graphicFrame>
      <p:sp>
        <p:nvSpPr>
          <p:cNvPr id="9" name="text-3">
            <a:extLst xmlns:a="http://schemas.openxmlformats.org/drawingml/2006/main">
              <a:ext uri="{FF2B5EF4-FFF2-40B4-BE49-F238E27FC236}">
                <a16:creationId xmlns:a16="http://schemas.microsoft.com/office/drawing/2014/main" id="{8024D6FF-E4C4-44CB-94DC-E95D156025F6}"/>
              </a:ext>
            </a:extLst>
          </p:cNvPr>
          <p:cNvSpPr>
            <a:spLocks xmlns:a="http://schemas.openxmlformats.org/drawingml/2006/main" noGrp="1"/>
          </p:cNvSpPr>
          <p:nvPr/>
        </p:nvSpPr>
        <p:spPr>
          <a:xfrm xmlns:a="http://schemas.openxmlformats.org/drawingml/2006/main">
            <a:off x="609600" y="5953125"/>
            <a:ext cx="10906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1575" b="0">
                <a:solidFill>
                  <a:srgbClr val="586872"/>
                </a:solidFill>
                <a:latin typeface="IPAexGothic"/>
                <a:ea typeface="IPAexGothic"/>
                <a:cs typeface="IPAexGothic"/>
              </a:defRPr>
            </a:defPPr>
            <a:lvl1pPr algn="l">
              <a:buNone/>
              <a:defRPr sz="1575" b="0">
                <a:solidFill>
                  <a:srgbClr val="586872"/>
                </a:solidFill>
                <a:latin typeface="IPAexGothic"/>
                <a:ea typeface="IPAexGothic"/>
                <a:cs typeface="IPAexGothic"/>
              </a:defRPr>
            </a:lvl1pPr>
            <a:lvl2pPr algn="l">
              <a:buNone/>
              <a:defRPr sz="1575" b="0">
                <a:solidFill>
                  <a:srgbClr val="586872"/>
                </a:solidFill>
                <a:latin typeface="IPAexGothic"/>
                <a:ea typeface="IPAexGothic"/>
                <a:cs typeface="IPAexGothic"/>
              </a:defRPr>
            </a:lvl2pPr>
            <a:lvl3pPr algn="l">
              <a:buNone/>
              <a:defRPr sz="1575" b="0">
                <a:solidFill>
                  <a:srgbClr val="586872"/>
                </a:solidFill>
                <a:latin typeface="IPAexGothic"/>
                <a:ea typeface="IPAexGothic"/>
                <a:cs typeface="IPAexGothic"/>
              </a:defRPr>
            </a:lvl3pPr>
            <a:lvl4pPr algn="l">
              <a:buNone/>
              <a:defRPr sz="1575" b="0">
                <a:solidFill>
                  <a:srgbClr val="586872"/>
                </a:solidFill>
                <a:latin typeface="IPAexGothic"/>
                <a:ea typeface="IPAexGothic"/>
                <a:cs typeface="IPAexGothic"/>
              </a:defRPr>
            </a:lvl4pPr>
            <a:lvl5pPr algn="l">
              <a:buNone/>
              <a:defRPr sz="1575" b="0">
                <a:solidFill>
                  <a:srgbClr val="586872"/>
                </a:solidFill>
                <a:latin typeface="IPAexGothic"/>
                <a:ea typeface="IPAexGothic"/>
                <a:cs typeface="IPAexGothic"/>
              </a:defRPr>
            </a:lvl5pPr>
            <a:lvl6pPr algn="l">
              <a:buNone/>
              <a:defRPr sz="1575" b="0">
                <a:solidFill>
                  <a:srgbClr val="586872"/>
                </a:solidFill>
                <a:latin typeface="IPAexGothic"/>
                <a:ea typeface="IPAexGothic"/>
                <a:cs typeface="IPAexGothic"/>
              </a:defRPr>
            </a:lvl6pPr>
            <a:lvl7pPr algn="l">
              <a:buNone/>
              <a:defRPr sz="1575" b="0">
                <a:solidFill>
                  <a:srgbClr val="586872"/>
                </a:solidFill>
                <a:latin typeface="IPAexGothic"/>
                <a:ea typeface="IPAexGothic"/>
                <a:cs typeface="IPAexGothic"/>
              </a:defRPr>
            </a:lvl7pPr>
            <a:lvl8pPr algn="l">
              <a:buNone/>
              <a:defRPr sz="1575" b="0">
                <a:solidFill>
                  <a:srgbClr val="586872"/>
                </a:solidFill>
                <a:latin typeface="IPAexGothic"/>
                <a:ea typeface="IPAexGothic"/>
                <a:cs typeface="IPAexGothic"/>
              </a:defRPr>
            </a:lvl8pPr>
            <a:lvl9pPr algn="l">
              <a:buNone/>
              <a:defRPr sz="1575" b="0">
                <a:solidFill>
                  <a:srgbClr val="586872"/>
                </a:solidFill>
                <a:latin typeface="IPAexGothic"/>
                <a:ea typeface="IPAexGothic"/>
                <a:cs typeface="IPAexGothic"/>
              </a:defRPr>
            </a:lvl9pPr>
          </a:lstStyle>
          <a:p xmlns:a="http://schemas.openxmlformats.org/drawingml/2006/main">
            <a:pPr algn="l">
              <a:buNone/>
              <a:defRPr sz="1575" b="0">
                <a:solidFill>
                  <a:srgbClr val="586872"/>
                </a:solidFill>
                <a:latin typeface="IPAexGothic"/>
                <a:ea typeface="IPAexGothic"/>
                <a:cs typeface="IPAexGothic"/>
              </a:defRPr>
            </a:pPr>
            <a:r>
              <a:rPr sz="1575" b="0">
                <a:solidFill>
                  <a:srgbClr val="586872"/>
                </a:solidFill>
                <a:latin typeface="IPAexGothic"/>
                <a:ea typeface="IPAexGothic"/>
                <a:cs typeface="IPAexGothic"/>
              </a:rPr>
              <a:t>出現回数を必ず入力する発明ではない。統計的信頼性で学習重みを直接変える案は現在未採用</a:t>
            </a:r>
          </a:p>
        </p:txBody>
      </p:sp>
    </p:spTree>
    <p:extLst>
      <p:ext uri="{BB962C8B-B14F-4D97-AF65-F5344CB8AC3E}">
        <p14:creationId xmlns:p14="http://schemas.microsoft.com/office/powerpoint/2010/main" val="1858736462"/>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9" name="">
            <a:extLst xmlns:a="http://schemas.openxmlformats.org/drawingml/2006/main">
              <a:ext uri="{FF2B5EF4-FFF2-40B4-BE49-F238E27FC236}">
                <a16:creationId xmlns:a16="http://schemas.microsoft.com/office/drawing/2014/main" id="{5BEF843A-184F-4F08-B230-929A9EFA3536}"/>
              </a:ext>
            </a:extLst>
          </p:cNvPr>
          <p:cNvCxnSpPr>
            <a:stCxn xmlns:a="http://schemas.openxmlformats.org/drawingml/2006/main" id="5" idx="1"/>
            <a:endCxn xmlns:a="http://schemas.openxmlformats.org/drawingml/2006/main" id="6" idx="3"/>
          </p:cNvCxnSpPr>
          <p:nvPr/>
        </p:nvCxnSpPr>
        <p:spPr>
          <a:xfrm xmlns:a="http://schemas.openxmlformats.org/drawingml/2006/main" flipH="1">
            <a:off x="5476875" y="4314825"/>
            <a:ext cx="1228725" cy="0"/>
          </a:xfrm>
          <a:prstGeom xmlns:a="http://schemas.openxmlformats.org/drawingml/2006/main" prst="straightConnector1">
            <a:avLst/>
          </a:prstGeom>
          <a:ln xmlns:a="http://schemas.openxmlformats.org/drawingml/2006/main" w="19050">
            <a:solidFill>
              <a:srgbClr val="236487"/>
            </a:solidFill>
            <a:prstDash val="solid"/>
            <a:tailEnd type="arrow" w="med" len="med"/>
          </a:ln>
        </p:spPr>
      </p:cxnSp>
      <p:cxnSp>
        <p:nvCxnSpPr>
          <p:cNvPr id="8" name="">
            <a:extLst xmlns:a="http://schemas.openxmlformats.org/drawingml/2006/main">
              <a:ext uri="{FF2B5EF4-FFF2-40B4-BE49-F238E27FC236}">
                <a16:creationId xmlns:a16="http://schemas.microsoft.com/office/drawing/2014/main" id="{D97D034F-FF11-45BF-8D8D-AC65CB59A76E}"/>
              </a:ext>
            </a:extLst>
          </p:cNvPr>
          <p:cNvCxnSpPr>
            <a:stCxn xmlns:a="http://schemas.openxmlformats.org/drawingml/2006/main" id="4" idx="2"/>
            <a:endCxn xmlns:a="http://schemas.openxmlformats.org/drawingml/2006/main" id="5" idx="0"/>
          </p:cNvCxnSpPr>
          <p:nvPr/>
        </p:nvCxnSpPr>
        <p:spPr>
          <a:xfrm xmlns:a="http://schemas.openxmlformats.org/drawingml/2006/main">
            <a:off x="9134475" y="2628900"/>
            <a:ext cx="0" cy="1190625"/>
          </a:xfrm>
          <a:prstGeom xmlns:a="http://schemas.openxmlformats.org/drawingml/2006/main" prst="straightConnector1">
            <a:avLst/>
          </a:prstGeom>
          <a:ln xmlns:a="http://schemas.openxmlformats.org/drawingml/2006/main" w="19050">
            <a:solidFill>
              <a:srgbClr val="236487"/>
            </a:solidFill>
            <a:prstDash val="solid"/>
            <a:tailEnd type="arrow" w="med" len="med"/>
          </a:ln>
        </p:spPr>
      </p:cxnSp>
      <p:cxnSp>
        <p:nvCxnSpPr>
          <p:cNvPr id="7" name="">
            <a:extLst xmlns:a="http://schemas.openxmlformats.org/drawingml/2006/main">
              <a:ext uri="{FF2B5EF4-FFF2-40B4-BE49-F238E27FC236}">
                <a16:creationId xmlns:a16="http://schemas.microsoft.com/office/drawing/2014/main" id="{77B94196-CCF3-4FD7-92F8-A04297C86DE7}"/>
              </a:ext>
            </a:extLst>
          </p:cNvPr>
          <p:cNvCxnSpPr>
            <a:stCxn xmlns:a="http://schemas.openxmlformats.org/drawingml/2006/main" id="3" idx="3"/>
            <a:endCxn xmlns:a="http://schemas.openxmlformats.org/drawingml/2006/main" id="4" idx="1"/>
          </p:cNvCxnSpPr>
          <p:nvPr/>
        </p:nvCxnSpPr>
        <p:spPr>
          <a:xfrm xmlns:a="http://schemas.openxmlformats.org/drawingml/2006/main">
            <a:off x="5476875" y="2190750"/>
            <a:ext cx="1228725" cy="0"/>
          </a:xfrm>
          <a:prstGeom xmlns:a="http://schemas.openxmlformats.org/drawingml/2006/main" prst="straightConnector1">
            <a:avLst/>
          </a:prstGeom>
          <a:ln xmlns:a="http://schemas.openxmlformats.org/drawingml/2006/main" w="19050">
            <a:solidFill>
              <a:srgbClr val="236487"/>
            </a:solidFill>
            <a:prstDash val="solid"/>
            <a:tailEnd type="arrow" w="med" len="med"/>
          </a:ln>
        </p:spPr>
      </p:cxnSp>
      <p:sp>
        <p:nvSpPr>
          <p:cNvPr id="13" name="headline">
            <a:extLst xmlns:a="http://schemas.openxmlformats.org/drawingml/2006/main">
              <a:ext uri="{FF2B5EF4-FFF2-40B4-BE49-F238E27FC236}">
                <a16:creationId xmlns:a16="http://schemas.microsoft.com/office/drawing/2014/main" id="{BD51BFE4-7FD5-49F4-96D3-023C3EE04500}"/>
              </a:ext>
            </a:extLst>
          </p:cNvPr>
          <p:cNvSpPr>
            <a:spLocks xmlns:a="http://schemas.openxmlformats.org/drawingml/2006/main" noGrp="1"/>
          </p:cNvSpPr>
          <p:nvPr/>
        </p:nvSpPr>
        <p:spPr>
          <a:xfrm xmlns:a="http://schemas.openxmlformats.org/drawingml/2006/main">
            <a:off x="590550" y="333375"/>
            <a:ext cx="1095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2B3A"/>
                </a:solidFill>
                <a:latin typeface="IPAexGothic"/>
                <a:ea typeface="IPAexGothic"/>
                <a:cs typeface="IPAexGothic"/>
              </a:defRPr>
            </a:defPPr>
            <a:lvl1pPr algn="l">
              <a:buNone/>
              <a:defRPr sz="3300" b="1">
                <a:solidFill>
                  <a:srgbClr val="172B3A"/>
                </a:solidFill>
                <a:latin typeface="IPAexGothic"/>
                <a:ea typeface="IPAexGothic"/>
                <a:cs typeface="IPAexGothic"/>
              </a:defRPr>
            </a:lvl1pPr>
            <a:lvl2pPr algn="l">
              <a:buNone/>
              <a:defRPr sz="3300" b="1">
                <a:solidFill>
                  <a:srgbClr val="172B3A"/>
                </a:solidFill>
                <a:latin typeface="IPAexGothic"/>
                <a:ea typeface="IPAexGothic"/>
                <a:cs typeface="IPAexGothic"/>
              </a:defRPr>
            </a:lvl2pPr>
            <a:lvl3pPr algn="l">
              <a:buNone/>
              <a:defRPr sz="3300" b="1">
                <a:solidFill>
                  <a:srgbClr val="172B3A"/>
                </a:solidFill>
                <a:latin typeface="IPAexGothic"/>
                <a:ea typeface="IPAexGothic"/>
                <a:cs typeface="IPAexGothic"/>
              </a:defRPr>
            </a:lvl3pPr>
            <a:lvl4pPr algn="l">
              <a:buNone/>
              <a:defRPr sz="3300" b="1">
                <a:solidFill>
                  <a:srgbClr val="172B3A"/>
                </a:solidFill>
                <a:latin typeface="IPAexGothic"/>
                <a:ea typeface="IPAexGothic"/>
                <a:cs typeface="IPAexGothic"/>
              </a:defRPr>
            </a:lvl4pPr>
            <a:lvl5pPr algn="l">
              <a:buNone/>
              <a:defRPr sz="3300" b="1">
                <a:solidFill>
                  <a:srgbClr val="172B3A"/>
                </a:solidFill>
                <a:latin typeface="IPAexGothic"/>
                <a:ea typeface="IPAexGothic"/>
                <a:cs typeface="IPAexGothic"/>
              </a:defRPr>
            </a:lvl5pPr>
            <a:lvl6pPr algn="l">
              <a:buNone/>
              <a:defRPr sz="3300" b="1">
                <a:solidFill>
                  <a:srgbClr val="172B3A"/>
                </a:solidFill>
                <a:latin typeface="IPAexGothic"/>
                <a:ea typeface="IPAexGothic"/>
                <a:cs typeface="IPAexGothic"/>
              </a:defRPr>
            </a:lvl6pPr>
            <a:lvl7pPr algn="l">
              <a:buNone/>
              <a:defRPr sz="3300" b="1">
                <a:solidFill>
                  <a:srgbClr val="172B3A"/>
                </a:solidFill>
                <a:latin typeface="IPAexGothic"/>
                <a:ea typeface="IPAexGothic"/>
                <a:cs typeface="IPAexGothic"/>
              </a:defRPr>
            </a:lvl7pPr>
            <a:lvl8pPr algn="l">
              <a:buNone/>
              <a:defRPr sz="3300" b="1">
                <a:solidFill>
                  <a:srgbClr val="172B3A"/>
                </a:solidFill>
                <a:latin typeface="IPAexGothic"/>
                <a:ea typeface="IPAexGothic"/>
                <a:cs typeface="IPAexGothic"/>
              </a:defRPr>
            </a:lvl8pPr>
            <a:lvl9pPr algn="l">
              <a:buNone/>
              <a:defRPr sz="3300" b="1">
                <a:solidFill>
                  <a:srgbClr val="172B3A"/>
                </a:solidFill>
                <a:latin typeface="IPAexGothic"/>
                <a:ea typeface="IPAexGothic"/>
                <a:cs typeface="IPAexGothic"/>
              </a:defRPr>
            </a:lvl9pPr>
          </a:lstStyle>
          <a:p xmlns:a="http://schemas.openxmlformats.org/drawingml/2006/main">
            <a:pPr algn="l">
              <a:buNone/>
              <a:defRPr sz="3300" b="1">
                <a:solidFill>
                  <a:srgbClr val="172B3A"/>
                </a:solidFill>
                <a:latin typeface="IPAexGothic"/>
                <a:ea typeface="IPAexGothic"/>
                <a:cs typeface="IPAexGothic"/>
              </a:defRPr>
            </a:pPr>
            <a:r>
              <a:rPr sz="3300" b="1">
                <a:solidFill>
                  <a:srgbClr val="172B3A"/>
                </a:solidFill>
                <a:latin typeface="IPAexGothic"/>
                <a:ea typeface="IPAexGothic"/>
                <a:cs typeface="IPAexGothic"/>
              </a:rPr>
              <a:t>⑥ 運用時の入力生成と推論</a:t>
            </a:r>
          </a:p>
        </p:txBody>
      </p:sp>
      <p:sp>
        <p:nvSpPr>
          <p:cNvPr id="2" name="summary">
            <a:extLst xmlns:a="http://schemas.openxmlformats.org/drawingml/2006/main">
              <a:ext uri="{FF2B5EF4-FFF2-40B4-BE49-F238E27FC236}">
                <a16:creationId xmlns:a16="http://schemas.microsoft.com/office/drawing/2014/main" id="{50CB238F-00D5-4340-925B-702C801E462E}"/>
              </a:ext>
            </a:extLst>
          </p:cNvPr>
          <p:cNvSpPr>
            <a:spLocks xmlns:a="http://schemas.openxmlformats.org/drawingml/2006/main" noGrp="1"/>
          </p:cNvSpPr>
          <p:nvPr/>
        </p:nvSpPr>
        <p:spPr>
          <a:xfrm xmlns:a="http://schemas.openxmlformats.org/drawingml/2006/main">
            <a:off x="609600" y="1028700"/>
            <a:ext cx="10896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872"/>
                </a:solidFill>
                <a:latin typeface="IPAexGothic"/>
                <a:ea typeface="IPAexGothic"/>
                <a:cs typeface="IPAexGothic"/>
              </a:defRPr>
            </a:defPPr>
            <a:lvl1pPr algn="l">
              <a:buNone/>
              <a:defRPr sz="1800" b="0">
                <a:solidFill>
                  <a:srgbClr val="586872"/>
                </a:solidFill>
                <a:latin typeface="IPAexGothic"/>
                <a:ea typeface="IPAexGothic"/>
                <a:cs typeface="IPAexGothic"/>
              </a:defRPr>
            </a:lvl1pPr>
            <a:lvl2pPr algn="l">
              <a:buNone/>
              <a:defRPr sz="1800" b="0">
                <a:solidFill>
                  <a:srgbClr val="586872"/>
                </a:solidFill>
                <a:latin typeface="IPAexGothic"/>
                <a:ea typeface="IPAexGothic"/>
                <a:cs typeface="IPAexGothic"/>
              </a:defRPr>
            </a:lvl2pPr>
            <a:lvl3pPr algn="l">
              <a:buNone/>
              <a:defRPr sz="1800" b="0">
                <a:solidFill>
                  <a:srgbClr val="586872"/>
                </a:solidFill>
                <a:latin typeface="IPAexGothic"/>
                <a:ea typeface="IPAexGothic"/>
                <a:cs typeface="IPAexGothic"/>
              </a:defRPr>
            </a:lvl3pPr>
            <a:lvl4pPr algn="l">
              <a:buNone/>
              <a:defRPr sz="1800" b="0">
                <a:solidFill>
                  <a:srgbClr val="586872"/>
                </a:solidFill>
                <a:latin typeface="IPAexGothic"/>
                <a:ea typeface="IPAexGothic"/>
                <a:cs typeface="IPAexGothic"/>
              </a:defRPr>
            </a:lvl4pPr>
            <a:lvl5pPr algn="l">
              <a:buNone/>
              <a:defRPr sz="1800" b="0">
                <a:solidFill>
                  <a:srgbClr val="586872"/>
                </a:solidFill>
                <a:latin typeface="IPAexGothic"/>
                <a:ea typeface="IPAexGothic"/>
                <a:cs typeface="IPAexGothic"/>
              </a:defRPr>
            </a:lvl5pPr>
            <a:lvl6pPr algn="l">
              <a:buNone/>
              <a:defRPr sz="1800" b="0">
                <a:solidFill>
                  <a:srgbClr val="586872"/>
                </a:solidFill>
                <a:latin typeface="IPAexGothic"/>
                <a:ea typeface="IPAexGothic"/>
                <a:cs typeface="IPAexGothic"/>
              </a:defRPr>
            </a:lvl6pPr>
            <a:lvl7pPr algn="l">
              <a:buNone/>
              <a:defRPr sz="1800" b="0">
                <a:solidFill>
                  <a:srgbClr val="586872"/>
                </a:solidFill>
                <a:latin typeface="IPAexGothic"/>
                <a:ea typeface="IPAexGothic"/>
                <a:cs typeface="IPAexGothic"/>
              </a:defRPr>
            </a:lvl7pPr>
            <a:lvl8pPr algn="l">
              <a:buNone/>
              <a:defRPr sz="1800" b="0">
                <a:solidFill>
                  <a:srgbClr val="586872"/>
                </a:solidFill>
                <a:latin typeface="IPAexGothic"/>
                <a:ea typeface="IPAexGothic"/>
                <a:cs typeface="IPAexGothic"/>
              </a:defRPr>
            </a:lvl8pPr>
            <a:lvl9pPr algn="l">
              <a:buNone/>
              <a:defRPr sz="1800" b="0">
                <a:solidFill>
                  <a:srgbClr val="586872"/>
                </a:solidFill>
                <a:latin typeface="IPAexGothic"/>
                <a:ea typeface="IPAexGothic"/>
                <a:cs typeface="IPAexGothic"/>
              </a:defRPr>
            </a:lvl9pPr>
          </a:lstStyle>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推論時は、指定したモデルに対応する表を引き、必要な版の出現情報から入力を生成します。</a:t>
            </a:r>
          </a:p>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入力の順序・単位・欠測処理を学習時とそろえ、不一致や必要情報の欠落があれば停止します。</a:t>
            </a:r>
          </a:p>
        </p:txBody>
      </p:sp>
      <p:sp>
        <p:nvSpPr>
          <p:cNvPr id="3" name="diagram-2">
            <a:extLst xmlns:a="http://schemas.openxmlformats.org/drawingml/2006/main">
              <a:ext uri="{FF2B5EF4-FFF2-40B4-BE49-F238E27FC236}">
                <a16:creationId xmlns:a16="http://schemas.microsoft.com/office/drawing/2014/main" id="{CCFE2923-0431-4DBF-8361-E08BF76FC5D1}"/>
              </a:ext>
            </a:extLst>
          </p:cNvPr>
          <p:cNvSpPr>
            <a:spLocks xmlns:a="http://schemas.openxmlformats.org/drawingml/2006/main" noGrp="1"/>
          </p:cNvSpPr>
          <p:nvPr/>
        </p:nvSpPr>
        <p:spPr>
          <a:xfrm xmlns:a="http://schemas.openxmlformats.org/drawingml/2006/main">
            <a:off x="619125" y="1752600"/>
            <a:ext cx="4857750" cy="876300"/>
          </a:xfrm>
          <a:prstGeom xmlns:a="http://schemas.openxmlformats.org/drawingml/2006/main" prst="rect">
            <a:avLst/>
          </a:prstGeom>
          <a:solidFill xmlns:a="http://schemas.openxmlformats.org/drawingml/2006/main">
            <a:srgbClr val="EAF1F5"/>
          </a:solidFill>
          <a:ln xmlns:a="http://schemas.openxmlformats.org/drawingml/2006/main" w="14288">
            <a:solidFill>
              <a:srgbClr val="236487"/>
            </a:solidFill>
          </a:ln>
        </p:spPr>
        <p:txBody>
          <a:bodyPr xmlns:a="http://schemas.openxmlformats.org/drawingml/2006/main" wrap="square" lIns="114300" tIns="114300" rIns="114300" bIns="114300" anchor="ctr">
            <a:noAutofit/>
          </a:bodyPr>
          <a:lstStyle xmlns:a="http://schemas.openxmlformats.org/drawingml/2006/main">
            <a:defPPr algn="ctr">
              <a:defRPr sz="2025" b="0">
                <a:solidFill>
                  <a:srgbClr val="172B3A"/>
                </a:solidFill>
                <a:latin typeface="IPAexGothic"/>
                <a:ea typeface="IPAexGothic"/>
                <a:cs typeface="IPAexGothic"/>
              </a:defRPr>
            </a:defPPr>
            <a:lvl1pPr algn="ctr">
              <a:buNone/>
              <a:defRPr sz="2025" b="0">
                <a:solidFill>
                  <a:srgbClr val="172B3A"/>
                </a:solidFill>
                <a:latin typeface="IPAexGothic"/>
                <a:ea typeface="IPAexGothic"/>
                <a:cs typeface="IPAexGothic"/>
              </a:defRPr>
            </a:lvl1pPr>
            <a:lvl2pPr algn="ctr">
              <a:buNone/>
              <a:defRPr sz="2025" b="0">
                <a:solidFill>
                  <a:srgbClr val="172B3A"/>
                </a:solidFill>
                <a:latin typeface="IPAexGothic"/>
                <a:ea typeface="IPAexGothic"/>
                <a:cs typeface="IPAexGothic"/>
              </a:defRPr>
            </a:lvl2pPr>
            <a:lvl3pPr algn="ctr">
              <a:buNone/>
              <a:defRPr sz="2025" b="0">
                <a:solidFill>
                  <a:srgbClr val="172B3A"/>
                </a:solidFill>
                <a:latin typeface="IPAexGothic"/>
                <a:ea typeface="IPAexGothic"/>
                <a:cs typeface="IPAexGothic"/>
              </a:defRPr>
            </a:lvl3pPr>
            <a:lvl4pPr algn="ctr">
              <a:buNone/>
              <a:defRPr sz="2025" b="0">
                <a:solidFill>
                  <a:srgbClr val="172B3A"/>
                </a:solidFill>
                <a:latin typeface="IPAexGothic"/>
                <a:ea typeface="IPAexGothic"/>
                <a:cs typeface="IPAexGothic"/>
              </a:defRPr>
            </a:lvl4pPr>
            <a:lvl5pPr algn="ctr">
              <a:buNone/>
              <a:defRPr sz="2025" b="0">
                <a:solidFill>
                  <a:srgbClr val="172B3A"/>
                </a:solidFill>
                <a:latin typeface="IPAexGothic"/>
                <a:ea typeface="IPAexGothic"/>
                <a:cs typeface="IPAexGothic"/>
              </a:defRPr>
            </a:lvl5pPr>
            <a:lvl6pPr algn="ctr">
              <a:buNone/>
              <a:defRPr sz="2025" b="0">
                <a:solidFill>
                  <a:srgbClr val="172B3A"/>
                </a:solidFill>
                <a:latin typeface="IPAexGothic"/>
                <a:ea typeface="IPAexGothic"/>
                <a:cs typeface="IPAexGothic"/>
              </a:defRPr>
            </a:lvl6pPr>
            <a:lvl7pPr algn="ctr">
              <a:buNone/>
              <a:defRPr sz="2025" b="0">
                <a:solidFill>
                  <a:srgbClr val="172B3A"/>
                </a:solidFill>
                <a:latin typeface="IPAexGothic"/>
                <a:ea typeface="IPAexGothic"/>
                <a:cs typeface="IPAexGothic"/>
              </a:defRPr>
            </a:lvl7pPr>
            <a:lvl8pPr algn="ctr">
              <a:buNone/>
              <a:defRPr sz="2025" b="0">
                <a:solidFill>
                  <a:srgbClr val="172B3A"/>
                </a:solidFill>
                <a:latin typeface="IPAexGothic"/>
                <a:ea typeface="IPAexGothic"/>
                <a:cs typeface="IPAexGothic"/>
              </a:defRPr>
            </a:lvl8pPr>
            <a:lvl9pPr algn="ctr">
              <a:buNone/>
              <a:defRPr sz="2025" b="0">
                <a:solidFill>
                  <a:srgbClr val="172B3A"/>
                </a:solidFill>
                <a:latin typeface="IPAexGothic"/>
                <a:ea typeface="IPAexGothic"/>
                <a:cs typeface="IPAexGothic"/>
              </a:defRPr>
            </a:lvl9pPr>
          </a:lstStyle>
          <a:p xmlns:a="http://schemas.openxmlformats.org/drawingml/2006/main">
            <a:pPr algn="ctr">
              <a:buNone/>
              <a:defRPr sz="2025" b="0">
                <a:solidFill>
                  <a:srgbClr val="172B3A"/>
                </a:solidFill>
                <a:latin typeface="IPAexGothic"/>
                <a:ea typeface="IPAexGothic"/>
                <a:cs typeface="IPAexGothic"/>
              </a:defRPr>
            </a:pPr>
            <a:r>
              <a:rPr sz="2025" b="0">
                <a:solidFill>
                  <a:srgbClr val="172B3A"/>
                </a:solidFill>
                <a:latin typeface="IPAexGothic"/>
                <a:ea typeface="IPAexGothic"/>
                <a:cs typeface="IPAexGothic"/>
              </a:rPr>
              <a:t>利用するモデルを指定</a:t>
            </a:r>
          </a:p>
          <a:p xmlns:a="http://schemas.openxmlformats.org/drawingml/2006/main">
            <a:pPr algn="ctr">
              <a:buNone/>
              <a:defRPr sz="2025" b="0">
                <a:solidFill>
                  <a:srgbClr val="172B3A"/>
                </a:solidFill>
                <a:latin typeface="IPAexGothic"/>
                <a:ea typeface="IPAexGothic"/>
                <a:cs typeface="IPAexGothic"/>
              </a:defRPr>
            </a:pPr>
            <a:r>
              <a:rPr sz="2025" b="0">
                <a:solidFill>
                  <a:srgbClr val="172B3A"/>
                </a:solidFill>
                <a:latin typeface="IPAexGothic"/>
                <a:ea typeface="IPAexGothic"/>
                <a:cs typeface="IPAexGothic"/>
              </a:rPr>
              <a:t>台帳から対応表を解決</a:t>
            </a:r>
          </a:p>
        </p:txBody>
      </p:sp>
      <p:sp>
        <p:nvSpPr>
          <p:cNvPr id="4" name="diagram-3">
            <a:extLst xmlns:a="http://schemas.openxmlformats.org/drawingml/2006/main">
              <a:ext uri="{FF2B5EF4-FFF2-40B4-BE49-F238E27FC236}">
                <a16:creationId xmlns:a16="http://schemas.microsoft.com/office/drawing/2014/main" id="{CCF275C1-75BB-4E0D-AA76-131B64274E33}"/>
              </a:ext>
            </a:extLst>
          </p:cNvPr>
          <p:cNvSpPr>
            <a:spLocks xmlns:a="http://schemas.openxmlformats.org/drawingml/2006/main" noGrp="1"/>
          </p:cNvSpPr>
          <p:nvPr/>
        </p:nvSpPr>
        <p:spPr>
          <a:xfrm xmlns:a="http://schemas.openxmlformats.org/drawingml/2006/main">
            <a:off x="6705600" y="1752600"/>
            <a:ext cx="4857750" cy="876300"/>
          </a:xfrm>
          <a:prstGeom xmlns:a="http://schemas.openxmlformats.org/drawingml/2006/main" prst="rect">
            <a:avLst/>
          </a:prstGeom>
          <a:solidFill xmlns:a="http://schemas.openxmlformats.org/drawingml/2006/main">
            <a:srgbClr val="EAF1F5"/>
          </a:solidFill>
          <a:ln xmlns:a="http://schemas.openxmlformats.org/drawingml/2006/main" w="14288">
            <a:solidFill>
              <a:srgbClr val="236487"/>
            </a:solidFill>
          </a:ln>
        </p:spPr>
        <p:txBody>
          <a:bodyPr xmlns:a="http://schemas.openxmlformats.org/drawingml/2006/main" wrap="square" lIns="114300" tIns="114300" rIns="114300" bIns="114300" anchor="ctr">
            <a:noAutofit/>
          </a:bodyPr>
          <a:lstStyle xmlns:a="http://schemas.openxmlformats.org/drawingml/2006/main">
            <a:defPPr algn="ctr">
              <a:defRPr sz="1875" b="0">
                <a:solidFill>
                  <a:srgbClr val="172B3A"/>
                </a:solidFill>
                <a:latin typeface="IPAexGothic"/>
                <a:ea typeface="IPAexGothic"/>
                <a:cs typeface="IPAexGothic"/>
              </a:defRPr>
            </a:defPPr>
            <a:lvl1pPr algn="ctr">
              <a:buNone/>
              <a:defRPr sz="1875" b="0">
                <a:solidFill>
                  <a:srgbClr val="172B3A"/>
                </a:solidFill>
                <a:latin typeface="IPAexGothic"/>
                <a:ea typeface="IPAexGothic"/>
                <a:cs typeface="IPAexGothic"/>
              </a:defRPr>
            </a:lvl1pPr>
            <a:lvl2pPr algn="ctr">
              <a:buNone/>
              <a:defRPr sz="1875" b="0">
                <a:solidFill>
                  <a:srgbClr val="172B3A"/>
                </a:solidFill>
                <a:latin typeface="IPAexGothic"/>
                <a:ea typeface="IPAexGothic"/>
                <a:cs typeface="IPAexGothic"/>
              </a:defRPr>
            </a:lvl2pPr>
            <a:lvl3pPr algn="ctr">
              <a:buNone/>
              <a:defRPr sz="1875" b="0">
                <a:solidFill>
                  <a:srgbClr val="172B3A"/>
                </a:solidFill>
                <a:latin typeface="IPAexGothic"/>
                <a:ea typeface="IPAexGothic"/>
                <a:cs typeface="IPAexGothic"/>
              </a:defRPr>
            </a:lvl3pPr>
            <a:lvl4pPr algn="ctr">
              <a:buNone/>
              <a:defRPr sz="1875" b="0">
                <a:solidFill>
                  <a:srgbClr val="172B3A"/>
                </a:solidFill>
                <a:latin typeface="IPAexGothic"/>
                <a:ea typeface="IPAexGothic"/>
                <a:cs typeface="IPAexGothic"/>
              </a:defRPr>
            </a:lvl4pPr>
            <a:lvl5pPr algn="ctr">
              <a:buNone/>
              <a:defRPr sz="1875" b="0">
                <a:solidFill>
                  <a:srgbClr val="172B3A"/>
                </a:solidFill>
                <a:latin typeface="IPAexGothic"/>
                <a:ea typeface="IPAexGothic"/>
                <a:cs typeface="IPAexGothic"/>
              </a:defRPr>
            </a:lvl5pPr>
            <a:lvl6pPr algn="ctr">
              <a:buNone/>
              <a:defRPr sz="1875" b="0">
                <a:solidFill>
                  <a:srgbClr val="172B3A"/>
                </a:solidFill>
                <a:latin typeface="IPAexGothic"/>
                <a:ea typeface="IPAexGothic"/>
                <a:cs typeface="IPAexGothic"/>
              </a:defRPr>
            </a:lvl6pPr>
            <a:lvl7pPr algn="ctr">
              <a:buNone/>
              <a:defRPr sz="1875" b="0">
                <a:solidFill>
                  <a:srgbClr val="172B3A"/>
                </a:solidFill>
                <a:latin typeface="IPAexGothic"/>
                <a:ea typeface="IPAexGothic"/>
                <a:cs typeface="IPAexGothic"/>
              </a:defRPr>
            </a:lvl7pPr>
            <a:lvl8pPr algn="ctr">
              <a:buNone/>
              <a:defRPr sz="1875" b="0">
                <a:solidFill>
                  <a:srgbClr val="172B3A"/>
                </a:solidFill>
                <a:latin typeface="IPAexGothic"/>
                <a:ea typeface="IPAexGothic"/>
                <a:cs typeface="IPAexGothic"/>
              </a:defRPr>
            </a:lvl8pPr>
            <a:lvl9pPr algn="ctr">
              <a:buNone/>
              <a:defRPr sz="1875" b="0">
                <a:solidFill>
                  <a:srgbClr val="172B3A"/>
                </a:solidFill>
                <a:latin typeface="IPAexGothic"/>
                <a:ea typeface="IPAexGothic"/>
                <a:cs typeface="IPAexGothic"/>
              </a:defRPr>
            </a:lvl9pPr>
          </a:lstStyle>
          <a:p xmlns:a="http://schemas.openxmlformats.org/drawingml/2006/main">
            <a:pPr algn="ctr">
              <a:buNone/>
              <a:defRPr sz="1875" b="0">
                <a:solidFill>
                  <a:srgbClr val="172B3A"/>
                </a:solidFill>
                <a:latin typeface="IPAexGothic"/>
                <a:ea typeface="IPAexGothic"/>
                <a:cs typeface="IPAexGothic"/>
              </a:defRPr>
            </a:pPr>
            <a:r>
              <a:rPr sz="1875" b="0">
                <a:solidFill>
                  <a:srgbClr val="172B3A"/>
                </a:solidFill>
                <a:latin typeface="IPAexGothic"/>
                <a:ea typeface="IPAexGothic"/>
                <a:cs typeface="IPAexGothic"/>
              </a:rPr>
              <a:t>同じ30秒窓の照合記録から生成</a:t>
            </a:r>
          </a:p>
          <a:p xmlns:a="http://schemas.openxmlformats.org/drawingml/2006/main">
            <a:pPr algn="ctr">
              <a:buNone/>
              <a:defRPr sz="1875" b="0">
                <a:solidFill>
                  <a:srgbClr val="172B3A"/>
                </a:solidFill>
                <a:latin typeface="IPAexGothic"/>
                <a:ea typeface="IPAexGothic"/>
                <a:cs typeface="IPAexGothic"/>
              </a:defRPr>
            </a:pPr>
            <a:r>
              <a:rPr sz="1875" b="0">
                <a:solidFill>
                  <a:srgbClr val="172B3A"/>
                </a:solidFill>
                <a:latin typeface="IPAexGothic"/>
                <a:ea typeface="IPAexGothic"/>
                <a:cs typeface="IPAexGothic"/>
              </a:rPr>
              <a:t>対応表の順序・距離・欠測規則を適用</a:t>
            </a:r>
          </a:p>
        </p:txBody>
      </p:sp>
      <p:sp>
        <p:nvSpPr>
          <p:cNvPr id="5" name="diagram-4">
            <a:extLst xmlns:a="http://schemas.openxmlformats.org/drawingml/2006/main">
              <a:ext uri="{FF2B5EF4-FFF2-40B4-BE49-F238E27FC236}">
                <a16:creationId xmlns:a16="http://schemas.microsoft.com/office/drawing/2014/main" id="{20923A0A-6B9D-4A6D-BFF5-A109CEB15891}"/>
              </a:ext>
            </a:extLst>
          </p:cNvPr>
          <p:cNvSpPr>
            <a:spLocks xmlns:a="http://schemas.openxmlformats.org/drawingml/2006/main" noGrp="1"/>
          </p:cNvSpPr>
          <p:nvPr/>
        </p:nvSpPr>
        <p:spPr>
          <a:xfrm xmlns:a="http://schemas.openxmlformats.org/drawingml/2006/main">
            <a:off x="6705600" y="3819525"/>
            <a:ext cx="4857750" cy="990600"/>
          </a:xfrm>
          <a:prstGeom xmlns:a="http://schemas.openxmlformats.org/drawingml/2006/main" prst="rect">
            <a:avLst/>
          </a:prstGeom>
          <a:solidFill xmlns:a="http://schemas.openxmlformats.org/drawingml/2006/main">
            <a:srgbClr val="EAF1F5"/>
          </a:solidFill>
          <a:ln xmlns:a="http://schemas.openxmlformats.org/drawingml/2006/main" w="14288">
            <a:solidFill>
              <a:srgbClr val="236487"/>
            </a:solidFill>
          </a:ln>
        </p:spPr>
        <p:txBody>
          <a:bodyPr xmlns:a="http://schemas.openxmlformats.org/drawingml/2006/main" wrap="square" lIns="114300" tIns="114300" rIns="114300" bIns="114300" anchor="ctr">
            <a:noAutofit/>
          </a:bodyPr>
          <a:lstStyle xmlns:a="http://schemas.openxmlformats.org/drawingml/2006/main">
            <a:defPPr algn="ctr">
              <a:defRPr sz="2025" b="0">
                <a:solidFill>
                  <a:srgbClr val="172B3A"/>
                </a:solidFill>
                <a:latin typeface="IPAexGothic"/>
                <a:ea typeface="IPAexGothic"/>
                <a:cs typeface="IPAexGothic"/>
              </a:defRPr>
            </a:defPPr>
            <a:lvl1pPr algn="ctr">
              <a:buNone/>
              <a:defRPr sz="2025" b="0">
                <a:solidFill>
                  <a:srgbClr val="172B3A"/>
                </a:solidFill>
                <a:latin typeface="IPAexGothic"/>
                <a:ea typeface="IPAexGothic"/>
                <a:cs typeface="IPAexGothic"/>
              </a:defRPr>
            </a:lvl1pPr>
            <a:lvl2pPr algn="ctr">
              <a:buNone/>
              <a:defRPr sz="2025" b="0">
                <a:solidFill>
                  <a:srgbClr val="172B3A"/>
                </a:solidFill>
                <a:latin typeface="IPAexGothic"/>
                <a:ea typeface="IPAexGothic"/>
                <a:cs typeface="IPAexGothic"/>
              </a:defRPr>
            </a:lvl2pPr>
            <a:lvl3pPr algn="ctr">
              <a:buNone/>
              <a:defRPr sz="2025" b="0">
                <a:solidFill>
                  <a:srgbClr val="172B3A"/>
                </a:solidFill>
                <a:latin typeface="IPAexGothic"/>
                <a:ea typeface="IPAexGothic"/>
                <a:cs typeface="IPAexGothic"/>
              </a:defRPr>
            </a:lvl3pPr>
            <a:lvl4pPr algn="ctr">
              <a:buNone/>
              <a:defRPr sz="2025" b="0">
                <a:solidFill>
                  <a:srgbClr val="172B3A"/>
                </a:solidFill>
                <a:latin typeface="IPAexGothic"/>
                <a:ea typeface="IPAexGothic"/>
                <a:cs typeface="IPAexGothic"/>
              </a:defRPr>
            </a:lvl4pPr>
            <a:lvl5pPr algn="ctr">
              <a:buNone/>
              <a:defRPr sz="2025" b="0">
                <a:solidFill>
                  <a:srgbClr val="172B3A"/>
                </a:solidFill>
                <a:latin typeface="IPAexGothic"/>
                <a:ea typeface="IPAexGothic"/>
                <a:cs typeface="IPAexGothic"/>
              </a:defRPr>
            </a:lvl5pPr>
            <a:lvl6pPr algn="ctr">
              <a:buNone/>
              <a:defRPr sz="2025" b="0">
                <a:solidFill>
                  <a:srgbClr val="172B3A"/>
                </a:solidFill>
                <a:latin typeface="IPAexGothic"/>
                <a:ea typeface="IPAexGothic"/>
                <a:cs typeface="IPAexGothic"/>
              </a:defRPr>
            </a:lvl6pPr>
            <a:lvl7pPr algn="ctr">
              <a:buNone/>
              <a:defRPr sz="2025" b="0">
                <a:solidFill>
                  <a:srgbClr val="172B3A"/>
                </a:solidFill>
                <a:latin typeface="IPAexGothic"/>
                <a:ea typeface="IPAexGothic"/>
                <a:cs typeface="IPAexGothic"/>
              </a:defRPr>
            </a:lvl7pPr>
            <a:lvl8pPr algn="ctr">
              <a:buNone/>
              <a:defRPr sz="2025" b="0">
                <a:solidFill>
                  <a:srgbClr val="172B3A"/>
                </a:solidFill>
                <a:latin typeface="IPAexGothic"/>
                <a:ea typeface="IPAexGothic"/>
                <a:cs typeface="IPAexGothic"/>
              </a:defRPr>
            </a:lvl8pPr>
            <a:lvl9pPr algn="ctr">
              <a:buNone/>
              <a:defRPr sz="2025" b="0">
                <a:solidFill>
                  <a:srgbClr val="172B3A"/>
                </a:solidFill>
                <a:latin typeface="IPAexGothic"/>
                <a:ea typeface="IPAexGothic"/>
                <a:cs typeface="IPAexGothic"/>
              </a:defRPr>
            </a:lvl9pPr>
          </a:lstStyle>
          <a:p xmlns:a="http://schemas.openxmlformats.org/drawingml/2006/main">
            <a:pPr algn="ctr">
              <a:buNone/>
              <a:defRPr sz="2025" b="0">
                <a:solidFill>
                  <a:srgbClr val="172B3A"/>
                </a:solidFill>
                <a:latin typeface="IPAexGothic"/>
                <a:ea typeface="IPAexGothic"/>
                <a:cs typeface="IPAexGothic"/>
              </a:defRPr>
            </a:pPr>
            <a:r>
              <a:rPr sz="2025" b="0">
                <a:solidFill>
                  <a:srgbClr val="172B3A"/>
                </a:solidFill>
                <a:latin typeface="IPAexGothic"/>
                <a:ea typeface="IPAexGothic"/>
                <a:cs typeface="IPAexGothic"/>
              </a:rPr>
              <a:t>数値入力の一致を確認</a:t>
            </a:r>
          </a:p>
          <a:p xmlns:a="http://schemas.openxmlformats.org/drawingml/2006/main">
            <a:pPr algn="ctr">
              <a:buNone/>
              <a:defRPr sz="2025" b="0">
                <a:solidFill>
                  <a:srgbClr val="172B3A"/>
                </a:solidFill>
                <a:latin typeface="IPAexGothic"/>
                <a:ea typeface="IPAexGothic"/>
                <a:cs typeface="IPAexGothic"/>
              </a:defRPr>
            </a:pPr>
            <a:r>
              <a:rPr sz="2025" b="0">
                <a:solidFill>
                  <a:srgbClr val="172B3A"/>
                </a:solidFill>
                <a:latin typeface="IPAexGothic"/>
                <a:ea typeface="IPAexGothic"/>
                <a:cs typeface="IPAexGothic"/>
              </a:rPr>
              <a:t>W000の［1,0.08,0,0］で推論</a:t>
            </a:r>
          </a:p>
        </p:txBody>
      </p:sp>
      <p:sp>
        <p:nvSpPr>
          <p:cNvPr id="6" name="diagram-5">
            <a:extLst xmlns:a="http://schemas.openxmlformats.org/drawingml/2006/main">
              <a:ext uri="{FF2B5EF4-FFF2-40B4-BE49-F238E27FC236}">
                <a16:creationId xmlns:a16="http://schemas.microsoft.com/office/drawing/2014/main" id="{FD2AC965-2077-4AD3-9A32-F78ACA0D45E8}"/>
              </a:ext>
            </a:extLst>
          </p:cNvPr>
          <p:cNvSpPr>
            <a:spLocks xmlns:a="http://schemas.openxmlformats.org/drawingml/2006/main" noGrp="1"/>
          </p:cNvSpPr>
          <p:nvPr/>
        </p:nvSpPr>
        <p:spPr>
          <a:xfrm xmlns:a="http://schemas.openxmlformats.org/drawingml/2006/main">
            <a:off x="619125" y="3819525"/>
            <a:ext cx="4857750" cy="990600"/>
          </a:xfrm>
          <a:prstGeom xmlns:a="http://schemas.openxmlformats.org/drawingml/2006/main" prst="rect">
            <a:avLst/>
          </a:prstGeom>
          <a:solidFill xmlns:a="http://schemas.openxmlformats.org/drawingml/2006/main">
            <a:srgbClr val="E4F1ED"/>
          </a:solidFill>
          <a:ln xmlns:a="http://schemas.openxmlformats.org/drawingml/2006/main" w="14288">
            <a:solidFill>
              <a:srgbClr val="247C76"/>
            </a:solidFill>
          </a:ln>
        </p:spPr>
        <p:txBody>
          <a:bodyPr xmlns:a="http://schemas.openxmlformats.org/drawingml/2006/main" wrap="square" lIns="114300" tIns="114300" rIns="114300" bIns="114300" anchor="ctr">
            <a:noAutofit/>
          </a:bodyPr>
          <a:lstStyle xmlns:a="http://schemas.openxmlformats.org/drawingml/2006/main">
            <a:defPPr algn="ctr">
              <a:defRPr sz="1875" b="0">
                <a:solidFill>
                  <a:srgbClr val="172B3A"/>
                </a:solidFill>
                <a:latin typeface="IPAexGothic"/>
                <a:ea typeface="IPAexGothic"/>
                <a:cs typeface="IPAexGothic"/>
              </a:defRPr>
            </a:defPPr>
            <a:lvl1pPr algn="ctr">
              <a:buNone/>
              <a:defRPr sz="1875" b="0">
                <a:solidFill>
                  <a:srgbClr val="172B3A"/>
                </a:solidFill>
                <a:latin typeface="IPAexGothic"/>
                <a:ea typeface="IPAexGothic"/>
                <a:cs typeface="IPAexGothic"/>
              </a:defRPr>
            </a:lvl1pPr>
            <a:lvl2pPr algn="ctr">
              <a:buNone/>
              <a:defRPr sz="1875" b="0">
                <a:solidFill>
                  <a:srgbClr val="172B3A"/>
                </a:solidFill>
                <a:latin typeface="IPAexGothic"/>
                <a:ea typeface="IPAexGothic"/>
                <a:cs typeface="IPAexGothic"/>
              </a:defRPr>
            </a:lvl2pPr>
            <a:lvl3pPr algn="ctr">
              <a:buNone/>
              <a:defRPr sz="1875" b="0">
                <a:solidFill>
                  <a:srgbClr val="172B3A"/>
                </a:solidFill>
                <a:latin typeface="IPAexGothic"/>
                <a:ea typeface="IPAexGothic"/>
                <a:cs typeface="IPAexGothic"/>
              </a:defRPr>
            </a:lvl3pPr>
            <a:lvl4pPr algn="ctr">
              <a:buNone/>
              <a:defRPr sz="1875" b="0">
                <a:solidFill>
                  <a:srgbClr val="172B3A"/>
                </a:solidFill>
                <a:latin typeface="IPAexGothic"/>
                <a:ea typeface="IPAexGothic"/>
                <a:cs typeface="IPAexGothic"/>
              </a:defRPr>
            </a:lvl4pPr>
            <a:lvl5pPr algn="ctr">
              <a:buNone/>
              <a:defRPr sz="1875" b="0">
                <a:solidFill>
                  <a:srgbClr val="172B3A"/>
                </a:solidFill>
                <a:latin typeface="IPAexGothic"/>
                <a:ea typeface="IPAexGothic"/>
                <a:cs typeface="IPAexGothic"/>
              </a:defRPr>
            </a:lvl5pPr>
            <a:lvl6pPr algn="ctr">
              <a:buNone/>
              <a:defRPr sz="1875" b="0">
                <a:solidFill>
                  <a:srgbClr val="172B3A"/>
                </a:solidFill>
                <a:latin typeface="IPAexGothic"/>
                <a:ea typeface="IPAexGothic"/>
                <a:cs typeface="IPAexGothic"/>
              </a:defRPr>
            </a:lvl6pPr>
            <a:lvl7pPr algn="ctr">
              <a:buNone/>
              <a:defRPr sz="1875" b="0">
                <a:solidFill>
                  <a:srgbClr val="172B3A"/>
                </a:solidFill>
                <a:latin typeface="IPAexGothic"/>
                <a:ea typeface="IPAexGothic"/>
                <a:cs typeface="IPAexGothic"/>
              </a:defRPr>
            </a:lvl7pPr>
            <a:lvl8pPr algn="ctr">
              <a:buNone/>
              <a:defRPr sz="1875" b="0">
                <a:solidFill>
                  <a:srgbClr val="172B3A"/>
                </a:solidFill>
                <a:latin typeface="IPAexGothic"/>
                <a:ea typeface="IPAexGothic"/>
                <a:cs typeface="IPAexGothic"/>
              </a:defRPr>
            </a:lvl8pPr>
            <a:lvl9pPr algn="ctr">
              <a:buNone/>
              <a:defRPr sz="1875" b="0">
                <a:solidFill>
                  <a:srgbClr val="172B3A"/>
                </a:solidFill>
                <a:latin typeface="IPAexGothic"/>
                <a:ea typeface="IPAexGothic"/>
                <a:cs typeface="IPAexGothic"/>
              </a:defRPr>
            </a:lvl9pPr>
          </a:lstStyle>
          <a:p xmlns:a="http://schemas.openxmlformats.org/drawingml/2006/main">
            <a:pPr algn="ctr">
              <a:buNone/>
              <a:defRPr sz="1875" b="0">
                <a:solidFill>
                  <a:srgbClr val="172B3A"/>
                </a:solidFill>
                <a:latin typeface="IPAexGothic"/>
                <a:ea typeface="IPAexGothic"/>
                <a:cs typeface="IPAexGothic"/>
              </a:defRPr>
            </a:pPr>
            <a:r>
              <a:rPr sz="1875" b="0">
                <a:solidFill>
                  <a:srgbClr val="172B3A"/>
                </a:solidFill>
                <a:latin typeface="IPAexGothic"/>
                <a:ea typeface="IPAexGothic"/>
                <a:cs typeface="IPAexGothic"/>
              </a:rPr>
              <a:t>判定結果と入力位置ごとの寄与</a:t>
            </a:r>
          </a:p>
          <a:p xmlns:a="http://schemas.openxmlformats.org/drawingml/2006/main">
            <a:pPr algn="ctr">
              <a:buNone/>
              <a:defRPr sz="1875" b="0">
                <a:solidFill>
                  <a:srgbClr val="172B3A"/>
                </a:solidFill>
                <a:latin typeface="IPAexGothic"/>
                <a:ea typeface="IPAexGothic"/>
                <a:cs typeface="IPAexGothic"/>
              </a:defRPr>
            </a:pPr>
            <a:r>
              <a:rPr sz="1875" b="0">
                <a:solidFill>
                  <a:srgbClr val="172B3A"/>
                </a:solidFill>
                <a:latin typeface="IPAexGothic"/>
                <a:ea typeface="IPAexGothic"/>
                <a:cs typeface="IPAexGothic"/>
              </a:rPr>
              <a:t>モデル版・対応表版とともに⑦へ</a:t>
            </a:r>
          </a:p>
        </p:txBody>
      </p:sp>
      <p:sp>
        <p:nvSpPr>
          <p:cNvPr id="10" name="text-9">
            <a:extLst xmlns:a="http://schemas.openxmlformats.org/drawingml/2006/main">
              <a:ext uri="{FF2B5EF4-FFF2-40B4-BE49-F238E27FC236}">
                <a16:creationId xmlns:a16="http://schemas.microsoft.com/office/drawing/2014/main" id="{FD7D7E7C-DFCD-4A5B-A9D1-961EA809AAE0}"/>
              </a:ext>
            </a:extLst>
          </p:cNvPr>
          <p:cNvSpPr>
            <a:spLocks xmlns:a="http://schemas.openxmlformats.org/drawingml/2006/main" noGrp="1"/>
          </p:cNvSpPr>
          <p:nvPr/>
        </p:nvSpPr>
        <p:spPr>
          <a:xfrm xmlns:a="http://schemas.openxmlformats.org/drawingml/2006/main">
            <a:off x="628650" y="5248275"/>
            <a:ext cx="108394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B3A"/>
                </a:solidFill>
                <a:latin typeface="IPAexGothic"/>
                <a:ea typeface="IPAexGothic"/>
                <a:cs typeface="IPAexGothic"/>
              </a:defRPr>
            </a:defPPr>
            <a:lvl1pPr algn="l">
              <a:buNone/>
              <a:defRPr sz="1950" b="0">
                <a:solidFill>
                  <a:srgbClr val="172B3A"/>
                </a:solidFill>
                <a:latin typeface="IPAexGothic"/>
                <a:ea typeface="IPAexGothic"/>
                <a:cs typeface="IPAexGothic"/>
              </a:defRPr>
            </a:lvl1pPr>
            <a:lvl2pPr algn="l">
              <a:buNone/>
              <a:defRPr sz="1950" b="0">
                <a:solidFill>
                  <a:srgbClr val="172B3A"/>
                </a:solidFill>
                <a:latin typeface="IPAexGothic"/>
                <a:ea typeface="IPAexGothic"/>
                <a:cs typeface="IPAexGothic"/>
              </a:defRPr>
            </a:lvl2pPr>
            <a:lvl3pPr algn="l">
              <a:buNone/>
              <a:defRPr sz="1950" b="0">
                <a:solidFill>
                  <a:srgbClr val="172B3A"/>
                </a:solidFill>
                <a:latin typeface="IPAexGothic"/>
                <a:ea typeface="IPAexGothic"/>
                <a:cs typeface="IPAexGothic"/>
              </a:defRPr>
            </a:lvl3pPr>
            <a:lvl4pPr algn="l">
              <a:buNone/>
              <a:defRPr sz="1950" b="0">
                <a:solidFill>
                  <a:srgbClr val="172B3A"/>
                </a:solidFill>
                <a:latin typeface="IPAexGothic"/>
                <a:ea typeface="IPAexGothic"/>
                <a:cs typeface="IPAexGothic"/>
              </a:defRPr>
            </a:lvl4pPr>
            <a:lvl5pPr algn="l">
              <a:buNone/>
              <a:defRPr sz="1950" b="0">
                <a:solidFill>
                  <a:srgbClr val="172B3A"/>
                </a:solidFill>
                <a:latin typeface="IPAexGothic"/>
                <a:ea typeface="IPAexGothic"/>
                <a:cs typeface="IPAexGothic"/>
              </a:defRPr>
            </a:lvl5pPr>
            <a:lvl6pPr algn="l">
              <a:buNone/>
              <a:defRPr sz="1950" b="0">
                <a:solidFill>
                  <a:srgbClr val="172B3A"/>
                </a:solidFill>
                <a:latin typeface="IPAexGothic"/>
                <a:ea typeface="IPAexGothic"/>
                <a:cs typeface="IPAexGothic"/>
              </a:defRPr>
            </a:lvl6pPr>
            <a:lvl7pPr algn="l">
              <a:buNone/>
              <a:defRPr sz="1950" b="0">
                <a:solidFill>
                  <a:srgbClr val="172B3A"/>
                </a:solidFill>
                <a:latin typeface="IPAexGothic"/>
                <a:ea typeface="IPAexGothic"/>
                <a:cs typeface="IPAexGothic"/>
              </a:defRPr>
            </a:lvl7pPr>
            <a:lvl8pPr algn="l">
              <a:buNone/>
              <a:defRPr sz="1950" b="0">
                <a:solidFill>
                  <a:srgbClr val="172B3A"/>
                </a:solidFill>
                <a:latin typeface="IPAexGothic"/>
                <a:ea typeface="IPAexGothic"/>
                <a:cs typeface="IPAexGothic"/>
              </a:defRPr>
            </a:lvl8pPr>
            <a:lvl9pPr algn="l">
              <a:buNone/>
              <a:defRPr sz="1950" b="0">
                <a:solidFill>
                  <a:srgbClr val="172B3A"/>
                </a:solidFill>
                <a:latin typeface="IPAexGothic"/>
                <a:ea typeface="IPAexGothic"/>
                <a:cs typeface="IPAexGothic"/>
              </a:defRPr>
            </a:lvl9pPr>
          </a:lstStyle>
          <a:p xmlns:a="http://schemas.openxmlformats.org/drawingml/2006/main">
            <a:pPr algn="l">
              <a:buNone/>
              <a:defRPr sz="1950" b="0">
                <a:solidFill>
                  <a:srgbClr val="172B3A"/>
                </a:solidFill>
                <a:latin typeface="IPAexGothic"/>
                <a:ea typeface="IPAexGothic"/>
                <a:cs typeface="IPAexGothic"/>
              </a:defRPr>
            </a:pPr>
            <a:r>
              <a:rPr sz="1950" b="0">
                <a:solidFill>
                  <a:srgbClr val="172B3A"/>
                </a:solidFill>
                <a:latin typeface="IPAexGothic"/>
                <a:ea typeface="IPAexGothic"/>
                <a:cs typeface="IPAexGothic"/>
              </a:rPr>
              <a:t>W000は30秒時点で照合し推論できる。出現O001の終端は後続窓で確定する。</a:t>
            </a:r>
          </a:p>
          <a:p xmlns:a="http://schemas.openxmlformats.org/drawingml/2006/main">
            <a:pPr algn="l">
              <a:buNone/>
              <a:defRPr sz="1950" b="0">
                <a:solidFill>
                  <a:srgbClr val="172B3A"/>
                </a:solidFill>
                <a:latin typeface="IPAexGothic"/>
                <a:ea typeface="IPAexGothic"/>
                <a:cs typeface="IPAexGothic"/>
              </a:defRPr>
            </a:pPr>
            <a:r>
              <a:rPr sz="1950" b="0">
                <a:solidFill>
                  <a:srgbClr val="172B3A"/>
                </a:solidFill>
                <a:latin typeface="IPAexGothic"/>
                <a:ea typeface="IPAexGothic"/>
                <a:cs typeface="IPAexGothic"/>
              </a:rPr>
              <a:t>進行中は削除保留。必要版欠落・欠測・未知を通常の入力に混ぜない。</a:t>
            </a:r>
          </a:p>
        </p:txBody>
      </p:sp>
      <p:sp>
        <p:nvSpPr>
          <p:cNvPr id="11" name="text-10">
            <a:extLst xmlns:a="http://schemas.openxmlformats.org/drawingml/2006/main">
              <a:ext uri="{FF2B5EF4-FFF2-40B4-BE49-F238E27FC236}">
                <a16:creationId xmlns:a16="http://schemas.microsoft.com/office/drawing/2014/main" id="{F9955C34-DD37-42A7-9301-748890BBD843}"/>
              </a:ext>
            </a:extLst>
          </p:cNvPr>
          <p:cNvSpPr>
            <a:spLocks xmlns:a="http://schemas.openxmlformats.org/drawingml/2006/main" noGrp="1"/>
          </p:cNvSpPr>
          <p:nvPr/>
        </p:nvSpPr>
        <p:spPr>
          <a:xfrm xmlns:a="http://schemas.openxmlformats.org/drawingml/2006/main">
            <a:off x="609600" y="5953125"/>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86872"/>
                </a:solidFill>
                <a:latin typeface="IPAexGothic"/>
                <a:ea typeface="IPAexGothic"/>
                <a:cs typeface="IPAexGothic"/>
              </a:defRPr>
            </a:defPPr>
            <a:lvl1pPr algn="l">
              <a:buNone/>
              <a:defRPr sz="1575" b="0">
                <a:solidFill>
                  <a:srgbClr val="586872"/>
                </a:solidFill>
                <a:latin typeface="IPAexGothic"/>
                <a:ea typeface="IPAexGothic"/>
                <a:cs typeface="IPAexGothic"/>
              </a:defRPr>
            </a:lvl1pPr>
            <a:lvl2pPr algn="l">
              <a:buNone/>
              <a:defRPr sz="1575" b="0">
                <a:solidFill>
                  <a:srgbClr val="586872"/>
                </a:solidFill>
                <a:latin typeface="IPAexGothic"/>
                <a:ea typeface="IPAexGothic"/>
                <a:cs typeface="IPAexGothic"/>
              </a:defRPr>
            </a:lvl2pPr>
            <a:lvl3pPr algn="l">
              <a:buNone/>
              <a:defRPr sz="1575" b="0">
                <a:solidFill>
                  <a:srgbClr val="586872"/>
                </a:solidFill>
                <a:latin typeface="IPAexGothic"/>
                <a:ea typeface="IPAexGothic"/>
                <a:cs typeface="IPAexGothic"/>
              </a:defRPr>
            </a:lvl3pPr>
            <a:lvl4pPr algn="l">
              <a:buNone/>
              <a:defRPr sz="1575" b="0">
                <a:solidFill>
                  <a:srgbClr val="586872"/>
                </a:solidFill>
                <a:latin typeface="IPAexGothic"/>
                <a:ea typeface="IPAexGothic"/>
                <a:cs typeface="IPAexGothic"/>
              </a:defRPr>
            </a:lvl4pPr>
            <a:lvl5pPr algn="l">
              <a:buNone/>
              <a:defRPr sz="1575" b="0">
                <a:solidFill>
                  <a:srgbClr val="586872"/>
                </a:solidFill>
                <a:latin typeface="IPAexGothic"/>
                <a:ea typeface="IPAexGothic"/>
                <a:cs typeface="IPAexGothic"/>
              </a:defRPr>
            </a:lvl5pPr>
            <a:lvl6pPr algn="l">
              <a:buNone/>
              <a:defRPr sz="1575" b="0">
                <a:solidFill>
                  <a:srgbClr val="586872"/>
                </a:solidFill>
                <a:latin typeface="IPAexGothic"/>
                <a:ea typeface="IPAexGothic"/>
                <a:cs typeface="IPAexGothic"/>
              </a:defRPr>
            </a:lvl6pPr>
            <a:lvl7pPr algn="l">
              <a:buNone/>
              <a:defRPr sz="1575" b="0">
                <a:solidFill>
                  <a:srgbClr val="586872"/>
                </a:solidFill>
                <a:latin typeface="IPAexGothic"/>
                <a:ea typeface="IPAexGothic"/>
                <a:cs typeface="IPAexGothic"/>
              </a:defRPr>
            </a:lvl7pPr>
            <a:lvl8pPr algn="l">
              <a:buNone/>
              <a:defRPr sz="1575" b="0">
                <a:solidFill>
                  <a:srgbClr val="586872"/>
                </a:solidFill>
                <a:latin typeface="IPAexGothic"/>
                <a:ea typeface="IPAexGothic"/>
                <a:cs typeface="IPAexGothic"/>
              </a:defRPr>
            </a:lvl8pPr>
            <a:lvl9pPr algn="l">
              <a:buNone/>
              <a:defRPr sz="1575" b="0">
                <a:solidFill>
                  <a:srgbClr val="586872"/>
                </a:solidFill>
                <a:latin typeface="IPAexGothic"/>
                <a:ea typeface="IPAexGothic"/>
                <a:cs typeface="IPAexGothic"/>
              </a:defRPr>
            </a:lvl9pPr>
          </a:lstStyle>
          <a:p xmlns:a="http://schemas.openxmlformats.org/drawingml/2006/main">
            <a:pPr algn="l">
              <a:buNone/>
              <a:defRPr sz="1575" b="0">
                <a:solidFill>
                  <a:srgbClr val="586872"/>
                </a:solidFill>
                <a:latin typeface="IPAexGothic"/>
                <a:ea typeface="IPAexGothic"/>
                <a:cs typeface="IPAexGothic"/>
              </a:defRPr>
            </a:pPr>
            <a:r>
              <a:rPr sz="1575" b="0">
                <a:solidFill>
                  <a:srgbClr val="586872"/>
                </a:solidFill>
                <a:latin typeface="IPAexGothic"/>
                <a:ea typeface="IPAexGothic"/>
                <a:cs typeface="IPAexGothic"/>
              </a:rPr>
              <a:t>一つのモデルに複数パターンの特徴を入力できる。再学習した組は再評価して利用する</a:t>
            </a:r>
          </a:p>
        </p:txBody>
      </p:sp>
      <p:sp>
        <p:nvSpPr>
          <p:cNvPr id="12" name="page-number">
            <a:extLst xmlns:a="http://schemas.openxmlformats.org/drawingml/2006/main">
              <a:ext uri="{FF2B5EF4-FFF2-40B4-BE49-F238E27FC236}">
                <a16:creationId xmlns:a16="http://schemas.microsoft.com/office/drawing/2014/main" id="{B66E8351-5C33-4F59-93BE-1C4B27F14B06}"/>
              </a:ext>
            </a:extLst>
          </p:cNvPr>
          <p:cNvSpPr>
            <a:spLocks xmlns:a="http://schemas.openxmlformats.org/drawingml/2006/main" noGrp="1"/>
          </p:cNvSpPr>
          <p:nvPr/>
        </p:nvSpPr>
        <p:spPr>
          <a:xfrm xmlns:a="http://schemas.openxmlformats.org/drawingml/2006/main">
            <a:off x="11239500" y="64484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872"/>
                </a:solidFill>
                <a:latin typeface="IPAexGothic"/>
                <a:ea typeface="IPAexGothic"/>
                <a:cs typeface="IPAexGothic"/>
              </a:defRPr>
            </a:defPPr>
            <a:lvl1pPr algn="r">
              <a:buNone/>
              <a:defRPr sz="1275" b="0">
                <a:solidFill>
                  <a:srgbClr val="586872"/>
                </a:solidFill>
                <a:latin typeface="IPAexGothic"/>
                <a:ea typeface="IPAexGothic"/>
                <a:cs typeface="IPAexGothic"/>
              </a:defRPr>
            </a:lvl1pPr>
            <a:lvl2pPr algn="r">
              <a:buNone/>
              <a:defRPr sz="1275" b="0">
                <a:solidFill>
                  <a:srgbClr val="586872"/>
                </a:solidFill>
                <a:latin typeface="IPAexGothic"/>
                <a:ea typeface="IPAexGothic"/>
                <a:cs typeface="IPAexGothic"/>
              </a:defRPr>
            </a:lvl2pPr>
            <a:lvl3pPr algn="r">
              <a:buNone/>
              <a:defRPr sz="1275" b="0">
                <a:solidFill>
                  <a:srgbClr val="586872"/>
                </a:solidFill>
                <a:latin typeface="IPAexGothic"/>
                <a:ea typeface="IPAexGothic"/>
                <a:cs typeface="IPAexGothic"/>
              </a:defRPr>
            </a:lvl3pPr>
            <a:lvl4pPr algn="r">
              <a:buNone/>
              <a:defRPr sz="1275" b="0">
                <a:solidFill>
                  <a:srgbClr val="586872"/>
                </a:solidFill>
                <a:latin typeface="IPAexGothic"/>
                <a:ea typeface="IPAexGothic"/>
                <a:cs typeface="IPAexGothic"/>
              </a:defRPr>
            </a:lvl4pPr>
            <a:lvl5pPr algn="r">
              <a:buNone/>
              <a:defRPr sz="1275" b="0">
                <a:solidFill>
                  <a:srgbClr val="586872"/>
                </a:solidFill>
                <a:latin typeface="IPAexGothic"/>
                <a:ea typeface="IPAexGothic"/>
                <a:cs typeface="IPAexGothic"/>
              </a:defRPr>
            </a:lvl5pPr>
            <a:lvl6pPr algn="r">
              <a:buNone/>
              <a:defRPr sz="1275" b="0">
                <a:solidFill>
                  <a:srgbClr val="586872"/>
                </a:solidFill>
                <a:latin typeface="IPAexGothic"/>
                <a:ea typeface="IPAexGothic"/>
                <a:cs typeface="IPAexGothic"/>
              </a:defRPr>
            </a:lvl6pPr>
            <a:lvl7pPr algn="r">
              <a:buNone/>
              <a:defRPr sz="1275" b="0">
                <a:solidFill>
                  <a:srgbClr val="586872"/>
                </a:solidFill>
                <a:latin typeface="IPAexGothic"/>
                <a:ea typeface="IPAexGothic"/>
                <a:cs typeface="IPAexGothic"/>
              </a:defRPr>
            </a:lvl7pPr>
            <a:lvl8pPr algn="r">
              <a:buNone/>
              <a:defRPr sz="1275" b="0">
                <a:solidFill>
                  <a:srgbClr val="586872"/>
                </a:solidFill>
                <a:latin typeface="IPAexGothic"/>
                <a:ea typeface="IPAexGothic"/>
                <a:cs typeface="IPAexGothic"/>
              </a:defRPr>
            </a:lvl8pPr>
            <a:lvl9pPr algn="r">
              <a:buNone/>
              <a:defRPr sz="1275" b="0">
                <a:solidFill>
                  <a:srgbClr val="586872"/>
                </a:solidFill>
                <a:latin typeface="IPAexGothic"/>
                <a:ea typeface="IPAexGothic"/>
                <a:cs typeface="IPAexGothic"/>
              </a:defRPr>
            </a:lvl9pPr>
          </a:lstStyle>
          <a:p xmlns:a="http://schemas.openxmlformats.org/drawingml/2006/main">
            <a:pPr algn="r">
              <a:buNone/>
              <a:defRPr sz="1275" b="0">
                <a:solidFill>
                  <a:srgbClr val="586872"/>
                </a:solidFill>
                <a:latin typeface="IPAexGothic"/>
                <a:ea typeface="IPAexGothic"/>
                <a:cs typeface="IPAexGothic"/>
              </a:defRPr>
            </a:pPr>
            <a:r>
              <a:rPr sz="1275" b="0">
                <a:solidFill>
                  <a:srgbClr val="586872"/>
                </a:solidFill>
                <a:latin typeface="IPAexGothic"/>
                <a:ea typeface="IPAexGothic"/>
                <a:cs typeface="IPAexGothic"/>
              </a:rPr>
              <a:t>35</a:t>
            </a:r>
          </a:p>
        </p:txBody>
      </p:sp>
    </p:spTree>
    <p:extLst>
      <p:ext uri="{BB962C8B-B14F-4D97-AF65-F5344CB8AC3E}">
        <p14:creationId xmlns:p14="http://schemas.microsoft.com/office/powerpoint/2010/main" val="1924648612"/>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headline">
            <a:extLst xmlns:a="http://schemas.openxmlformats.org/drawingml/2006/main">
              <a:ext uri="{FF2B5EF4-FFF2-40B4-BE49-F238E27FC236}">
                <a16:creationId xmlns:a16="http://schemas.microsoft.com/office/drawing/2014/main" id="{8E363687-51A1-459A-AFDA-2D9F94CE90C2}"/>
              </a:ext>
            </a:extLst>
          </p:cNvPr>
          <p:cNvSpPr>
            <a:spLocks xmlns:a="http://schemas.openxmlformats.org/drawingml/2006/main" noGrp="1"/>
          </p:cNvSpPr>
          <p:nvPr/>
        </p:nvSpPr>
        <p:spPr>
          <a:xfrm xmlns:a="http://schemas.openxmlformats.org/drawingml/2006/main">
            <a:off x="590550" y="333375"/>
            <a:ext cx="1095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72B3A"/>
                </a:solidFill>
                <a:latin typeface="IPAexGothic"/>
                <a:ea typeface="IPAexGothic"/>
                <a:cs typeface="IPAexGothic"/>
              </a:defRPr>
            </a:defPPr>
            <a:lvl1pPr algn="l">
              <a:buNone/>
              <a:defRPr sz="3300" b="1">
                <a:solidFill>
                  <a:srgbClr val="172B3A"/>
                </a:solidFill>
                <a:latin typeface="IPAexGothic"/>
                <a:ea typeface="IPAexGothic"/>
                <a:cs typeface="IPAexGothic"/>
              </a:defRPr>
            </a:lvl1pPr>
            <a:lvl2pPr algn="l">
              <a:buNone/>
              <a:defRPr sz="3300" b="1">
                <a:solidFill>
                  <a:srgbClr val="172B3A"/>
                </a:solidFill>
                <a:latin typeface="IPAexGothic"/>
                <a:ea typeface="IPAexGothic"/>
                <a:cs typeface="IPAexGothic"/>
              </a:defRPr>
            </a:lvl2pPr>
            <a:lvl3pPr algn="l">
              <a:buNone/>
              <a:defRPr sz="3300" b="1">
                <a:solidFill>
                  <a:srgbClr val="172B3A"/>
                </a:solidFill>
                <a:latin typeface="IPAexGothic"/>
                <a:ea typeface="IPAexGothic"/>
                <a:cs typeface="IPAexGothic"/>
              </a:defRPr>
            </a:lvl3pPr>
            <a:lvl4pPr algn="l">
              <a:buNone/>
              <a:defRPr sz="3300" b="1">
                <a:solidFill>
                  <a:srgbClr val="172B3A"/>
                </a:solidFill>
                <a:latin typeface="IPAexGothic"/>
                <a:ea typeface="IPAexGothic"/>
                <a:cs typeface="IPAexGothic"/>
              </a:defRPr>
            </a:lvl4pPr>
            <a:lvl5pPr algn="l">
              <a:buNone/>
              <a:defRPr sz="3300" b="1">
                <a:solidFill>
                  <a:srgbClr val="172B3A"/>
                </a:solidFill>
                <a:latin typeface="IPAexGothic"/>
                <a:ea typeface="IPAexGothic"/>
                <a:cs typeface="IPAexGothic"/>
              </a:defRPr>
            </a:lvl5pPr>
            <a:lvl6pPr algn="l">
              <a:buNone/>
              <a:defRPr sz="3300" b="1">
                <a:solidFill>
                  <a:srgbClr val="172B3A"/>
                </a:solidFill>
                <a:latin typeface="IPAexGothic"/>
                <a:ea typeface="IPAexGothic"/>
                <a:cs typeface="IPAexGothic"/>
              </a:defRPr>
            </a:lvl6pPr>
            <a:lvl7pPr algn="l">
              <a:buNone/>
              <a:defRPr sz="3300" b="1">
                <a:solidFill>
                  <a:srgbClr val="172B3A"/>
                </a:solidFill>
                <a:latin typeface="IPAexGothic"/>
                <a:ea typeface="IPAexGothic"/>
                <a:cs typeface="IPAexGothic"/>
              </a:defRPr>
            </a:lvl7pPr>
            <a:lvl8pPr algn="l">
              <a:buNone/>
              <a:defRPr sz="3300" b="1">
                <a:solidFill>
                  <a:srgbClr val="172B3A"/>
                </a:solidFill>
                <a:latin typeface="IPAexGothic"/>
                <a:ea typeface="IPAexGothic"/>
                <a:cs typeface="IPAexGothic"/>
              </a:defRPr>
            </a:lvl8pPr>
            <a:lvl9pPr algn="l">
              <a:buNone/>
              <a:defRPr sz="3300" b="1">
                <a:solidFill>
                  <a:srgbClr val="172B3A"/>
                </a:solidFill>
                <a:latin typeface="IPAexGothic"/>
                <a:ea typeface="IPAexGothic"/>
                <a:cs typeface="IPAexGothic"/>
              </a:defRPr>
            </a:lvl9pPr>
          </a:lstStyle>
          <a:p xmlns:a="http://schemas.openxmlformats.org/drawingml/2006/main">
            <a:pPr algn="l">
              <a:buNone/>
              <a:defRPr sz="3300" b="1">
                <a:solidFill>
                  <a:srgbClr val="172B3A"/>
                </a:solidFill>
                <a:latin typeface="IPAexGothic"/>
                <a:ea typeface="IPAexGothic"/>
                <a:cs typeface="IPAexGothic"/>
              </a:defRPr>
            </a:pPr>
            <a:r>
              <a:rPr sz="3300" b="1">
                <a:solidFill>
                  <a:srgbClr val="172B3A"/>
                </a:solidFill>
                <a:latin typeface="IPAexGothic"/>
                <a:ea typeface="IPAexGothic"/>
                <a:cs typeface="IPAexGothic"/>
              </a:rPr>
              <a:t>⑦ 推論結果と過去の統計の説明</a:t>
            </a:r>
          </a:p>
        </p:txBody>
      </p:sp>
      <p:sp>
        <p:nvSpPr>
          <p:cNvPr id="2" name="summary">
            <a:extLst xmlns:a="http://schemas.openxmlformats.org/drawingml/2006/main">
              <a:ext uri="{FF2B5EF4-FFF2-40B4-BE49-F238E27FC236}">
                <a16:creationId xmlns:a16="http://schemas.microsoft.com/office/drawing/2014/main" id="{D57DB1B1-FE7D-4E97-AC8E-5AAAD979E8FC}"/>
              </a:ext>
            </a:extLst>
          </p:cNvPr>
          <p:cNvSpPr>
            <a:spLocks xmlns:a="http://schemas.openxmlformats.org/drawingml/2006/main" noGrp="1"/>
          </p:cNvSpPr>
          <p:nvPr/>
        </p:nvSpPr>
        <p:spPr>
          <a:xfrm xmlns:a="http://schemas.openxmlformats.org/drawingml/2006/main">
            <a:off x="609600" y="1028700"/>
            <a:ext cx="10896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86872"/>
                </a:solidFill>
                <a:latin typeface="IPAexGothic"/>
                <a:ea typeface="IPAexGothic"/>
                <a:cs typeface="IPAexGothic"/>
              </a:defRPr>
            </a:defPPr>
            <a:lvl1pPr algn="l">
              <a:buNone/>
              <a:defRPr sz="1800" b="0">
                <a:solidFill>
                  <a:srgbClr val="586872"/>
                </a:solidFill>
                <a:latin typeface="IPAexGothic"/>
                <a:ea typeface="IPAexGothic"/>
                <a:cs typeface="IPAexGothic"/>
              </a:defRPr>
            </a:lvl1pPr>
            <a:lvl2pPr algn="l">
              <a:buNone/>
              <a:defRPr sz="1800" b="0">
                <a:solidFill>
                  <a:srgbClr val="586872"/>
                </a:solidFill>
                <a:latin typeface="IPAexGothic"/>
                <a:ea typeface="IPAexGothic"/>
                <a:cs typeface="IPAexGothic"/>
              </a:defRPr>
            </a:lvl2pPr>
            <a:lvl3pPr algn="l">
              <a:buNone/>
              <a:defRPr sz="1800" b="0">
                <a:solidFill>
                  <a:srgbClr val="586872"/>
                </a:solidFill>
                <a:latin typeface="IPAexGothic"/>
                <a:ea typeface="IPAexGothic"/>
                <a:cs typeface="IPAexGothic"/>
              </a:defRPr>
            </a:lvl3pPr>
            <a:lvl4pPr algn="l">
              <a:buNone/>
              <a:defRPr sz="1800" b="0">
                <a:solidFill>
                  <a:srgbClr val="586872"/>
                </a:solidFill>
                <a:latin typeface="IPAexGothic"/>
                <a:ea typeface="IPAexGothic"/>
                <a:cs typeface="IPAexGothic"/>
              </a:defRPr>
            </a:lvl4pPr>
            <a:lvl5pPr algn="l">
              <a:buNone/>
              <a:defRPr sz="1800" b="0">
                <a:solidFill>
                  <a:srgbClr val="586872"/>
                </a:solidFill>
                <a:latin typeface="IPAexGothic"/>
                <a:ea typeface="IPAexGothic"/>
                <a:cs typeface="IPAexGothic"/>
              </a:defRPr>
            </a:lvl5pPr>
            <a:lvl6pPr algn="l">
              <a:buNone/>
              <a:defRPr sz="1800" b="0">
                <a:solidFill>
                  <a:srgbClr val="586872"/>
                </a:solidFill>
                <a:latin typeface="IPAexGothic"/>
                <a:ea typeface="IPAexGothic"/>
                <a:cs typeface="IPAexGothic"/>
              </a:defRPr>
            </a:lvl6pPr>
            <a:lvl7pPr algn="l">
              <a:buNone/>
              <a:defRPr sz="1800" b="0">
                <a:solidFill>
                  <a:srgbClr val="586872"/>
                </a:solidFill>
                <a:latin typeface="IPAexGothic"/>
                <a:ea typeface="IPAexGothic"/>
                <a:cs typeface="IPAexGothic"/>
              </a:defRPr>
            </a:lvl7pPr>
            <a:lvl8pPr algn="l">
              <a:buNone/>
              <a:defRPr sz="1800" b="0">
                <a:solidFill>
                  <a:srgbClr val="586872"/>
                </a:solidFill>
                <a:latin typeface="IPAexGothic"/>
                <a:ea typeface="IPAexGothic"/>
                <a:cs typeface="IPAexGothic"/>
              </a:defRPr>
            </a:lvl8pPr>
            <a:lvl9pPr algn="l">
              <a:buNone/>
              <a:defRPr sz="1800" b="0">
                <a:solidFill>
                  <a:srgbClr val="586872"/>
                </a:solidFill>
                <a:latin typeface="IPAexGothic"/>
                <a:ea typeface="IPAexGothic"/>
                <a:cs typeface="IPAexGothic"/>
              </a:defRPr>
            </a:lvl9pPr>
          </a:lstStyle>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左はW000の四つの入力から求めるモデル上の寄与、右は同じパターン版の別期間の統計です。</a:t>
            </a:r>
          </a:p>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過去の異常窓に多いという関連と、今回の判定計算を区別します。以下は架空値による手計算例です。</a:t>
            </a:r>
          </a:p>
        </p:txBody>
      </p:sp>
      <p:sp>
        <p:nvSpPr>
          <p:cNvPr id="3" name="text-2">
            <a:extLst xmlns:a="http://schemas.openxmlformats.org/drawingml/2006/main">
              <a:ext uri="{FF2B5EF4-FFF2-40B4-BE49-F238E27FC236}">
                <a16:creationId xmlns:a16="http://schemas.microsoft.com/office/drawing/2014/main" id="{4D743D28-BAFA-44B7-A0CA-CFB2EF7BCE81}"/>
              </a:ext>
            </a:extLst>
          </p:cNvPr>
          <p:cNvSpPr>
            <a:spLocks xmlns:a="http://schemas.openxmlformats.org/drawingml/2006/main" noGrp="1"/>
          </p:cNvSpPr>
          <p:nvPr/>
        </p:nvSpPr>
        <p:spPr>
          <a:xfrm xmlns:a="http://schemas.openxmlformats.org/drawingml/2006/main">
            <a:off x="11239500" y="644842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872"/>
                </a:solidFill>
                <a:latin typeface="IPAexGothic"/>
                <a:ea typeface="IPAexGothic"/>
                <a:cs typeface="IPAexGothic"/>
              </a:defRPr>
            </a:defPPr>
            <a:lvl1pPr algn="r">
              <a:buNone/>
              <a:defRPr sz="1275" b="0">
                <a:solidFill>
                  <a:srgbClr val="586872"/>
                </a:solidFill>
                <a:latin typeface="IPAexGothic"/>
                <a:ea typeface="IPAexGothic"/>
                <a:cs typeface="IPAexGothic"/>
              </a:defRPr>
            </a:lvl1pPr>
            <a:lvl2pPr algn="r">
              <a:buNone/>
              <a:defRPr sz="1275" b="0">
                <a:solidFill>
                  <a:srgbClr val="586872"/>
                </a:solidFill>
                <a:latin typeface="IPAexGothic"/>
                <a:ea typeface="IPAexGothic"/>
                <a:cs typeface="IPAexGothic"/>
              </a:defRPr>
            </a:lvl2pPr>
            <a:lvl3pPr algn="r">
              <a:buNone/>
              <a:defRPr sz="1275" b="0">
                <a:solidFill>
                  <a:srgbClr val="586872"/>
                </a:solidFill>
                <a:latin typeface="IPAexGothic"/>
                <a:ea typeface="IPAexGothic"/>
                <a:cs typeface="IPAexGothic"/>
              </a:defRPr>
            </a:lvl3pPr>
            <a:lvl4pPr algn="r">
              <a:buNone/>
              <a:defRPr sz="1275" b="0">
                <a:solidFill>
                  <a:srgbClr val="586872"/>
                </a:solidFill>
                <a:latin typeface="IPAexGothic"/>
                <a:ea typeface="IPAexGothic"/>
                <a:cs typeface="IPAexGothic"/>
              </a:defRPr>
            </a:lvl4pPr>
            <a:lvl5pPr algn="r">
              <a:buNone/>
              <a:defRPr sz="1275" b="0">
                <a:solidFill>
                  <a:srgbClr val="586872"/>
                </a:solidFill>
                <a:latin typeface="IPAexGothic"/>
                <a:ea typeface="IPAexGothic"/>
                <a:cs typeface="IPAexGothic"/>
              </a:defRPr>
            </a:lvl5pPr>
            <a:lvl6pPr algn="r">
              <a:buNone/>
              <a:defRPr sz="1275" b="0">
                <a:solidFill>
                  <a:srgbClr val="586872"/>
                </a:solidFill>
                <a:latin typeface="IPAexGothic"/>
                <a:ea typeface="IPAexGothic"/>
                <a:cs typeface="IPAexGothic"/>
              </a:defRPr>
            </a:lvl6pPr>
            <a:lvl7pPr algn="r">
              <a:buNone/>
              <a:defRPr sz="1275" b="0">
                <a:solidFill>
                  <a:srgbClr val="586872"/>
                </a:solidFill>
                <a:latin typeface="IPAexGothic"/>
                <a:ea typeface="IPAexGothic"/>
                <a:cs typeface="IPAexGothic"/>
              </a:defRPr>
            </a:lvl7pPr>
            <a:lvl8pPr algn="r">
              <a:buNone/>
              <a:defRPr sz="1275" b="0">
                <a:solidFill>
                  <a:srgbClr val="586872"/>
                </a:solidFill>
                <a:latin typeface="IPAexGothic"/>
                <a:ea typeface="IPAexGothic"/>
                <a:cs typeface="IPAexGothic"/>
              </a:defRPr>
            </a:lvl8pPr>
            <a:lvl9pPr algn="r">
              <a:buNone/>
              <a:defRPr sz="1275" b="0">
                <a:solidFill>
                  <a:srgbClr val="586872"/>
                </a:solidFill>
                <a:latin typeface="IPAexGothic"/>
                <a:ea typeface="IPAexGothic"/>
                <a:cs typeface="IPAexGothic"/>
              </a:defRPr>
            </a:lvl9pPr>
          </a:lstStyle>
          <a:p xmlns:a="http://schemas.openxmlformats.org/drawingml/2006/main">
            <a:pPr algn="r">
              <a:buNone/>
              <a:defRPr sz="1275" b="0">
                <a:solidFill>
                  <a:srgbClr val="586872"/>
                </a:solidFill>
                <a:latin typeface="IPAexGothic"/>
                <a:ea typeface="IPAexGothic"/>
                <a:cs typeface="IPAexGothic"/>
              </a:defRPr>
            </a:pPr>
            <a:r>
              <a:rPr sz="1275" b="0">
                <a:solidFill>
                  <a:srgbClr val="586872"/>
                </a:solidFill>
                <a:latin typeface="IPAexGothic"/>
                <a:ea typeface="IPAexGothic"/>
                <a:cs typeface="IPAexGothic"/>
              </a:rPr>
              <a:t>36</a:t>
            </a:r>
          </a:p>
        </p:txBody>
      </p:sp>
      <p:sp>
        <p:nvSpPr>
          <p:cNvPr id="4" name="text-3">
            <a:extLst xmlns:a="http://schemas.openxmlformats.org/drawingml/2006/main">
              <a:ext uri="{FF2B5EF4-FFF2-40B4-BE49-F238E27FC236}">
                <a16:creationId xmlns:a16="http://schemas.microsoft.com/office/drawing/2014/main" id="{4AF6F085-010A-4377-A5D9-CCCD4962981D}"/>
              </a:ext>
            </a:extLst>
          </p:cNvPr>
          <p:cNvSpPr>
            <a:spLocks xmlns:a="http://schemas.openxmlformats.org/drawingml/2006/main" noGrp="1"/>
          </p:cNvSpPr>
          <p:nvPr/>
        </p:nvSpPr>
        <p:spPr>
          <a:xfrm xmlns:a="http://schemas.openxmlformats.org/drawingml/2006/main">
            <a:off x="619125" y="1762125"/>
            <a:ext cx="50958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236487"/>
                </a:solidFill>
                <a:latin typeface="IPAexGothic"/>
                <a:ea typeface="IPAexGothic"/>
                <a:cs typeface="IPAexGothic"/>
              </a:defRPr>
            </a:defPPr>
            <a:lvl1pPr algn="l">
              <a:buNone/>
              <a:defRPr sz="2325" b="1">
                <a:solidFill>
                  <a:srgbClr val="236487"/>
                </a:solidFill>
                <a:latin typeface="IPAexGothic"/>
                <a:ea typeface="IPAexGothic"/>
                <a:cs typeface="IPAexGothic"/>
              </a:defRPr>
            </a:lvl1pPr>
            <a:lvl2pPr algn="l">
              <a:buNone/>
              <a:defRPr sz="2325" b="1">
                <a:solidFill>
                  <a:srgbClr val="236487"/>
                </a:solidFill>
                <a:latin typeface="IPAexGothic"/>
                <a:ea typeface="IPAexGothic"/>
                <a:cs typeface="IPAexGothic"/>
              </a:defRPr>
            </a:lvl2pPr>
            <a:lvl3pPr algn="l">
              <a:buNone/>
              <a:defRPr sz="2325" b="1">
                <a:solidFill>
                  <a:srgbClr val="236487"/>
                </a:solidFill>
                <a:latin typeface="IPAexGothic"/>
                <a:ea typeface="IPAexGothic"/>
                <a:cs typeface="IPAexGothic"/>
              </a:defRPr>
            </a:lvl3pPr>
            <a:lvl4pPr algn="l">
              <a:buNone/>
              <a:defRPr sz="2325" b="1">
                <a:solidFill>
                  <a:srgbClr val="236487"/>
                </a:solidFill>
                <a:latin typeface="IPAexGothic"/>
                <a:ea typeface="IPAexGothic"/>
                <a:cs typeface="IPAexGothic"/>
              </a:defRPr>
            </a:lvl4pPr>
            <a:lvl5pPr algn="l">
              <a:buNone/>
              <a:defRPr sz="2325" b="1">
                <a:solidFill>
                  <a:srgbClr val="236487"/>
                </a:solidFill>
                <a:latin typeface="IPAexGothic"/>
                <a:ea typeface="IPAexGothic"/>
                <a:cs typeface="IPAexGothic"/>
              </a:defRPr>
            </a:lvl5pPr>
            <a:lvl6pPr algn="l">
              <a:buNone/>
              <a:defRPr sz="2325" b="1">
                <a:solidFill>
                  <a:srgbClr val="236487"/>
                </a:solidFill>
                <a:latin typeface="IPAexGothic"/>
                <a:ea typeface="IPAexGothic"/>
                <a:cs typeface="IPAexGothic"/>
              </a:defRPr>
            </a:lvl6pPr>
            <a:lvl7pPr algn="l">
              <a:buNone/>
              <a:defRPr sz="2325" b="1">
                <a:solidFill>
                  <a:srgbClr val="236487"/>
                </a:solidFill>
                <a:latin typeface="IPAexGothic"/>
                <a:ea typeface="IPAexGothic"/>
                <a:cs typeface="IPAexGothic"/>
              </a:defRPr>
            </a:lvl7pPr>
            <a:lvl8pPr algn="l">
              <a:buNone/>
              <a:defRPr sz="2325" b="1">
                <a:solidFill>
                  <a:srgbClr val="236487"/>
                </a:solidFill>
                <a:latin typeface="IPAexGothic"/>
                <a:ea typeface="IPAexGothic"/>
                <a:cs typeface="IPAexGothic"/>
              </a:defRPr>
            </a:lvl8pPr>
            <a:lvl9pPr algn="l">
              <a:buNone/>
              <a:defRPr sz="2325" b="1">
                <a:solidFill>
                  <a:srgbClr val="236487"/>
                </a:solidFill>
                <a:latin typeface="IPAexGothic"/>
                <a:ea typeface="IPAexGothic"/>
                <a:cs typeface="IPAexGothic"/>
              </a:defRPr>
            </a:lvl9pPr>
          </a:lstStyle>
          <a:p xmlns:a="http://schemas.openxmlformats.org/drawingml/2006/main">
            <a:pPr algn="l">
              <a:buNone/>
              <a:defRPr sz="2325" b="1">
                <a:solidFill>
                  <a:srgbClr val="236487"/>
                </a:solidFill>
                <a:latin typeface="IPAexGothic"/>
                <a:ea typeface="IPAexGothic"/>
                <a:cs typeface="IPAexGothic"/>
              </a:defRPr>
            </a:pPr>
            <a:r>
              <a:rPr sz="2325" b="1">
                <a:solidFill>
                  <a:srgbClr val="236487"/>
                </a:solidFill>
                <a:latin typeface="IPAexGothic"/>
                <a:ea typeface="IPAexGothic"/>
                <a:cs typeface="IPAexGothic"/>
              </a:rPr>
              <a:t>今回のモデル上の寄与</a:t>
            </a:r>
          </a:p>
        </p:txBody>
      </p:sp>
      <p:sp>
        <p:nvSpPr>
          <p:cNvPr id="5" name="text-4">
            <a:extLst xmlns:a="http://schemas.openxmlformats.org/drawingml/2006/main">
              <a:ext uri="{FF2B5EF4-FFF2-40B4-BE49-F238E27FC236}">
                <a16:creationId xmlns:a16="http://schemas.microsoft.com/office/drawing/2014/main" id="{4FC173B1-9FE9-4370-9AB7-EA430765D3C4}"/>
              </a:ext>
            </a:extLst>
          </p:cNvPr>
          <p:cNvSpPr>
            <a:spLocks xmlns:a="http://schemas.openxmlformats.org/drawingml/2006/main" noGrp="1"/>
          </p:cNvSpPr>
          <p:nvPr/>
        </p:nvSpPr>
        <p:spPr>
          <a:xfrm xmlns:a="http://schemas.openxmlformats.org/drawingml/2006/main">
            <a:off x="619125" y="2333625"/>
            <a:ext cx="5095875"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B3A"/>
                </a:solidFill>
                <a:latin typeface="IPAexGothic"/>
                <a:ea typeface="IPAexGothic"/>
                <a:cs typeface="IPAexGothic"/>
              </a:defRPr>
            </a:defPPr>
            <a:lvl1pPr algn="l">
              <a:buNone/>
              <a:defRPr sz="2025" b="0">
                <a:solidFill>
                  <a:srgbClr val="172B3A"/>
                </a:solidFill>
                <a:latin typeface="IPAexGothic"/>
                <a:ea typeface="IPAexGothic"/>
                <a:cs typeface="IPAexGothic"/>
              </a:defRPr>
            </a:lvl1pPr>
            <a:lvl2pPr algn="l">
              <a:buNone/>
              <a:defRPr sz="2025" b="0">
                <a:solidFill>
                  <a:srgbClr val="172B3A"/>
                </a:solidFill>
                <a:latin typeface="IPAexGothic"/>
                <a:ea typeface="IPAexGothic"/>
                <a:cs typeface="IPAexGothic"/>
              </a:defRPr>
            </a:lvl2pPr>
            <a:lvl3pPr algn="l">
              <a:buNone/>
              <a:defRPr sz="2025" b="0">
                <a:solidFill>
                  <a:srgbClr val="172B3A"/>
                </a:solidFill>
                <a:latin typeface="IPAexGothic"/>
                <a:ea typeface="IPAexGothic"/>
                <a:cs typeface="IPAexGothic"/>
              </a:defRPr>
            </a:lvl3pPr>
            <a:lvl4pPr algn="l">
              <a:buNone/>
              <a:defRPr sz="2025" b="0">
                <a:solidFill>
                  <a:srgbClr val="172B3A"/>
                </a:solidFill>
                <a:latin typeface="IPAexGothic"/>
                <a:ea typeface="IPAexGothic"/>
                <a:cs typeface="IPAexGothic"/>
              </a:defRPr>
            </a:lvl4pPr>
            <a:lvl5pPr algn="l">
              <a:buNone/>
              <a:defRPr sz="2025" b="0">
                <a:solidFill>
                  <a:srgbClr val="172B3A"/>
                </a:solidFill>
                <a:latin typeface="IPAexGothic"/>
                <a:ea typeface="IPAexGothic"/>
                <a:cs typeface="IPAexGothic"/>
              </a:defRPr>
            </a:lvl5pPr>
            <a:lvl6pPr algn="l">
              <a:buNone/>
              <a:defRPr sz="2025" b="0">
                <a:solidFill>
                  <a:srgbClr val="172B3A"/>
                </a:solidFill>
                <a:latin typeface="IPAexGothic"/>
                <a:ea typeface="IPAexGothic"/>
                <a:cs typeface="IPAexGothic"/>
              </a:defRPr>
            </a:lvl6pPr>
            <a:lvl7pPr algn="l">
              <a:buNone/>
              <a:defRPr sz="2025" b="0">
                <a:solidFill>
                  <a:srgbClr val="172B3A"/>
                </a:solidFill>
                <a:latin typeface="IPAexGothic"/>
                <a:ea typeface="IPAexGothic"/>
                <a:cs typeface="IPAexGothic"/>
              </a:defRPr>
            </a:lvl7pPr>
            <a:lvl8pPr algn="l">
              <a:buNone/>
              <a:defRPr sz="2025" b="0">
                <a:solidFill>
                  <a:srgbClr val="172B3A"/>
                </a:solidFill>
                <a:latin typeface="IPAexGothic"/>
                <a:ea typeface="IPAexGothic"/>
                <a:cs typeface="IPAexGothic"/>
              </a:defRPr>
            </a:lvl8pPr>
            <a:lvl9pPr algn="l">
              <a:buNone/>
              <a:defRPr sz="2025" b="0">
                <a:solidFill>
                  <a:srgbClr val="172B3A"/>
                </a:solidFill>
                <a:latin typeface="IPAexGothic"/>
                <a:ea typeface="IPAexGothic"/>
                <a:cs typeface="IPAexGothic"/>
              </a:defRPr>
            </a:lvl9pPr>
          </a:lstStyle>
          <a:p xmlns:a="http://schemas.openxmlformats.org/drawingml/2006/main">
            <a:pPr algn="l">
              <a:buNone/>
              <a:defRPr sz="2025" b="0">
                <a:solidFill>
                  <a:srgbClr val="172B3A"/>
                </a:solidFill>
                <a:latin typeface="IPAexGothic"/>
                <a:ea typeface="IPAexGothic"/>
                <a:cs typeface="IPAexGothic"/>
              </a:defRPr>
            </a:pPr>
            <a:r>
              <a:rPr sz="2025" b="0">
                <a:solidFill>
                  <a:srgbClr val="172B3A"/>
                </a:solidFill>
                <a:latin typeface="IPAexGothic"/>
                <a:ea typeface="IPAexGothic"/>
                <a:cs typeface="IPAexGothic"/>
              </a:rPr>
              <a:t>W000の入力［1,0.08,0,0］</a:t>
            </a:r>
          </a:p>
          <a:p xmlns:a="http://schemas.openxmlformats.org/drawingml/2006/main">
            <a:r>
              <a:t/>
            </a:r>
          </a:p>
          <a:p xmlns:a="http://schemas.openxmlformats.org/drawingml/2006/main">
            <a:pPr algn="l">
              <a:buNone/>
              <a:defRPr sz="2025" b="0">
                <a:solidFill>
                  <a:srgbClr val="172B3A"/>
                </a:solidFill>
                <a:latin typeface="IPAexGothic"/>
                <a:ea typeface="IPAexGothic"/>
                <a:cs typeface="IPAexGothic"/>
              </a:defRPr>
            </a:pPr>
            <a:r>
              <a:rPr sz="2025" b="0">
                <a:solidFill>
                  <a:srgbClr val="172B3A"/>
                </a:solidFill>
                <a:latin typeface="IPAexGothic"/>
                <a:ea typeface="IPAexGothic"/>
                <a:cs typeface="IPAexGothic"/>
              </a:rPr>
              <a:t>架空の係数（判定値0以上で異常）</a:t>
            </a:r>
          </a:p>
          <a:p xmlns:a="http://schemas.openxmlformats.org/drawingml/2006/main">
            <a:pPr algn="l">
              <a:buNone/>
              <a:defRPr sz="2025" b="0">
                <a:solidFill>
                  <a:srgbClr val="172B3A"/>
                </a:solidFill>
                <a:latin typeface="IPAexGothic"/>
                <a:ea typeface="IPAexGothic"/>
                <a:cs typeface="IPAexGothic"/>
              </a:defRPr>
            </a:pPr>
            <a:r>
              <a:rPr sz="2025" b="0">
                <a:solidFill>
                  <a:srgbClr val="172B3A"/>
                </a:solidFill>
                <a:latin typeface="IPAexGothic"/>
                <a:ea typeface="IPAexGothic"/>
                <a:cs typeface="IPAexGothic"/>
              </a:rPr>
              <a:t>判定値＝−1＋1.2x1−2x2</a:t>
            </a:r>
          </a:p>
          <a:p xmlns:a="http://schemas.openxmlformats.org/drawingml/2006/main">
            <a:r>
              <a:t>　　　　　−0.5x3−x4</a:t>
            </a:r>
          </a:p>
          <a:p xmlns:a="http://schemas.openxmlformats.org/drawingml/2006/main">
            <a:pPr algn="l">
              <a:buNone/>
              <a:defRPr sz="2025" b="0">
                <a:solidFill>
                  <a:srgbClr val="172B3A"/>
                </a:solidFill>
                <a:latin typeface="IPAexGothic"/>
                <a:ea typeface="IPAexGothic"/>
                <a:cs typeface="IPAexGothic"/>
              </a:defRPr>
            </a:pPr>
            <a:r>
              <a:rPr sz="2025" b="0">
                <a:solidFill>
                  <a:srgbClr val="172B3A"/>
                </a:solidFill>
                <a:latin typeface="IPAexGothic"/>
                <a:ea typeface="IPAexGothic"/>
                <a:cs typeface="IPAexGothic"/>
              </a:rPr>
              <a:t>寄与は＋1.2、−0.16、0、0</a:t>
            </a:r>
          </a:p>
          <a:p xmlns:a="http://schemas.openxmlformats.org/drawingml/2006/main">
            <a:pPr algn="l">
              <a:buNone/>
              <a:defRPr sz="2025" b="0">
                <a:solidFill>
                  <a:srgbClr val="172B3A"/>
                </a:solidFill>
                <a:latin typeface="IPAexGothic"/>
                <a:ea typeface="IPAexGothic"/>
                <a:cs typeface="IPAexGothic"/>
              </a:defRPr>
            </a:pPr>
            <a:r>
              <a:rPr sz="2025" b="0">
                <a:solidFill>
                  <a:srgbClr val="172B3A"/>
                </a:solidFill>
                <a:latin typeface="IPAexGothic"/>
                <a:ea typeface="IPAexGothic"/>
                <a:cs typeface="IPAexGothic"/>
              </a:rPr>
              <a:t>合計0.04なので異常側と判定</a:t>
            </a:r>
          </a:p>
        </p:txBody>
      </p:sp>
      <p:sp>
        <p:nvSpPr>
          <p:cNvPr id="6" name="text-5">
            <a:extLst xmlns:a="http://schemas.openxmlformats.org/drawingml/2006/main">
              <a:ext uri="{FF2B5EF4-FFF2-40B4-BE49-F238E27FC236}">
                <a16:creationId xmlns:a16="http://schemas.microsoft.com/office/drawing/2014/main" id="{9E063A91-47EE-4C61-B07C-B97C407B91CB}"/>
              </a:ext>
            </a:extLst>
          </p:cNvPr>
          <p:cNvSpPr>
            <a:spLocks xmlns:a="http://schemas.openxmlformats.org/drawingml/2006/main" noGrp="1"/>
          </p:cNvSpPr>
          <p:nvPr/>
        </p:nvSpPr>
        <p:spPr>
          <a:xfrm xmlns:a="http://schemas.openxmlformats.org/drawingml/2006/main">
            <a:off x="6477000" y="1762125"/>
            <a:ext cx="50958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247C76"/>
                </a:solidFill>
                <a:latin typeface="IPAexGothic"/>
                <a:ea typeface="IPAexGothic"/>
                <a:cs typeface="IPAexGothic"/>
              </a:defRPr>
            </a:defPPr>
            <a:lvl1pPr algn="l">
              <a:buNone/>
              <a:defRPr sz="2325" b="1">
                <a:solidFill>
                  <a:srgbClr val="247C76"/>
                </a:solidFill>
                <a:latin typeface="IPAexGothic"/>
                <a:ea typeface="IPAexGothic"/>
                <a:cs typeface="IPAexGothic"/>
              </a:defRPr>
            </a:lvl1pPr>
            <a:lvl2pPr algn="l">
              <a:buNone/>
              <a:defRPr sz="2325" b="1">
                <a:solidFill>
                  <a:srgbClr val="247C76"/>
                </a:solidFill>
                <a:latin typeface="IPAexGothic"/>
                <a:ea typeface="IPAexGothic"/>
                <a:cs typeface="IPAexGothic"/>
              </a:defRPr>
            </a:lvl2pPr>
            <a:lvl3pPr algn="l">
              <a:buNone/>
              <a:defRPr sz="2325" b="1">
                <a:solidFill>
                  <a:srgbClr val="247C76"/>
                </a:solidFill>
                <a:latin typeface="IPAexGothic"/>
                <a:ea typeface="IPAexGothic"/>
                <a:cs typeface="IPAexGothic"/>
              </a:defRPr>
            </a:lvl3pPr>
            <a:lvl4pPr algn="l">
              <a:buNone/>
              <a:defRPr sz="2325" b="1">
                <a:solidFill>
                  <a:srgbClr val="247C76"/>
                </a:solidFill>
                <a:latin typeface="IPAexGothic"/>
                <a:ea typeface="IPAexGothic"/>
                <a:cs typeface="IPAexGothic"/>
              </a:defRPr>
            </a:lvl4pPr>
            <a:lvl5pPr algn="l">
              <a:buNone/>
              <a:defRPr sz="2325" b="1">
                <a:solidFill>
                  <a:srgbClr val="247C76"/>
                </a:solidFill>
                <a:latin typeface="IPAexGothic"/>
                <a:ea typeface="IPAexGothic"/>
                <a:cs typeface="IPAexGothic"/>
              </a:defRPr>
            </a:lvl5pPr>
            <a:lvl6pPr algn="l">
              <a:buNone/>
              <a:defRPr sz="2325" b="1">
                <a:solidFill>
                  <a:srgbClr val="247C76"/>
                </a:solidFill>
                <a:latin typeface="IPAexGothic"/>
                <a:ea typeface="IPAexGothic"/>
                <a:cs typeface="IPAexGothic"/>
              </a:defRPr>
            </a:lvl6pPr>
            <a:lvl7pPr algn="l">
              <a:buNone/>
              <a:defRPr sz="2325" b="1">
                <a:solidFill>
                  <a:srgbClr val="247C76"/>
                </a:solidFill>
                <a:latin typeface="IPAexGothic"/>
                <a:ea typeface="IPAexGothic"/>
                <a:cs typeface="IPAexGothic"/>
              </a:defRPr>
            </a:lvl7pPr>
            <a:lvl8pPr algn="l">
              <a:buNone/>
              <a:defRPr sz="2325" b="1">
                <a:solidFill>
                  <a:srgbClr val="247C76"/>
                </a:solidFill>
                <a:latin typeface="IPAexGothic"/>
                <a:ea typeface="IPAexGothic"/>
                <a:cs typeface="IPAexGothic"/>
              </a:defRPr>
            </a:lvl8pPr>
            <a:lvl9pPr algn="l">
              <a:buNone/>
              <a:defRPr sz="2325" b="1">
                <a:solidFill>
                  <a:srgbClr val="247C76"/>
                </a:solidFill>
                <a:latin typeface="IPAexGothic"/>
                <a:ea typeface="IPAexGothic"/>
                <a:cs typeface="IPAexGothic"/>
              </a:defRPr>
            </a:lvl9pPr>
          </a:lstStyle>
          <a:p xmlns:a="http://schemas.openxmlformats.org/drawingml/2006/main">
            <a:pPr algn="l">
              <a:buNone/>
              <a:defRPr sz="2325" b="1">
                <a:solidFill>
                  <a:srgbClr val="247C76"/>
                </a:solidFill>
                <a:latin typeface="IPAexGothic"/>
                <a:ea typeface="IPAexGothic"/>
                <a:cs typeface="IPAexGothic"/>
              </a:defRPr>
            </a:pPr>
            <a:r>
              <a:rPr sz="2325" b="1">
                <a:solidFill>
                  <a:srgbClr val="247C76"/>
                </a:solidFill>
                <a:latin typeface="IPAexGothic"/>
                <a:ea typeface="IPAexGothic"/>
                <a:cs typeface="IPAexGothic"/>
              </a:rPr>
              <a:t>同じパターン版の過去の関連</a:t>
            </a:r>
          </a:p>
        </p:txBody>
      </p:sp>
      <p:sp>
        <p:nvSpPr>
          <p:cNvPr id="7" name="text-6">
            <a:extLst xmlns:a="http://schemas.openxmlformats.org/drawingml/2006/main">
              <a:ext uri="{FF2B5EF4-FFF2-40B4-BE49-F238E27FC236}">
                <a16:creationId xmlns:a16="http://schemas.microsoft.com/office/drawing/2014/main" id="{F40101DB-2966-4F5A-A2C8-C14CBE1764C5}"/>
              </a:ext>
            </a:extLst>
          </p:cNvPr>
          <p:cNvSpPr>
            <a:spLocks xmlns:a="http://schemas.openxmlformats.org/drawingml/2006/main" noGrp="1"/>
          </p:cNvSpPr>
          <p:nvPr/>
        </p:nvSpPr>
        <p:spPr>
          <a:xfrm xmlns:a="http://schemas.openxmlformats.org/drawingml/2006/main">
            <a:off x="6477000" y="2333625"/>
            <a:ext cx="5095875"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B3A"/>
                </a:solidFill>
                <a:latin typeface="IPAexGothic"/>
                <a:ea typeface="IPAexGothic"/>
                <a:cs typeface="IPAexGothic"/>
              </a:defRPr>
            </a:defPPr>
            <a:lvl1pPr algn="l">
              <a:buNone/>
              <a:defRPr sz="2025" b="0">
                <a:solidFill>
                  <a:srgbClr val="172B3A"/>
                </a:solidFill>
                <a:latin typeface="IPAexGothic"/>
                <a:ea typeface="IPAexGothic"/>
                <a:cs typeface="IPAexGothic"/>
              </a:defRPr>
            </a:lvl1pPr>
            <a:lvl2pPr algn="l">
              <a:buNone/>
              <a:defRPr sz="2025" b="0">
                <a:solidFill>
                  <a:srgbClr val="172B3A"/>
                </a:solidFill>
                <a:latin typeface="IPAexGothic"/>
                <a:ea typeface="IPAexGothic"/>
                <a:cs typeface="IPAexGothic"/>
              </a:defRPr>
            </a:lvl2pPr>
            <a:lvl3pPr algn="l">
              <a:buNone/>
              <a:defRPr sz="2025" b="0">
                <a:solidFill>
                  <a:srgbClr val="172B3A"/>
                </a:solidFill>
                <a:latin typeface="IPAexGothic"/>
                <a:ea typeface="IPAexGothic"/>
                <a:cs typeface="IPAexGothic"/>
              </a:defRPr>
            </a:lvl3pPr>
            <a:lvl4pPr algn="l">
              <a:buNone/>
              <a:defRPr sz="2025" b="0">
                <a:solidFill>
                  <a:srgbClr val="172B3A"/>
                </a:solidFill>
                <a:latin typeface="IPAexGothic"/>
                <a:ea typeface="IPAexGothic"/>
                <a:cs typeface="IPAexGothic"/>
              </a:defRPr>
            </a:lvl4pPr>
            <a:lvl5pPr algn="l">
              <a:buNone/>
              <a:defRPr sz="2025" b="0">
                <a:solidFill>
                  <a:srgbClr val="172B3A"/>
                </a:solidFill>
                <a:latin typeface="IPAexGothic"/>
                <a:ea typeface="IPAexGothic"/>
                <a:cs typeface="IPAexGothic"/>
              </a:defRPr>
            </a:lvl5pPr>
            <a:lvl6pPr algn="l">
              <a:buNone/>
              <a:defRPr sz="2025" b="0">
                <a:solidFill>
                  <a:srgbClr val="172B3A"/>
                </a:solidFill>
                <a:latin typeface="IPAexGothic"/>
                <a:ea typeface="IPAexGothic"/>
                <a:cs typeface="IPAexGothic"/>
              </a:defRPr>
            </a:lvl6pPr>
            <a:lvl7pPr algn="l">
              <a:buNone/>
              <a:defRPr sz="2025" b="0">
                <a:solidFill>
                  <a:srgbClr val="172B3A"/>
                </a:solidFill>
                <a:latin typeface="IPAexGothic"/>
                <a:ea typeface="IPAexGothic"/>
                <a:cs typeface="IPAexGothic"/>
              </a:defRPr>
            </a:lvl7pPr>
            <a:lvl8pPr algn="l">
              <a:buNone/>
              <a:defRPr sz="2025" b="0">
                <a:solidFill>
                  <a:srgbClr val="172B3A"/>
                </a:solidFill>
                <a:latin typeface="IPAexGothic"/>
                <a:ea typeface="IPAexGothic"/>
                <a:cs typeface="IPAexGothic"/>
              </a:defRPr>
            </a:lvl8pPr>
            <a:lvl9pPr algn="l">
              <a:buNone/>
              <a:defRPr sz="2025" b="0">
                <a:solidFill>
                  <a:srgbClr val="172B3A"/>
                </a:solidFill>
                <a:latin typeface="IPAexGothic"/>
                <a:ea typeface="IPAexGothic"/>
                <a:cs typeface="IPAexGothic"/>
              </a:defRPr>
            </a:lvl9pPr>
          </a:lstStyle>
          <a:p xmlns:a="http://schemas.openxmlformats.org/drawingml/2006/main">
            <a:pPr algn="l">
              <a:buNone/>
              <a:defRPr sz="2025" b="0">
                <a:solidFill>
                  <a:srgbClr val="172B3A"/>
                </a:solidFill>
                <a:latin typeface="IPAexGothic"/>
                <a:ea typeface="IPAexGothic"/>
                <a:cs typeface="IPAexGothic"/>
              </a:defRPr>
            </a:pPr>
            <a:r>
              <a:rPr sz="2025" b="0">
                <a:solidFill>
                  <a:srgbClr val="172B3A"/>
                </a:solidFill>
                <a:latin typeface="IPAexGothic"/>
                <a:ea typeface="IPAexGothic"/>
                <a:cs typeface="IPAexGothic"/>
              </a:rPr>
              <a:t>別期間の架空の観測集合</a:t>
            </a:r>
          </a:p>
          <a:p xmlns:a="http://schemas.openxmlformats.org/drawingml/2006/main">
            <a:r>
              <a:t/>
            </a:r>
          </a:p>
          <a:p xmlns:a="http://schemas.openxmlformats.org/drawingml/2006/main">
            <a:pPr algn="l">
              <a:buNone/>
              <a:defRPr sz="2025" b="0">
                <a:solidFill>
                  <a:srgbClr val="172B3A"/>
                </a:solidFill>
                <a:latin typeface="IPAexGothic"/>
                <a:ea typeface="IPAexGothic"/>
                <a:cs typeface="IPAexGothic"/>
              </a:defRPr>
            </a:pPr>
            <a:r>
              <a:rPr sz="2025" b="0">
                <a:solidFill>
                  <a:srgbClr val="172B3A"/>
                </a:solidFill>
                <a:latin typeface="IPAexGothic"/>
                <a:ea typeface="IPAexGothic"/>
                <a:cs typeface="IPAexGothic"/>
              </a:rPr>
              <a:t>正常1,000窓中40窓にP001</a:t>
            </a:r>
          </a:p>
          <a:p xmlns:a="http://schemas.openxmlformats.org/drawingml/2006/main">
            <a:pPr algn="l">
              <a:buNone/>
              <a:defRPr sz="2025" b="0">
                <a:solidFill>
                  <a:srgbClr val="172B3A"/>
                </a:solidFill>
                <a:latin typeface="IPAexGothic"/>
                <a:ea typeface="IPAexGothic"/>
                <a:cs typeface="IPAexGothic"/>
              </a:defRPr>
            </a:pPr>
            <a:r>
              <a:rPr sz="2025" b="0">
                <a:solidFill>
                  <a:srgbClr val="172B3A"/>
                </a:solidFill>
                <a:latin typeface="IPAexGothic"/>
                <a:ea typeface="IPAexGothic"/>
                <a:cs typeface="IPAexGothic"/>
              </a:rPr>
              <a:t>異常200窓中120窓にP001</a:t>
            </a:r>
          </a:p>
          <a:p xmlns:a="http://schemas.openxmlformats.org/drawingml/2006/main">
            <a:r>
              <a:t/>
            </a:r>
          </a:p>
          <a:p xmlns:a="http://schemas.openxmlformats.org/drawingml/2006/main">
            <a:pPr algn="l">
              <a:buNone/>
              <a:defRPr sz="2025" b="0">
                <a:solidFill>
                  <a:srgbClr val="172B3A"/>
                </a:solidFill>
                <a:latin typeface="IPAexGothic"/>
                <a:ea typeface="IPAexGothic"/>
                <a:cs typeface="IPAexGothic"/>
              </a:defRPr>
            </a:pPr>
            <a:r>
              <a:rPr sz="2025" b="0">
                <a:solidFill>
                  <a:srgbClr val="172B3A"/>
                </a:solidFill>
                <a:latin typeface="IPAexGothic"/>
                <a:ea typeface="IPAexGothic"/>
                <a:cs typeface="IPAexGothic"/>
              </a:rPr>
              <a:t>対応する窓の割合は4％と60％</a:t>
            </a:r>
          </a:p>
          <a:p xmlns:a="http://schemas.openxmlformats.org/drawingml/2006/main">
            <a:pPr algn="l">
              <a:buNone/>
              <a:defRPr sz="2025" b="0">
                <a:solidFill>
                  <a:srgbClr val="172B3A"/>
                </a:solidFill>
                <a:latin typeface="IPAexGothic"/>
                <a:ea typeface="IPAexGothic"/>
                <a:cs typeface="IPAexGothic"/>
              </a:defRPr>
            </a:pPr>
            <a:r>
              <a:rPr sz="2025" b="0">
                <a:solidFill>
                  <a:srgbClr val="172B3A"/>
                </a:solidFill>
                <a:latin typeface="IPAexGothic"/>
                <a:ea typeface="IPAexGothic"/>
                <a:cs typeface="IPAexGothic"/>
              </a:rPr>
              <a:t>出現回数とは別。対象期間も示す。</a:t>
            </a:r>
          </a:p>
        </p:txBody>
      </p:sp>
      <p:sp>
        <p:nvSpPr>
          <p:cNvPr id="8" name="text-7">
            <a:extLst xmlns:a="http://schemas.openxmlformats.org/drawingml/2006/main">
              <a:ext uri="{FF2B5EF4-FFF2-40B4-BE49-F238E27FC236}">
                <a16:creationId xmlns:a16="http://schemas.microsoft.com/office/drawing/2014/main" id="{9FB2EF71-999A-45AA-8EEE-4B5FA7DBAC76}"/>
              </a:ext>
            </a:extLst>
          </p:cNvPr>
          <p:cNvSpPr>
            <a:spLocks xmlns:a="http://schemas.openxmlformats.org/drawingml/2006/main" noGrp="1"/>
          </p:cNvSpPr>
          <p:nvPr/>
        </p:nvSpPr>
        <p:spPr>
          <a:xfrm xmlns:a="http://schemas.openxmlformats.org/drawingml/2006/main">
            <a:off x="609600" y="5953125"/>
            <a:ext cx="10906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86872"/>
                </a:solidFill>
                <a:latin typeface="IPAexGothic"/>
                <a:ea typeface="IPAexGothic"/>
                <a:cs typeface="IPAexGothic"/>
              </a:defRPr>
            </a:defPPr>
            <a:lvl1pPr algn="l">
              <a:buNone/>
              <a:defRPr sz="1575" b="0">
                <a:solidFill>
                  <a:srgbClr val="586872"/>
                </a:solidFill>
                <a:latin typeface="IPAexGothic"/>
                <a:ea typeface="IPAexGothic"/>
                <a:cs typeface="IPAexGothic"/>
              </a:defRPr>
            </a:lvl1pPr>
            <a:lvl2pPr algn="l">
              <a:buNone/>
              <a:defRPr sz="1575" b="0">
                <a:solidFill>
                  <a:srgbClr val="586872"/>
                </a:solidFill>
                <a:latin typeface="IPAexGothic"/>
                <a:ea typeface="IPAexGothic"/>
                <a:cs typeface="IPAexGothic"/>
              </a:defRPr>
            </a:lvl2pPr>
            <a:lvl3pPr algn="l">
              <a:buNone/>
              <a:defRPr sz="1575" b="0">
                <a:solidFill>
                  <a:srgbClr val="586872"/>
                </a:solidFill>
                <a:latin typeface="IPAexGothic"/>
                <a:ea typeface="IPAexGothic"/>
                <a:cs typeface="IPAexGothic"/>
              </a:defRPr>
            </a:lvl3pPr>
            <a:lvl4pPr algn="l">
              <a:buNone/>
              <a:defRPr sz="1575" b="0">
                <a:solidFill>
                  <a:srgbClr val="586872"/>
                </a:solidFill>
                <a:latin typeface="IPAexGothic"/>
                <a:ea typeface="IPAexGothic"/>
                <a:cs typeface="IPAexGothic"/>
              </a:defRPr>
            </a:lvl4pPr>
            <a:lvl5pPr algn="l">
              <a:buNone/>
              <a:defRPr sz="1575" b="0">
                <a:solidFill>
                  <a:srgbClr val="586872"/>
                </a:solidFill>
                <a:latin typeface="IPAexGothic"/>
                <a:ea typeface="IPAexGothic"/>
                <a:cs typeface="IPAexGothic"/>
              </a:defRPr>
            </a:lvl5pPr>
            <a:lvl6pPr algn="l">
              <a:buNone/>
              <a:defRPr sz="1575" b="0">
                <a:solidFill>
                  <a:srgbClr val="586872"/>
                </a:solidFill>
                <a:latin typeface="IPAexGothic"/>
                <a:ea typeface="IPAexGothic"/>
                <a:cs typeface="IPAexGothic"/>
              </a:defRPr>
            </a:lvl6pPr>
            <a:lvl7pPr algn="l">
              <a:buNone/>
              <a:defRPr sz="1575" b="0">
                <a:solidFill>
                  <a:srgbClr val="586872"/>
                </a:solidFill>
                <a:latin typeface="IPAexGothic"/>
                <a:ea typeface="IPAexGothic"/>
                <a:cs typeface="IPAexGothic"/>
              </a:defRPr>
            </a:lvl7pPr>
            <a:lvl8pPr algn="l">
              <a:buNone/>
              <a:defRPr sz="1575" b="0">
                <a:solidFill>
                  <a:srgbClr val="586872"/>
                </a:solidFill>
                <a:latin typeface="IPAexGothic"/>
                <a:ea typeface="IPAexGothic"/>
                <a:cs typeface="IPAexGothic"/>
              </a:defRPr>
            </a:lvl8pPr>
            <a:lvl9pPr algn="l">
              <a:buNone/>
              <a:defRPr sz="1575" b="0">
                <a:solidFill>
                  <a:srgbClr val="586872"/>
                </a:solidFill>
                <a:latin typeface="IPAexGothic"/>
                <a:ea typeface="IPAexGothic"/>
                <a:cs typeface="IPAexGothic"/>
              </a:defRPr>
            </a:lvl9pPr>
          </a:lstStyle>
          <a:p xmlns:a="http://schemas.openxmlformats.org/drawingml/2006/main">
            <a:pPr algn="l">
              <a:buNone/>
              <a:defRPr sz="1575" b="0">
                <a:solidFill>
                  <a:srgbClr val="586872"/>
                </a:solidFill>
                <a:latin typeface="IPAexGothic"/>
                <a:ea typeface="IPAexGothic"/>
                <a:cs typeface="IPAexGothic"/>
              </a:defRPr>
            </a:pPr>
            <a:r>
              <a:rPr sz="1575" b="0">
                <a:solidFill>
                  <a:srgbClr val="586872"/>
                </a:solidFill>
                <a:latin typeface="IPAexGothic"/>
                <a:ea typeface="IPAexGothic"/>
                <a:cs typeface="IPAexGothic"/>
              </a:rPr>
              <a:t>係数・距離・件数は架空で学習結果ではない。信頼区間は未算出。関連は原因の証明ではない</a:t>
            </a:r>
          </a:p>
        </p:txBody>
      </p:sp>
    </p:spTree>
    <p:extLst>
      <p:ext uri="{BB962C8B-B14F-4D97-AF65-F5344CB8AC3E}">
        <p14:creationId xmlns:p14="http://schemas.microsoft.com/office/powerpoint/2010/main" val="571293390"/>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headline">
            <a:extLst xmlns:a="http://schemas.openxmlformats.org/drawingml/2006/main">
              <a:ext uri="{FF2B5EF4-FFF2-40B4-BE49-F238E27FC236}">
                <a16:creationId xmlns:a16="http://schemas.microsoft.com/office/drawing/2014/main" id="{FF9DC1A1-2DA3-4E6A-AC3C-EB92B71C9BBE}"/>
              </a:ext>
            </a:extLst>
          </p:cNvPr>
          <p:cNvSpPr>
            <a:spLocks xmlns:a="http://schemas.openxmlformats.org/drawingml/2006/main" noGrp="1"/>
          </p:cNvSpPr>
          <p:nvPr/>
        </p:nvSpPr>
        <p:spPr>
          <a:xfrm xmlns:a="http://schemas.openxmlformats.org/drawingml/2006/main">
            <a:off x="590550" y="333375"/>
            <a:ext cx="1095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2B3A"/>
                </a:solidFill>
                <a:latin typeface="IPAexGothic"/>
                <a:ea typeface="IPAexGothic"/>
                <a:cs typeface="IPAexGothic"/>
              </a:defRPr>
            </a:defPPr>
            <a:lvl1pPr algn="l">
              <a:buNone/>
              <a:defRPr sz="3300" b="1">
                <a:solidFill>
                  <a:srgbClr val="172B3A"/>
                </a:solidFill>
                <a:latin typeface="IPAexGothic"/>
                <a:ea typeface="IPAexGothic"/>
                <a:cs typeface="IPAexGothic"/>
              </a:defRPr>
            </a:lvl1pPr>
            <a:lvl2pPr algn="l">
              <a:buNone/>
              <a:defRPr sz="3300" b="1">
                <a:solidFill>
                  <a:srgbClr val="172B3A"/>
                </a:solidFill>
                <a:latin typeface="IPAexGothic"/>
                <a:ea typeface="IPAexGothic"/>
                <a:cs typeface="IPAexGothic"/>
              </a:defRPr>
            </a:lvl2pPr>
            <a:lvl3pPr algn="l">
              <a:buNone/>
              <a:defRPr sz="3300" b="1">
                <a:solidFill>
                  <a:srgbClr val="172B3A"/>
                </a:solidFill>
                <a:latin typeface="IPAexGothic"/>
                <a:ea typeface="IPAexGothic"/>
                <a:cs typeface="IPAexGothic"/>
              </a:defRPr>
            </a:lvl3pPr>
            <a:lvl4pPr algn="l">
              <a:buNone/>
              <a:defRPr sz="3300" b="1">
                <a:solidFill>
                  <a:srgbClr val="172B3A"/>
                </a:solidFill>
                <a:latin typeface="IPAexGothic"/>
                <a:ea typeface="IPAexGothic"/>
                <a:cs typeface="IPAexGothic"/>
              </a:defRPr>
            </a:lvl4pPr>
            <a:lvl5pPr algn="l">
              <a:buNone/>
              <a:defRPr sz="3300" b="1">
                <a:solidFill>
                  <a:srgbClr val="172B3A"/>
                </a:solidFill>
                <a:latin typeface="IPAexGothic"/>
                <a:ea typeface="IPAexGothic"/>
                <a:cs typeface="IPAexGothic"/>
              </a:defRPr>
            </a:lvl5pPr>
            <a:lvl6pPr algn="l">
              <a:buNone/>
              <a:defRPr sz="3300" b="1">
                <a:solidFill>
                  <a:srgbClr val="172B3A"/>
                </a:solidFill>
                <a:latin typeface="IPAexGothic"/>
                <a:ea typeface="IPAexGothic"/>
                <a:cs typeface="IPAexGothic"/>
              </a:defRPr>
            </a:lvl6pPr>
            <a:lvl7pPr algn="l">
              <a:buNone/>
              <a:defRPr sz="3300" b="1">
                <a:solidFill>
                  <a:srgbClr val="172B3A"/>
                </a:solidFill>
                <a:latin typeface="IPAexGothic"/>
                <a:ea typeface="IPAexGothic"/>
                <a:cs typeface="IPAexGothic"/>
              </a:defRPr>
            </a:lvl7pPr>
            <a:lvl8pPr algn="l">
              <a:buNone/>
              <a:defRPr sz="3300" b="1">
                <a:solidFill>
                  <a:srgbClr val="172B3A"/>
                </a:solidFill>
                <a:latin typeface="IPAexGothic"/>
                <a:ea typeface="IPAexGothic"/>
                <a:cs typeface="IPAexGothic"/>
              </a:defRPr>
            </a:lvl8pPr>
            <a:lvl9pPr algn="l">
              <a:buNone/>
              <a:defRPr sz="3300" b="1">
                <a:solidFill>
                  <a:srgbClr val="172B3A"/>
                </a:solidFill>
                <a:latin typeface="IPAexGothic"/>
                <a:ea typeface="IPAexGothic"/>
                <a:cs typeface="IPAexGothic"/>
              </a:defRPr>
            </a:lvl9pPr>
          </a:lstStyle>
          <a:p xmlns:a="http://schemas.openxmlformats.org/drawingml/2006/main">
            <a:pPr algn="l">
              <a:buNone/>
              <a:defRPr sz="3300" b="1">
                <a:solidFill>
                  <a:srgbClr val="172B3A"/>
                </a:solidFill>
                <a:latin typeface="IPAexGothic"/>
                <a:ea typeface="IPAexGothic"/>
                <a:cs typeface="IPAexGothic"/>
              </a:defRPr>
            </a:pPr>
            <a:r>
              <a:rPr sz="3300" b="1">
                <a:solidFill>
                  <a:srgbClr val="172B3A"/>
                </a:solidFill>
                <a:latin typeface="IPAexGothic"/>
                <a:ea typeface="IPAexGothic"/>
                <a:cs typeface="IPAexGothic"/>
              </a:rPr>
              <a:t>⑦ 統計情報の参照と説明の生成</a:t>
            </a:r>
          </a:p>
        </p:txBody>
      </p:sp>
      <p:sp>
        <p:nvSpPr>
          <p:cNvPr id="2" name="summary">
            <a:extLst xmlns:a="http://schemas.openxmlformats.org/drawingml/2006/main">
              <a:ext uri="{FF2B5EF4-FFF2-40B4-BE49-F238E27FC236}">
                <a16:creationId xmlns:a16="http://schemas.microsoft.com/office/drawing/2014/main" id="{9B787CB0-0767-44A9-887B-71681A1414FD}"/>
              </a:ext>
            </a:extLst>
          </p:cNvPr>
          <p:cNvSpPr>
            <a:spLocks xmlns:a="http://schemas.openxmlformats.org/drawingml/2006/main" noGrp="1"/>
          </p:cNvSpPr>
          <p:nvPr/>
        </p:nvSpPr>
        <p:spPr>
          <a:xfrm xmlns:a="http://schemas.openxmlformats.org/drawingml/2006/main">
            <a:off x="609600" y="1028700"/>
            <a:ext cx="10896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872"/>
                </a:solidFill>
                <a:latin typeface="IPAexGothic"/>
                <a:ea typeface="IPAexGothic"/>
                <a:cs typeface="IPAexGothic"/>
              </a:defRPr>
            </a:defPPr>
            <a:lvl1pPr algn="l">
              <a:buNone/>
              <a:defRPr sz="1800" b="0">
                <a:solidFill>
                  <a:srgbClr val="586872"/>
                </a:solidFill>
                <a:latin typeface="IPAexGothic"/>
                <a:ea typeface="IPAexGothic"/>
                <a:cs typeface="IPAexGothic"/>
              </a:defRPr>
            </a:lvl1pPr>
            <a:lvl2pPr algn="l">
              <a:buNone/>
              <a:defRPr sz="1800" b="0">
                <a:solidFill>
                  <a:srgbClr val="586872"/>
                </a:solidFill>
                <a:latin typeface="IPAexGothic"/>
                <a:ea typeface="IPAexGothic"/>
                <a:cs typeface="IPAexGothic"/>
              </a:defRPr>
            </a:lvl2pPr>
            <a:lvl3pPr algn="l">
              <a:buNone/>
              <a:defRPr sz="1800" b="0">
                <a:solidFill>
                  <a:srgbClr val="586872"/>
                </a:solidFill>
                <a:latin typeface="IPAexGothic"/>
                <a:ea typeface="IPAexGothic"/>
                <a:cs typeface="IPAexGothic"/>
              </a:defRPr>
            </a:lvl3pPr>
            <a:lvl4pPr algn="l">
              <a:buNone/>
              <a:defRPr sz="1800" b="0">
                <a:solidFill>
                  <a:srgbClr val="586872"/>
                </a:solidFill>
                <a:latin typeface="IPAexGothic"/>
                <a:ea typeface="IPAexGothic"/>
                <a:cs typeface="IPAexGothic"/>
              </a:defRPr>
            </a:lvl4pPr>
            <a:lvl5pPr algn="l">
              <a:buNone/>
              <a:defRPr sz="1800" b="0">
                <a:solidFill>
                  <a:srgbClr val="586872"/>
                </a:solidFill>
                <a:latin typeface="IPAexGothic"/>
                <a:ea typeface="IPAexGothic"/>
                <a:cs typeface="IPAexGothic"/>
              </a:defRPr>
            </a:lvl5pPr>
            <a:lvl6pPr algn="l">
              <a:buNone/>
              <a:defRPr sz="1800" b="0">
                <a:solidFill>
                  <a:srgbClr val="586872"/>
                </a:solidFill>
                <a:latin typeface="IPAexGothic"/>
                <a:ea typeface="IPAexGothic"/>
                <a:cs typeface="IPAexGothic"/>
              </a:defRPr>
            </a:lvl6pPr>
            <a:lvl7pPr algn="l">
              <a:buNone/>
              <a:defRPr sz="1800" b="0">
                <a:solidFill>
                  <a:srgbClr val="586872"/>
                </a:solidFill>
                <a:latin typeface="IPAexGothic"/>
                <a:ea typeface="IPAexGothic"/>
                <a:cs typeface="IPAexGothic"/>
              </a:defRPr>
            </a:lvl7pPr>
            <a:lvl8pPr algn="l">
              <a:buNone/>
              <a:defRPr sz="1800" b="0">
                <a:solidFill>
                  <a:srgbClr val="586872"/>
                </a:solidFill>
                <a:latin typeface="IPAexGothic"/>
                <a:ea typeface="IPAexGothic"/>
                <a:cs typeface="IPAexGothic"/>
              </a:defRPr>
            </a:lvl8pPr>
            <a:lvl9pPr algn="l">
              <a:buNone/>
              <a:defRPr sz="1800" b="0">
                <a:solidFill>
                  <a:srgbClr val="586872"/>
                </a:solidFill>
                <a:latin typeface="IPAexGothic"/>
                <a:ea typeface="IPAexGothic"/>
                <a:cs typeface="IPAexGothic"/>
              </a:defRPr>
            </a:lvl9pPr>
          </a:lstStyle>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推論に使った対応表からパターンの版を特定し、同じ版・条件に対応する統計を参照します。</a:t>
            </a:r>
          </a:p>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これにより、別の定義や別条件の統計を混ぜず、説明に使った根拠までたどれます。</a:t>
            </a:r>
          </a:p>
        </p:txBody>
      </p:sp>
      <p:graphicFrame>
        <p:nvGraphicFramePr>
          <p:cNvPr id="3" name="">
            <a:extLst xmlns:a="http://schemas.openxmlformats.org/drawingml/2006/main">
              <a:ext uri="{FF2B5EF4-FFF2-40B4-BE49-F238E27FC236}">
                <a16:creationId xmlns:a16="http://schemas.microsoft.com/office/drawing/2014/main" id="{B7A19D17-0F5C-47FA-8AD4-7F6FCAE2C12E}"/>
              </a:ext>
            </a:extLst>
          </p:cNvPr>
          <p:cNvGraphicFramePr/>
          <p:nvPr/>
        </p:nvGraphicFramePr>
        <p:xfrm>
          <a:off xmlns:a="http://schemas.openxmlformats.org/drawingml/2006/main" x="609600" y="1714500"/>
          <a:ext xmlns:a="http://schemas.openxmlformats.org/drawingml/2006/main" cx="10972800" cy="3476625"/>
        </p:xfrm>
        <a:graphic xmlns:a="http://schemas.openxmlformats.org/drawingml/2006/main">
          <a:graphicData uri="http://schemas.openxmlformats.org/drawingml/2006/table">
            <a:tbl>
              <a:tblPr firstRow="1" bandRow="0"/>
              <a:tblGrid>
                <a:gridCol w="3190875"/>
                <a:gridCol w="7781925"/>
              </a:tblGrid>
              <a:tr h="579438">
                <a:tc>
                  <a:txBody>
                    <a:bodyPr wrap="square" lIns="133350" tIns="76200" rIns="114300" bIns="76200"/>
                    <a:lstStyle/>
                    <a:p>
                      <a:r>
                        <a:rPr sz="1800" b="1">
                          <a:solidFill>
                            <a:srgbClr val="172B3A"/>
                          </a:solidFill>
                          <a:latin typeface="IPAexGothic"/>
                          <a:ea typeface="IPAexGothic"/>
                          <a:cs typeface="IPAexGothic"/>
                        </a:rPr>
                        <a:t>参照の順序</a:t>
                      </a:r>
                    </a:p>
                  </a:txBody>
                  <a:tcPr marL="91440" marR="91440" marT="45720" marB="45720" anchor="ctr">
                    <a:lnL w="9525">
                      <a:solidFill>
                        <a:srgbClr val="BCCAD2"/>
                      </a:solidFill>
                      <a:prstDash val="solid"/>
                    </a:lnL>
                    <a:lnR w="9525">
                      <a:solidFill>
                        <a:srgbClr val="BCCAD2"/>
                      </a:solidFill>
                      <a:prstDash val="solid"/>
                    </a:lnR>
                    <a:lnT w="9525">
                      <a:solidFill>
                        <a:srgbClr val="BCCAD2"/>
                      </a:solidFill>
                      <a:prstDash val="solid"/>
                    </a:lnT>
                    <a:lnB w="9525">
                      <a:solidFill>
                        <a:srgbClr val="BCCAD2"/>
                      </a:solidFill>
                      <a:prstDash val="solid"/>
                    </a:lnB>
                    <a:solidFill>
                      <a:srgbClr val="EAF1F5"/>
                    </a:solidFill>
                  </a:tcPr>
                </a:tc>
                <a:tc>
                  <a:txBody>
                    <a:bodyPr wrap="square" lIns="133350" tIns="76200" rIns="114300" bIns="76200"/>
                    <a:lstStyle/>
                    <a:p>
                      <a:r>
                        <a:rPr sz="1800" b="1">
                          <a:solidFill>
                            <a:srgbClr val="172B3A"/>
                          </a:solidFill>
                          <a:latin typeface="IPAexGothic"/>
                          <a:ea typeface="IPAexGothic"/>
                          <a:cs typeface="IPAexGothic"/>
                        </a:rPr>
                        <a:t>この説明例で行うこと</a:t>
                      </a:r>
                    </a:p>
                  </a:txBody>
                  <a:tcPr marL="91440" marR="91440" marT="45720" marB="45720" anchor="ctr">
                    <a:lnR w="9525">
                      <a:solidFill>
                        <a:srgbClr val="BCCAD2"/>
                      </a:solidFill>
                      <a:prstDash val="solid"/>
                    </a:lnR>
                    <a:lnT w="9525">
                      <a:solidFill>
                        <a:srgbClr val="BCCAD2"/>
                      </a:solidFill>
                      <a:prstDash val="solid"/>
                    </a:lnT>
                    <a:lnB w="9525">
                      <a:solidFill>
                        <a:srgbClr val="BCCAD2"/>
                      </a:solidFill>
                      <a:prstDash val="solid"/>
                    </a:lnB>
                    <a:solidFill>
                      <a:srgbClr val="EAF1F5"/>
                    </a:solidFill>
                  </a:tcPr>
                </a:tc>
              </a:tr>
              <a:tr h="579438">
                <a:tc>
                  <a:txBody>
                    <a:bodyPr wrap="square" lIns="133350" tIns="76200" rIns="114300" bIns="76200"/>
                    <a:lstStyle/>
                    <a:p>
                      <a:r>
                        <a:rPr sz="1800" b="0">
                          <a:solidFill>
                            <a:srgbClr val="172B3A"/>
                          </a:solidFill>
                          <a:latin typeface="IPAexGothic"/>
                          <a:ea typeface="IPAexGothic"/>
                          <a:cs typeface="IPAexGothic"/>
                        </a:rPr>
                        <a:t>⑥の結果を受け取る</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FFFFF"/>
                    </a:solidFill>
                  </a:tcPr>
                </a:tc>
                <a:tc>
                  <a:txBody>
                    <a:bodyPr wrap="square" lIns="133350" tIns="76200" rIns="114300" bIns="76200"/>
                    <a:lstStyle/>
                    <a:p>
                      <a:r>
                        <a:rPr sz="1800" b="0">
                          <a:solidFill>
                            <a:srgbClr val="172B3A"/>
                          </a:solidFill>
                          <a:latin typeface="IPAexGothic"/>
                          <a:ea typeface="IPAexGothic"/>
                          <a:cs typeface="IPAexGothic"/>
                        </a:rPr>
                        <a:t>W000、モデルM第3版・対応表T第4版、入力［1,0.08,0,0］と各寄与</a:t>
                      </a:r>
                    </a:p>
                  </a:txBody>
                  <a:tcPr marL="91440" marR="91440" marT="45720" marB="45720" anchor="ctr">
                    <a:lnR w="9525">
                      <a:solidFill>
                        <a:srgbClr val="BCCAD2"/>
                      </a:solidFill>
                      <a:prstDash val="solid"/>
                    </a:lnR>
                    <a:lnB w="9525">
                      <a:solidFill>
                        <a:srgbClr val="BCCAD2"/>
                      </a:solidFill>
                      <a:prstDash val="solid"/>
                    </a:lnB>
                    <a:solidFill>
                      <a:srgbClr val="FFFFFF"/>
                    </a:solidFill>
                  </a:tcPr>
                </a:tc>
              </a:tr>
              <a:tr h="579438">
                <a:tc>
                  <a:txBody>
                    <a:bodyPr wrap="square" lIns="133350" tIns="76200" rIns="114300" bIns="76200"/>
                    <a:lstStyle/>
                    <a:p>
                      <a:r>
                        <a:rPr sz="1800" b="0">
                          <a:solidFill>
                            <a:srgbClr val="172B3A"/>
                          </a:solidFill>
                          <a:latin typeface="IPAexGothic"/>
                          <a:ea typeface="IPAexGothic"/>
                          <a:cs typeface="IPAexGothic"/>
                        </a:rPr>
                        <a:t>④の対応表で参照先を解決</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8FAFB"/>
                    </a:solidFill>
                  </a:tcPr>
                </a:tc>
                <a:tc>
                  <a:txBody>
                    <a:bodyPr wrap="square" lIns="133350" tIns="76200" rIns="114300" bIns="76200"/>
                    <a:lstStyle/>
                    <a:p>
                      <a:r>
                        <a:rPr sz="1800" b="0">
                          <a:solidFill>
                            <a:srgbClr val="172B3A"/>
                          </a:solidFill>
                          <a:latin typeface="IPAexGothic"/>
                          <a:ea typeface="IPAexGothic"/>
                          <a:cs typeface="IPAexGothic"/>
                        </a:rPr>
                        <a:t>x1・x2はP001第1版、x3・x4はP002第1版の一致有無・距離と確認</a:t>
                      </a:r>
                    </a:p>
                  </a:txBody>
                  <a:tcPr marL="91440" marR="91440" marT="45720" marB="45720" anchor="ctr">
                    <a:lnR w="9525">
                      <a:solidFill>
                        <a:srgbClr val="BCCAD2"/>
                      </a:solidFill>
                      <a:prstDash val="solid"/>
                    </a:lnR>
                    <a:lnB w="9525">
                      <a:solidFill>
                        <a:srgbClr val="BCCAD2"/>
                      </a:solidFill>
                      <a:prstDash val="solid"/>
                    </a:lnB>
                    <a:solidFill>
                      <a:srgbClr val="F8FAFB"/>
                    </a:solidFill>
                  </a:tcPr>
                </a:tc>
              </a:tr>
              <a:tr h="579438">
                <a:tc>
                  <a:txBody>
                    <a:bodyPr wrap="square" lIns="133350" tIns="76200" rIns="114300" bIns="76200"/>
                    <a:lstStyle/>
                    <a:p>
                      <a:r>
                        <a:rPr sz="1800" b="0">
                          <a:solidFill>
                            <a:srgbClr val="172B3A"/>
                          </a:solidFill>
                          <a:latin typeface="IPAexGothic"/>
                          <a:ea typeface="IPAexGothic"/>
                          <a:cs typeface="IPAexGothic"/>
                        </a:rPr>
                        <a:t>同じ版の統計を取得</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FFFFF"/>
                    </a:solidFill>
                  </a:tcPr>
                </a:tc>
                <a:tc>
                  <a:txBody>
                    <a:bodyPr wrap="square" lIns="133350" tIns="76200" rIns="114300" bIns="76200"/>
                    <a:lstStyle/>
                    <a:p>
                      <a:r>
                        <a:rPr sz="1800" b="0">
                          <a:solidFill>
                            <a:srgbClr val="172B3A"/>
                          </a:solidFill>
                          <a:latin typeface="IPAexGothic"/>
                          <a:ea typeface="IPAexGothic"/>
                          <a:cs typeface="IPAexGothic"/>
                        </a:rPr>
                        <a:t>出現率・効果量・信頼区間・対象数・期間・運転条件</a:t>
                      </a:r>
                    </a:p>
                  </a:txBody>
                  <a:tcPr marL="91440" marR="91440" marT="45720" marB="45720" anchor="ctr">
                    <a:lnR w="9525">
                      <a:solidFill>
                        <a:srgbClr val="BCCAD2"/>
                      </a:solidFill>
                      <a:prstDash val="solid"/>
                    </a:lnR>
                    <a:lnB w="9525">
                      <a:solidFill>
                        <a:srgbClr val="BCCAD2"/>
                      </a:solidFill>
                      <a:prstDash val="solid"/>
                    </a:lnB>
                    <a:solidFill>
                      <a:srgbClr val="FFFFFF"/>
                    </a:solidFill>
                  </a:tcPr>
                </a:tc>
              </a:tr>
              <a:tr h="579438">
                <a:tc>
                  <a:txBody>
                    <a:bodyPr wrap="square" lIns="133350" tIns="76200" rIns="114300" bIns="76200"/>
                    <a:lstStyle/>
                    <a:p>
                      <a:r>
                        <a:rPr sz="1800" b="0">
                          <a:solidFill>
                            <a:srgbClr val="172B3A"/>
                          </a:solidFill>
                          <a:latin typeface="IPAexGothic"/>
                          <a:ea typeface="IPAexGothic"/>
                          <a:cs typeface="IPAexGothic"/>
                        </a:rPr>
                        <a:t>二つの意味を分けて表示</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8FAFB"/>
                    </a:solidFill>
                  </a:tcPr>
                </a:tc>
                <a:tc>
                  <a:txBody>
                    <a:bodyPr wrap="square" lIns="133350" tIns="76200" rIns="114300" bIns="76200"/>
                    <a:lstStyle/>
                    <a:p>
                      <a:r>
                        <a:rPr sz="1800" b="0">
                          <a:solidFill>
                            <a:srgbClr val="172B3A"/>
                          </a:solidFill>
                          <a:latin typeface="IPAexGothic"/>
                          <a:ea typeface="IPAexGothic"/>
                          <a:cs typeface="IPAexGothic"/>
                        </a:rPr>
                        <a:t>今回のモデルに対する寄与と、過去に観測した統計的関連</a:t>
                      </a:r>
                    </a:p>
                  </a:txBody>
                  <a:tcPr marL="91440" marR="91440" marT="45720" marB="45720" anchor="ctr">
                    <a:lnR w="9525">
                      <a:solidFill>
                        <a:srgbClr val="BCCAD2"/>
                      </a:solidFill>
                      <a:prstDash val="solid"/>
                    </a:lnR>
                    <a:lnB w="9525">
                      <a:solidFill>
                        <a:srgbClr val="BCCAD2"/>
                      </a:solidFill>
                      <a:prstDash val="solid"/>
                    </a:lnB>
                    <a:solidFill>
                      <a:srgbClr val="F8FAFB"/>
                    </a:solidFill>
                  </a:tcPr>
                </a:tc>
              </a:tr>
              <a:tr h="579438">
                <a:tc>
                  <a:txBody>
                    <a:bodyPr wrap="square" lIns="133350" tIns="76200" rIns="114300" bIns="76200"/>
                    <a:lstStyle/>
                    <a:p>
                      <a:r>
                        <a:rPr sz="1800" b="0">
                          <a:solidFill>
                            <a:srgbClr val="172B3A"/>
                          </a:solidFill>
                          <a:latin typeface="IPAexGothic"/>
                          <a:ea typeface="IPAexGothic"/>
                          <a:cs typeface="IPAexGothic"/>
                        </a:rPr>
                        <a:t>統計の範囲・対象数が不足</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FFFFF"/>
                    </a:solidFill>
                  </a:tcPr>
                </a:tc>
                <a:tc>
                  <a:txBody>
                    <a:bodyPr wrap="square" lIns="133350" tIns="76200" rIns="114300" bIns="76200"/>
                    <a:lstStyle/>
                    <a:p>
                      <a:r>
                        <a:rPr sz="1800" b="0">
                          <a:solidFill>
                            <a:srgbClr val="172B3A"/>
                          </a:solidFill>
                          <a:latin typeface="IPAexGothic"/>
                          <a:ea typeface="IPAexGothic"/>
                          <a:cs typeface="IPAexGothic"/>
                        </a:rPr>
                        <a:t>未確認・対象数不足などを示し、別条件の値で埋めない</a:t>
                      </a:r>
                    </a:p>
                  </a:txBody>
                  <a:tcPr marL="91440" marR="91440" marT="45720" marB="45720" anchor="ctr">
                    <a:lnR w="9525">
                      <a:solidFill>
                        <a:srgbClr val="BCCAD2"/>
                      </a:solidFill>
                      <a:prstDash val="solid"/>
                    </a:lnR>
                    <a:lnB w="9525">
                      <a:solidFill>
                        <a:srgbClr val="BCCAD2"/>
                      </a:solidFill>
                      <a:prstDash val="solid"/>
                    </a:lnB>
                    <a:solidFill>
                      <a:srgbClr val="FFFFFF"/>
                    </a:solidFill>
                  </a:tcPr>
                </a:tc>
              </a:tr>
            </a:tbl>
          </a:graphicData>
        </a:graphic>
      </p:graphicFrame>
      <p:sp>
        <p:nvSpPr>
          <p:cNvPr id="4" name="text-2">
            <a:extLst xmlns:a="http://schemas.openxmlformats.org/drawingml/2006/main">
              <a:ext uri="{FF2B5EF4-FFF2-40B4-BE49-F238E27FC236}">
                <a16:creationId xmlns:a16="http://schemas.microsoft.com/office/drawing/2014/main" id="{D9CC159E-9B16-40AD-8751-40AC7DB4DA28}"/>
              </a:ext>
            </a:extLst>
          </p:cNvPr>
          <p:cNvSpPr>
            <a:spLocks xmlns:a="http://schemas.openxmlformats.org/drawingml/2006/main" noGrp="1"/>
          </p:cNvSpPr>
          <p:nvPr/>
        </p:nvSpPr>
        <p:spPr>
          <a:xfrm xmlns:a="http://schemas.openxmlformats.org/drawingml/2006/main">
            <a:off x="609600" y="5953125"/>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86872"/>
                </a:solidFill>
                <a:latin typeface="IPAexGothic"/>
                <a:ea typeface="IPAexGothic"/>
                <a:cs typeface="IPAexGothic"/>
              </a:defRPr>
            </a:defPPr>
            <a:lvl1pPr algn="l">
              <a:buNone/>
              <a:defRPr sz="1575" b="0">
                <a:solidFill>
                  <a:srgbClr val="586872"/>
                </a:solidFill>
                <a:latin typeface="IPAexGothic"/>
                <a:ea typeface="IPAexGothic"/>
                <a:cs typeface="IPAexGothic"/>
              </a:defRPr>
            </a:lvl1pPr>
            <a:lvl2pPr algn="l">
              <a:buNone/>
              <a:defRPr sz="1575" b="0">
                <a:solidFill>
                  <a:srgbClr val="586872"/>
                </a:solidFill>
                <a:latin typeface="IPAexGothic"/>
                <a:ea typeface="IPAexGothic"/>
                <a:cs typeface="IPAexGothic"/>
              </a:defRPr>
            </a:lvl2pPr>
            <a:lvl3pPr algn="l">
              <a:buNone/>
              <a:defRPr sz="1575" b="0">
                <a:solidFill>
                  <a:srgbClr val="586872"/>
                </a:solidFill>
                <a:latin typeface="IPAexGothic"/>
                <a:ea typeface="IPAexGothic"/>
                <a:cs typeface="IPAexGothic"/>
              </a:defRPr>
            </a:lvl3pPr>
            <a:lvl4pPr algn="l">
              <a:buNone/>
              <a:defRPr sz="1575" b="0">
                <a:solidFill>
                  <a:srgbClr val="586872"/>
                </a:solidFill>
                <a:latin typeface="IPAexGothic"/>
                <a:ea typeface="IPAexGothic"/>
                <a:cs typeface="IPAexGothic"/>
              </a:defRPr>
            </a:lvl4pPr>
            <a:lvl5pPr algn="l">
              <a:buNone/>
              <a:defRPr sz="1575" b="0">
                <a:solidFill>
                  <a:srgbClr val="586872"/>
                </a:solidFill>
                <a:latin typeface="IPAexGothic"/>
                <a:ea typeface="IPAexGothic"/>
                <a:cs typeface="IPAexGothic"/>
              </a:defRPr>
            </a:lvl5pPr>
            <a:lvl6pPr algn="l">
              <a:buNone/>
              <a:defRPr sz="1575" b="0">
                <a:solidFill>
                  <a:srgbClr val="586872"/>
                </a:solidFill>
                <a:latin typeface="IPAexGothic"/>
                <a:ea typeface="IPAexGothic"/>
                <a:cs typeface="IPAexGothic"/>
              </a:defRPr>
            </a:lvl6pPr>
            <a:lvl7pPr algn="l">
              <a:buNone/>
              <a:defRPr sz="1575" b="0">
                <a:solidFill>
                  <a:srgbClr val="586872"/>
                </a:solidFill>
                <a:latin typeface="IPAexGothic"/>
                <a:ea typeface="IPAexGothic"/>
                <a:cs typeface="IPAexGothic"/>
              </a:defRPr>
            </a:lvl7pPr>
            <a:lvl8pPr algn="l">
              <a:buNone/>
              <a:defRPr sz="1575" b="0">
                <a:solidFill>
                  <a:srgbClr val="586872"/>
                </a:solidFill>
                <a:latin typeface="IPAexGothic"/>
                <a:ea typeface="IPAexGothic"/>
                <a:cs typeface="IPAexGothic"/>
              </a:defRPr>
            </a:lvl8pPr>
            <a:lvl9pPr algn="l">
              <a:buNone/>
              <a:defRPr sz="1575" b="0">
                <a:solidFill>
                  <a:srgbClr val="586872"/>
                </a:solidFill>
                <a:latin typeface="IPAexGothic"/>
                <a:ea typeface="IPAexGothic"/>
                <a:cs typeface="IPAexGothic"/>
              </a:defRPr>
            </a:lvl9pPr>
          </a:lstStyle>
          <a:p xmlns:a="http://schemas.openxmlformats.org/drawingml/2006/main">
            <a:pPr algn="l">
              <a:buNone/>
              <a:defRPr sz="1575" b="0">
                <a:solidFill>
                  <a:srgbClr val="586872"/>
                </a:solidFill>
                <a:latin typeface="IPAexGothic"/>
                <a:ea typeface="IPAexGothic"/>
                <a:cs typeface="IPAexGothic"/>
              </a:defRPr>
            </a:pPr>
            <a:r>
              <a:rPr sz="1575" b="0">
                <a:solidFill>
                  <a:srgbClr val="586872"/>
                </a:solidFill>
                <a:latin typeface="IPAexGothic"/>
                <a:ea typeface="IPAexGothic"/>
                <a:cs typeface="IPAexGothic"/>
              </a:rPr>
              <a:t>異常の原因を証明する表示ではない。一般のモデルの各重みとパターンは一対一にならない</a:t>
            </a:r>
          </a:p>
        </p:txBody>
      </p:sp>
      <p:sp>
        <p:nvSpPr>
          <p:cNvPr id="5" name="page-number">
            <a:extLst xmlns:a="http://schemas.openxmlformats.org/drawingml/2006/main">
              <a:ext uri="{FF2B5EF4-FFF2-40B4-BE49-F238E27FC236}">
                <a16:creationId xmlns:a16="http://schemas.microsoft.com/office/drawing/2014/main" id="{D3B5E58B-3B1C-4193-BA48-5B18960135CB}"/>
              </a:ext>
            </a:extLst>
          </p:cNvPr>
          <p:cNvSpPr>
            <a:spLocks xmlns:a="http://schemas.openxmlformats.org/drawingml/2006/main" noGrp="1"/>
          </p:cNvSpPr>
          <p:nvPr/>
        </p:nvSpPr>
        <p:spPr>
          <a:xfrm xmlns:a="http://schemas.openxmlformats.org/drawingml/2006/main">
            <a:off x="11239500" y="64484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872"/>
                </a:solidFill>
                <a:latin typeface="IPAexGothic"/>
                <a:ea typeface="IPAexGothic"/>
                <a:cs typeface="IPAexGothic"/>
              </a:defRPr>
            </a:defPPr>
            <a:lvl1pPr algn="r">
              <a:buNone/>
              <a:defRPr sz="1275" b="0">
                <a:solidFill>
                  <a:srgbClr val="586872"/>
                </a:solidFill>
                <a:latin typeface="IPAexGothic"/>
                <a:ea typeface="IPAexGothic"/>
                <a:cs typeface="IPAexGothic"/>
              </a:defRPr>
            </a:lvl1pPr>
            <a:lvl2pPr algn="r">
              <a:buNone/>
              <a:defRPr sz="1275" b="0">
                <a:solidFill>
                  <a:srgbClr val="586872"/>
                </a:solidFill>
                <a:latin typeface="IPAexGothic"/>
                <a:ea typeface="IPAexGothic"/>
                <a:cs typeface="IPAexGothic"/>
              </a:defRPr>
            </a:lvl2pPr>
            <a:lvl3pPr algn="r">
              <a:buNone/>
              <a:defRPr sz="1275" b="0">
                <a:solidFill>
                  <a:srgbClr val="586872"/>
                </a:solidFill>
                <a:latin typeface="IPAexGothic"/>
                <a:ea typeface="IPAexGothic"/>
                <a:cs typeface="IPAexGothic"/>
              </a:defRPr>
            </a:lvl3pPr>
            <a:lvl4pPr algn="r">
              <a:buNone/>
              <a:defRPr sz="1275" b="0">
                <a:solidFill>
                  <a:srgbClr val="586872"/>
                </a:solidFill>
                <a:latin typeface="IPAexGothic"/>
                <a:ea typeface="IPAexGothic"/>
                <a:cs typeface="IPAexGothic"/>
              </a:defRPr>
            </a:lvl4pPr>
            <a:lvl5pPr algn="r">
              <a:buNone/>
              <a:defRPr sz="1275" b="0">
                <a:solidFill>
                  <a:srgbClr val="586872"/>
                </a:solidFill>
                <a:latin typeface="IPAexGothic"/>
                <a:ea typeface="IPAexGothic"/>
                <a:cs typeface="IPAexGothic"/>
              </a:defRPr>
            </a:lvl5pPr>
            <a:lvl6pPr algn="r">
              <a:buNone/>
              <a:defRPr sz="1275" b="0">
                <a:solidFill>
                  <a:srgbClr val="586872"/>
                </a:solidFill>
                <a:latin typeface="IPAexGothic"/>
                <a:ea typeface="IPAexGothic"/>
                <a:cs typeface="IPAexGothic"/>
              </a:defRPr>
            </a:lvl6pPr>
            <a:lvl7pPr algn="r">
              <a:buNone/>
              <a:defRPr sz="1275" b="0">
                <a:solidFill>
                  <a:srgbClr val="586872"/>
                </a:solidFill>
                <a:latin typeface="IPAexGothic"/>
                <a:ea typeface="IPAexGothic"/>
                <a:cs typeface="IPAexGothic"/>
              </a:defRPr>
            </a:lvl7pPr>
            <a:lvl8pPr algn="r">
              <a:buNone/>
              <a:defRPr sz="1275" b="0">
                <a:solidFill>
                  <a:srgbClr val="586872"/>
                </a:solidFill>
                <a:latin typeface="IPAexGothic"/>
                <a:ea typeface="IPAexGothic"/>
                <a:cs typeface="IPAexGothic"/>
              </a:defRPr>
            </a:lvl8pPr>
            <a:lvl9pPr algn="r">
              <a:buNone/>
              <a:defRPr sz="1275" b="0">
                <a:solidFill>
                  <a:srgbClr val="586872"/>
                </a:solidFill>
                <a:latin typeface="IPAexGothic"/>
                <a:ea typeface="IPAexGothic"/>
                <a:cs typeface="IPAexGothic"/>
              </a:defRPr>
            </a:lvl9pPr>
          </a:lstStyle>
          <a:p xmlns:a="http://schemas.openxmlformats.org/drawingml/2006/main">
            <a:pPr algn="r">
              <a:buNone/>
              <a:defRPr sz="1275" b="0">
                <a:solidFill>
                  <a:srgbClr val="586872"/>
                </a:solidFill>
                <a:latin typeface="IPAexGothic"/>
                <a:ea typeface="IPAexGothic"/>
                <a:cs typeface="IPAexGothic"/>
              </a:defRPr>
            </a:pPr>
            <a:r>
              <a:rPr sz="1275" b="0">
                <a:solidFill>
                  <a:srgbClr val="586872"/>
                </a:solidFill>
                <a:latin typeface="IPAexGothic"/>
                <a:ea typeface="IPAexGothic"/>
                <a:cs typeface="IPAexGothic"/>
              </a:rPr>
              <a:t>37</a:t>
            </a:r>
          </a:p>
        </p:txBody>
      </p:sp>
    </p:spTree>
    <p:extLst>
      <p:ext uri="{BB962C8B-B14F-4D97-AF65-F5344CB8AC3E}">
        <p14:creationId xmlns:p14="http://schemas.microsoft.com/office/powerpoint/2010/main" val="2033272960"/>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42B12FF3-3CFC-4238-93FB-75490D638015}"/>
              </a:ext>
            </a:extLst>
          </p:cNvPr>
          <p:cNvCxnSpPr>
            <a:stCxn xmlns:a="http://schemas.openxmlformats.org/drawingml/2006/main" id="7" idx="0"/>
            <a:endCxn xmlns:a="http://schemas.openxmlformats.org/drawingml/2006/main" id="4" idx="2"/>
          </p:cNvCxnSpPr>
          <p:nvPr/>
        </p:nvCxnSpPr>
        <p:spPr>
          <a:xfrm xmlns:a="http://schemas.openxmlformats.org/drawingml/2006/main" flipV="1">
            <a:off x="3048000" y="2628900"/>
            <a:ext cx="0" cy="1514475"/>
          </a:xfrm>
          <a:prstGeom xmlns:a="http://schemas.openxmlformats.org/drawingml/2006/main" prst="straightConnector1">
            <a:avLst/>
          </a:prstGeom>
          <a:ln xmlns:a="http://schemas.openxmlformats.org/drawingml/2006/main" w="19050">
            <a:solidFill>
              <a:srgbClr val="236487"/>
            </a:solidFill>
            <a:prstDash val="solid"/>
            <a:tailEnd type="arrow" w="med" len="med"/>
          </a:ln>
        </p:spPr>
      </p:cxnSp>
      <p:cxnSp>
        <p:nvCxnSpPr>
          <p:cNvPr id="10" name="">
            <a:extLst xmlns:a="http://schemas.openxmlformats.org/drawingml/2006/main">
              <a:ext uri="{FF2B5EF4-FFF2-40B4-BE49-F238E27FC236}">
                <a16:creationId xmlns:a16="http://schemas.microsoft.com/office/drawing/2014/main" id="{F9846898-6044-4952-A22F-88565B194D8D}"/>
              </a:ext>
            </a:extLst>
          </p:cNvPr>
          <p:cNvCxnSpPr>
            <a:stCxn xmlns:a="http://schemas.openxmlformats.org/drawingml/2006/main" id="6" idx="1"/>
            <a:endCxn xmlns:a="http://schemas.openxmlformats.org/drawingml/2006/main" id="7" idx="3"/>
          </p:cNvCxnSpPr>
          <p:nvPr/>
        </p:nvCxnSpPr>
        <p:spPr>
          <a:xfrm xmlns:a="http://schemas.openxmlformats.org/drawingml/2006/main" flipH="1">
            <a:off x="5476875" y="4667250"/>
            <a:ext cx="1209675" cy="0"/>
          </a:xfrm>
          <a:prstGeom xmlns:a="http://schemas.openxmlformats.org/drawingml/2006/main" prst="straightConnector1">
            <a:avLst/>
          </a:prstGeom>
          <a:ln xmlns:a="http://schemas.openxmlformats.org/drawingml/2006/main" w="19050">
            <a:solidFill>
              <a:srgbClr val="236487"/>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BA2B14CB-D5B2-429A-9F41-FC0134EC7452}"/>
              </a:ext>
            </a:extLst>
          </p:cNvPr>
          <p:cNvCxnSpPr>
            <a:stCxn xmlns:a="http://schemas.openxmlformats.org/drawingml/2006/main" id="5" idx="2"/>
            <a:endCxn xmlns:a="http://schemas.openxmlformats.org/drawingml/2006/main" id="6" idx="0"/>
          </p:cNvCxnSpPr>
          <p:nvPr/>
        </p:nvCxnSpPr>
        <p:spPr>
          <a:xfrm xmlns:a="http://schemas.openxmlformats.org/drawingml/2006/main">
            <a:off x="9115425" y="2628900"/>
            <a:ext cx="0" cy="1514475"/>
          </a:xfrm>
          <a:prstGeom xmlns:a="http://schemas.openxmlformats.org/drawingml/2006/main" prst="straightConnector1">
            <a:avLst/>
          </a:prstGeom>
          <a:ln xmlns:a="http://schemas.openxmlformats.org/drawingml/2006/main" w="19050">
            <a:solidFill>
              <a:srgbClr val="236487"/>
            </a:solidFill>
            <a:prstDash val="solid"/>
            <a:tailEnd type="arrow" w="med" len="med"/>
          </a:ln>
        </p:spPr>
      </p:cxnSp>
      <p:cxnSp>
        <p:nvCxnSpPr>
          <p:cNvPr id="8" name="">
            <a:extLst xmlns:a="http://schemas.openxmlformats.org/drawingml/2006/main">
              <a:ext uri="{FF2B5EF4-FFF2-40B4-BE49-F238E27FC236}">
                <a16:creationId xmlns:a16="http://schemas.microsoft.com/office/drawing/2014/main" id="{ED12A0F6-2932-4509-81EA-07C5067C3F60}"/>
              </a:ext>
            </a:extLst>
          </p:cNvPr>
          <p:cNvCxnSpPr>
            <a:stCxn xmlns:a="http://schemas.openxmlformats.org/drawingml/2006/main" id="4" idx="3"/>
            <a:endCxn xmlns:a="http://schemas.openxmlformats.org/drawingml/2006/main" id="5" idx="1"/>
          </p:cNvCxnSpPr>
          <p:nvPr/>
        </p:nvCxnSpPr>
        <p:spPr>
          <a:xfrm xmlns:a="http://schemas.openxmlformats.org/drawingml/2006/main">
            <a:off x="5476875" y="2171700"/>
            <a:ext cx="1209675" cy="0"/>
          </a:xfrm>
          <a:prstGeom xmlns:a="http://schemas.openxmlformats.org/drawingml/2006/main" prst="straightConnector1">
            <a:avLst/>
          </a:prstGeom>
          <a:ln xmlns:a="http://schemas.openxmlformats.org/drawingml/2006/main" w="19050">
            <a:solidFill>
              <a:srgbClr val="236487"/>
            </a:solidFill>
            <a:prstDash val="solid"/>
            <a:tailEnd type="arrow" w="med" len="med"/>
          </a:ln>
        </p:spPr>
      </p:cxnSp>
      <p:sp>
        <p:nvSpPr>
          <p:cNvPr id="13" name="headline">
            <a:extLst xmlns:a="http://schemas.openxmlformats.org/drawingml/2006/main">
              <a:ext uri="{FF2B5EF4-FFF2-40B4-BE49-F238E27FC236}">
                <a16:creationId xmlns:a16="http://schemas.microsoft.com/office/drawing/2014/main" id="{A59FBFC7-DB62-4D1E-B7BF-F8AD50344F49}"/>
              </a:ext>
            </a:extLst>
          </p:cNvPr>
          <p:cNvSpPr>
            <a:spLocks xmlns:a="http://schemas.openxmlformats.org/drawingml/2006/main" noGrp="1"/>
          </p:cNvSpPr>
          <p:nvPr/>
        </p:nvSpPr>
        <p:spPr>
          <a:xfrm xmlns:a="http://schemas.openxmlformats.org/drawingml/2006/main">
            <a:off x="590550" y="333375"/>
            <a:ext cx="1095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72B3A"/>
                </a:solidFill>
                <a:latin typeface="IPAexGothic"/>
                <a:ea typeface="IPAexGothic"/>
                <a:cs typeface="IPAexGothic"/>
              </a:defRPr>
            </a:defPPr>
            <a:lvl1pPr algn="l">
              <a:buNone/>
              <a:defRPr sz="3300" b="1">
                <a:solidFill>
                  <a:srgbClr val="172B3A"/>
                </a:solidFill>
                <a:latin typeface="IPAexGothic"/>
                <a:ea typeface="IPAexGothic"/>
                <a:cs typeface="IPAexGothic"/>
              </a:defRPr>
            </a:lvl1pPr>
            <a:lvl2pPr algn="l">
              <a:buNone/>
              <a:defRPr sz="3300" b="1">
                <a:solidFill>
                  <a:srgbClr val="172B3A"/>
                </a:solidFill>
                <a:latin typeface="IPAexGothic"/>
                <a:ea typeface="IPAexGothic"/>
                <a:cs typeface="IPAexGothic"/>
              </a:defRPr>
            </a:lvl2pPr>
            <a:lvl3pPr algn="l">
              <a:buNone/>
              <a:defRPr sz="3300" b="1">
                <a:solidFill>
                  <a:srgbClr val="172B3A"/>
                </a:solidFill>
                <a:latin typeface="IPAexGothic"/>
                <a:ea typeface="IPAexGothic"/>
                <a:cs typeface="IPAexGothic"/>
              </a:defRPr>
            </a:lvl3pPr>
            <a:lvl4pPr algn="l">
              <a:buNone/>
              <a:defRPr sz="3300" b="1">
                <a:solidFill>
                  <a:srgbClr val="172B3A"/>
                </a:solidFill>
                <a:latin typeface="IPAexGothic"/>
                <a:ea typeface="IPAexGothic"/>
                <a:cs typeface="IPAexGothic"/>
              </a:defRPr>
            </a:lvl4pPr>
            <a:lvl5pPr algn="l">
              <a:buNone/>
              <a:defRPr sz="3300" b="1">
                <a:solidFill>
                  <a:srgbClr val="172B3A"/>
                </a:solidFill>
                <a:latin typeface="IPAexGothic"/>
                <a:ea typeface="IPAexGothic"/>
                <a:cs typeface="IPAexGothic"/>
              </a:defRPr>
            </a:lvl5pPr>
            <a:lvl6pPr algn="l">
              <a:buNone/>
              <a:defRPr sz="3300" b="1">
                <a:solidFill>
                  <a:srgbClr val="172B3A"/>
                </a:solidFill>
                <a:latin typeface="IPAexGothic"/>
                <a:ea typeface="IPAexGothic"/>
                <a:cs typeface="IPAexGothic"/>
              </a:defRPr>
            </a:lvl6pPr>
            <a:lvl7pPr algn="l">
              <a:buNone/>
              <a:defRPr sz="3300" b="1">
                <a:solidFill>
                  <a:srgbClr val="172B3A"/>
                </a:solidFill>
                <a:latin typeface="IPAexGothic"/>
                <a:ea typeface="IPAexGothic"/>
                <a:cs typeface="IPAexGothic"/>
              </a:defRPr>
            </a:lvl7pPr>
            <a:lvl8pPr algn="l">
              <a:buNone/>
              <a:defRPr sz="3300" b="1">
                <a:solidFill>
                  <a:srgbClr val="172B3A"/>
                </a:solidFill>
                <a:latin typeface="IPAexGothic"/>
                <a:ea typeface="IPAexGothic"/>
                <a:cs typeface="IPAexGothic"/>
              </a:defRPr>
            </a:lvl8pPr>
            <a:lvl9pPr algn="l">
              <a:buNone/>
              <a:defRPr sz="3300" b="1">
                <a:solidFill>
                  <a:srgbClr val="172B3A"/>
                </a:solidFill>
                <a:latin typeface="IPAexGothic"/>
                <a:ea typeface="IPAexGothic"/>
                <a:cs typeface="IPAexGothic"/>
              </a:defRPr>
            </a:lvl9pPr>
          </a:lstStyle>
          <a:p xmlns:a="http://schemas.openxmlformats.org/drawingml/2006/main">
            <a:pPr algn="l">
              <a:buNone/>
              <a:defRPr sz="3300" b="1">
                <a:solidFill>
                  <a:srgbClr val="172B3A"/>
                </a:solidFill>
                <a:latin typeface="IPAexGothic"/>
                <a:ea typeface="IPAexGothic"/>
                <a:cs typeface="IPAexGothic"/>
              </a:defRPr>
            </a:pPr>
            <a:r>
              <a:rPr sz="3300" b="1">
                <a:solidFill>
                  <a:srgbClr val="172B3A"/>
                </a:solidFill>
                <a:latin typeface="IPAexGothic"/>
                <a:ea typeface="IPAexGothic"/>
                <a:cs typeface="IPAexGothic"/>
              </a:rPr>
              <a:t>⑧ 変化検知と削除停止と再評価</a:t>
            </a:r>
          </a:p>
        </p:txBody>
      </p:sp>
      <p:sp>
        <p:nvSpPr>
          <p:cNvPr id="2" name="summary">
            <a:extLst xmlns:a="http://schemas.openxmlformats.org/drawingml/2006/main">
              <a:ext uri="{FF2B5EF4-FFF2-40B4-BE49-F238E27FC236}">
                <a16:creationId xmlns:a16="http://schemas.microsoft.com/office/drawing/2014/main" id="{C8EB11B1-E7F1-45DD-84BF-374B6A2596E5}"/>
              </a:ext>
            </a:extLst>
          </p:cNvPr>
          <p:cNvSpPr>
            <a:spLocks xmlns:a="http://schemas.openxmlformats.org/drawingml/2006/main" noGrp="1"/>
          </p:cNvSpPr>
          <p:nvPr/>
        </p:nvSpPr>
        <p:spPr>
          <a:xfrm xmlns:a="http://schemas.openxmlformats.org/drawingml/2006/main">
            <a:off x="609600" y="1028700"/>
            <a:ext cx="10896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86872"/>
                </a:solidFill>
                <a:latin typeface="IPAexGothic"/>
                <a:ea typeface="IPAexGothic"/>
                <a:cs typeface="IPAexGothic"/>
              </a:defRPr>
            </a:defPPr>
            <a:lvl1pPr algn="l">
              <a:buNone/>
              <a:defRPr sz="1800" b="0">
                <a:solidFill>
                  <a:srgbClr val="586872"/>
                </a:solidFill>
                <a:latin typeface="IPAexGothic"/>
                <a:ea typeface="IPAexGothic"/>
                <a:cs typeface="IPAexGothic"/>
              </a:defRPr>
            </a:lvl1pPr>
            <a:lvl2pPr algn="l">
              <a:buNone/>
              <a:defRPr sz="1800" b="0">
                <a:solidFill>
                  <a:srgbClr val="586872"/>
                </a:solidFill>
                <a:latin typeface="IPAexGothic"/>
                <a:ea typeface="IPAexGothic"/>
                <a:cs typeface="IPAexGothic"/>
              </a:defRPr>
            </a:lvl2pPr>
            <a:lvl3pPr algn="l">
              <a:buNone/>
              <a:defRPr sz="1800" b="0">
                <a:solidFill>
                  <a:srgbClr val="586872"/>
                </a:solidFill>
                <a:latin typeface="IPAexGothic"/>
                <a:ea typeface="IPAexGothic"/>
                <a:cs typeface="IPAexGothic"/>
              </a:defRPr>
            </a:lvl3pPr>
            <a:lvl4pPr algn="l">
              <a:buNone/>
              <a:defRPr sz="1800" b="0">
                <a:solidFill>
                  <a:srgbClr val="586872"/>
                </a:solidFill>
                <a:latin typeface="IPAexGothic"/>
                <a:ea typeface="IPAexGothic"/>
                <a:cs typeface="IPAexGothic"/>
              </a:defRPr>
            </a:lvl4pPr>
            <a:lvl5pPr algn="l">
              <a:buNone/>
              <a:defRPr sz="1800" b="0">
                <a:solidFill>
                  <a:srgbClr val="586872"/>
                </a:solidFill>
                <a:latin typeface="IPAexGothic"/>
                <a:ea typeface="IPAexGothic"/>
                <a:cs typeface="IPAexGothic"/>
              </a:defRPr>
            </a:lvl5pPr>
            <a:lvl6pPr algn="l">
              <a:buNone/>
              <a:defRPr sz="1800" b="0">
                <a:solidFill>
                  <a:srgbClr val="586872"/>
                </a:solidFill>
                <a:latin typeface="IPAexGothic"/>
                <a:ea typeface="IPAexGothic"/>
                <a:cs typeface="IPAexGothic"/>
              </a:defRPr>
            </a:lvl6pPr>
            <a:lvl7pPr algn="l">
              <a:buNone/>
              <a:defRPr sz="1800" b="0">
                <a:solidFill>
                  <a:srgbClr val="586872"/>
                </a:solidFill>
                <a:latin typeface="IPAexGothic"/>
                <a:ea typeface="IPAexGothic"/>
                <a:cs typeface="IPAexGothic"/>
              </a:defRPr>
            </a:lvl7pPr>
            <a:lvl8pPr algn="l">
              <a:buNone/>
              <a:defRPr sz="1800" b="0">
                <a:solidFill>
                  <a:srgbClr val="586872"/>
                </a:solidFill>
                <a:latin typeface="IPAexGothic"/>
                <a:ea typeface="IPAexGothic"/>
                <a:cs typeface="IPAexGothic"/>
              </a:defRPr>
            </a:lvl8pPr>
            <a:lvl9pPr algn="l">
              <a:buNone/>
              <a:defRPr sz="1800" b="0">
                <a:solidFill>
                  <a:srgbClr val="586872"/>
                </a:solidFill>
                <a:latin typeface="IPAexGothic"/>
                <a:ea typeface="IPAexGothic"/>
                <a:cs typeface="IPAexGothic"/>
              </a:defRPr>
            </a:lvl9pPr>
          </a:lstStyle>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境界・未知の増加や性能の変化は、これまでの削除条件が使えなくなる兆候として監視します。</a:t>
            </a:r>
          </a:p>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影響する範囲の今後の削除を止め、新規元データを保持して再構築と条件の再評価を行います。</a:t>
            </a:r>
          </a:p>
        </p:txBody>
      </p:sp>
      <p:sp>
        <p:nvSpPr>
          <p:cNvPr id="3" name="text-2">
            <a:extLst xmlns:a="http://schemas.openxmlformats.org/drawingml/2006/main">
              <a:ext uri="{FF2B5EF4-FFF2-40B4-BE49-F238E27FC236}">
                <a16:creationId xmlns:a16="http://schemas.microsoft.com/office/drawing/2014/main" id="{99B8BEAF-DEA3-42CA-AC0D-BC6E5B82D32B}"/>
              </a:ext>
            </a:extLst>
          </p:cNvPr>
          <p:cNvSpPr>
            <a:spLocks xmlns:a="http://schemas.openxmlformats.org/drawingml/2006/main" noGrp="1"/>
          </p:cNvSpPr>
          <p:nvPr/>
        </p:nvSpPr>
        <p:spPr>
          <a:xfrm xmlns:a="http://schemas.openxmlformats.org/drawingml/2006/main">
            <a:off x="11239500" y="644842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872"/>
                </a:solidFill>
                <a:latin typeface="IPAexGothic"/>
                <a:ea typeface="IPAexGothic"/>
                <a:cs typeface="IPAexGothic"/>
              </a:defRPr>
            </a:defPPr>
            <a:lvl1pPr algn="r">
              <a:buNone/>
              <a:defRPr sz="1275" b="0">
                <a:solidFill>
                  <a:srgbClr val="586872"/>
                </a:solidFill>
                <a:latin typeface="IPAexGothic"/>
                <a:ea typeface="IPAexGothic"/>
                <a:cs typeface="IPAexGothic"/>
              </a:defRPr>
            </a:lvl1pPr>
            <a:lvl2pPr algn="r">
              <a:buNone/>
              <a:defRPr sz="1275" b="0">
                <a:solidFill>
                  <a:srgbClr val="586872"/>
                </a:solidFill>
                <a:latin typeface="IPAexGothic"/>
                <a:ea typeface="IPAexGothic"/>
                <a:cs typeface="IPAexGothic"/>
              </a:defRPr>
            </a:lvl2pPr>
            <a:lvl3pPr algn="r">
              <a:buNone/>
              <a:defRPr sz="1275" b="0">
                <a:solidFill>
                  <a:srgbClr val="586872"/>
                </a:solidFill>
                <a:latin typeface="IPAexGothic"/>
                <a:ea typeface="IPAexGothic"/>
                <a:cs typeface="IPAexGothic"/>
              </a:defRPr>
            </a:lvl3pPr>
            <a:lvl4pPr algn="r">
              <a:buNone/>
              <a:defRPr sz="1275" b="0">
                <a:solidFill>
                  <a:srgbClr val="586872"/>
                </a:solidFill>
                <a:latin typeface="IPAexGothic"/>
                <a:ea typeface="IPAexGothic"/>
                <a:cs typeface="IPAexGothic"/>
              </a:defRPr>
            </a:lvl4pPr>
            <a:lvl5pPr algn="r">
              <a:buNone/>
              <a:defRPr sz="1275" b="0">
                <a:solidFill>
                  <a:srgbClr val="586872"/>
                </a:solidFill>
                <a:latin typeface="IPAexGothic"/>
                <a:ea typeface="IPAexGothic"/>
                <a:cs typeface="IPAexGothic"/>
              </a:defRPr>
            </a:lvl5pPr>
            <a:lvl6pPr algn="r">
              <a:buNone/>
              <a:defRPr sz="1275" b="0">
                <a:solidFill>
                  <a:srgbClr val="586872"/>
                </a:solidFill>
                <a:latin typeface="IPAexGothic"/>
                <a:ea typeface="IPAexGothic"/>
                <a:cs typeface="IPAexGothic"/>
              </a:defRPr>
            </a:lvl6pPr>
            <a:lvl7pPr algn="r">
              <a:buNone/>
              <a:defRPr sz="1275" b="0">
                <a:solidFill>
                  <a:srgbClr val="586872"/>
                </a:solidFill>
                <a:latin typeface="IPAexGothic"/>
                <a:ea typeface="IPAexGothic"/>
                <a:cs typeface="IPAexGothic"/>
              </a:defRPr>
            </a:lvl7pPr>
            <a:lvl8pPr algn="r">
              <a:buNone/>
              <a:defRPr sz="1275" b="0">
                <a:solidFill>
                  <a:srgbClr val="586872"/>
                </a:solidFill>
                <a:latin typeface="IPAexGothic"/>
                <a:ea typeface="IPAexGothic"/>
                <a:cs typeface="IPAexGothic"/>
              </a:defRPr>
            </a:lvl8pPr>
            <a:lvl9pPr algn="r">
              <a:buNone/>
              <a:defRPr sz="1275" b="0">
                <a:solidFill>
                  <a:srgbClr val="586872"/>
                </a:solidFill>
                <a:latin typeface="IPAexGothic"/>
                <a:ea typeface="IPAexGothic"/>
                <a:cs typeface="IPAexGothic"/>
              </a:defRPr>
            </a:lvl9pPr>
          </a:lstStyle>
          <a:p xmlns:a="http://schemas.openxmlformats.org/drawingml/2006/main">
            <a:pPr algn="r">
              <a:buNone/>
              <a:defRPr sz="1275" b="0">
                <a:solidFill>
                  <a:srgbClr val="586872"/>
                </a:solidFill>
                <a:latin typeface="IPAexGothic"/>
                <a:ea typeface="IPAexGothic"/>
                <a:cs typeface="IPAexGothic"/>
              </a:defRPr>
            </a:pPr>
            <a:r>
              <a:rPr sz="1275" b="0">
                <a:solidFill>
                  <a:srgbClr val="586872"/>
                </a:solidFill>
                <a:latin typeface="IPAexGothic"/>
                <a:ea typeface="IPAexGothic"/>
                <a:cs typeface="IPAexGothic"/>
              </a:rPr>
              <a:t>38</a:t>
            </a:r>
          </a:p>
        </p:txBody>
      </p:sp>
      <p:sp>
        <p:nvSpPr>
          <p:cNvPr id="4" name="diagram-3">
            <a:extLst xmlns:a="http://schemas.openxmlformats.org/drawingml/2006/main">
              <a:ext uri="{FF2B5EF4-FFF2-40B4-BE49-F238E27FC236}">
                <a16:creationId xmlns:a16="http://schemas.microsoft.com/office/drawing/2014/main" id="{43F633DE-BF26-49EC-89CF-CF50C4D125D1}"/>
              </a:ext>
            </a:extLst>
          </p:cNvPr>
          <p:cNvSpPr>
            <a:spLocks xmlns:a="http://schemas.openxmlformats.org/drawingml/2006/main" noGrp="1"/>
          </p:cNvSpPr>
          <p:nvPr/>
        </p:nvSpPr>
        <p:spPr>
          <a:xfrm xmlns:a="http://schemas.openxmlformats.org/drawingml/2006/main">
            <a:off x="619125" y="1714500"/>
            <a:ext cx="4857750" cy="914400"/>
          </a:xfrm>
          <a:prstGeom xmlns:a="http://schemas.openxmlformats.org/drawingml/2006/main" prst="rect">
            <a:avLst/>
          </a:prstGeom>
          <a:solidFill xmlns:a="http://schemas.openxmlformats.org/drawingml/2006/main">
            <a:srgbClr val="EAF1F5"/>
          </a:solidFill>
          <a:ln xmlns:a="http://schemas.openxmlformats.org/drawingml/2006/main" w="14288">
            <a:solidFill>
              <a:srgbClr val="236487"/>
            </a:solidFill>
            <a:prstDash val="solid"/>
          </a:ln>
        </p:spPr>
        <p:txBody>
          <a:bodyPr xmlns:a="http://schemas.openxmlformats.org/drawingml/2006/main" wrap="square" lIns="114300" tIns="114300" rIns="114300" bIns="114300" anchor="ctr">
            <a:noAutofit/>
          </a:bodyPr>
          <a:lstStyle xmlns:a="http://schemas.openxmlformats.org/drawingml/2006/main">
            <a:defPPr algn="ctr">
              <a:defRPr sz="1950" b="0">
                <a:solidFill>
                  <a:srgbClr val="172B3A"/>
                </a:solidFill>
                <a:latin typeface="IPAexGothic"/>
                <a:ea typeface="IPAexGothic"/>
                <a:cs typeface="IPAexGothic"/>
              </a:defRPr>
            </a:defPPr>
            <a:lvl1pPr algn="ctr">
              <a:buNone/>
              <a:defRPr sz="1950" b="0">
                <a:solidFill>
                  <a:srgbClr val="172B3A"/>
                </a:solidFill>
                <a:latin typeface="IPAexGothic"/>
                <a:ea typeface="IPAexGothic"/>
                <a:cs typeface="IPAexGothic"/>
              </a:defRPr>
            </a:lvl1pPr>
            <a:lvl2pPr algn="ctr">
              <a:buNone/>
              <a:defRPr sz="1950" b="0">
                <a:solidFill>
                  <a:srgbClr val="172B3A"/>
                </a:solidFill>
                <a:latin typeface="IPAexGothic"/>
                <a:ea typeface="IPAexGothic"/>
                <a:cs typeface="IPAexGothic"/>
              </a:defRPr>
            </a:lvl2pPr>
            <a:lvl3pPr algn="ctr">
              <a:buNone/>
              <a:defRPr sz="1950" b="0">
                <a:solidFill>
                  <a:srgbClr val="172B3A"/>
                </a:solidFill>
                <a:latin typeface="IPAexGothic"/>
                <a:ea typeface="IPAexGothic"/>
                <a:cs typeface="IPAexGothic"/>
              </a:defRPr>
            </a:lvl3pPr>
            <a:lvl4pPr algn="ctr">
              <a:buNone/>
              <a:defRPr sz="1950" b="0">
                <a:solidFill>
                  <a:srgbClr val="172B3A"/>
                </a:solidFill>
                <a:latin typeface="IPAexGothic"/>
                <a:ea typeface="IPAexGothic"/>
                <a:cs typeface="IPAexGothic"/>
              </a:defRPr>
            </a:lvl4pPr>
            <a:lvl5pPr algn="ctr">
              <a:buNone/>
              <a:defRPr sz="1950" b="0">
                <a:solidFill>
                  <a:srgbClr val="172B3A"/>
                </a:solidFill>
                <a:latin typeface="IPAexGothic"/>
                <a:ea typeface="IPAexGothic"/>
                <a:cs typeface="IPAexGothic"/>
              </a:defRPr>
            </a:lvl5pPr>
            <a:lvl6pPr algn="ctr">
              <a:buNone/>
              <a:defRPr sz="1950" b="0">
                <a:solidFill>
                  <a:srgbClr val="172B3A"/>
                </a:solidFill>
                <a:latin typeface="IPAexGothic"/>
                <a:ea typeface="IPAexGothic"/>
                <a:cs typeface="IPAexGothic"/>
              </a:defRPr>
            </a:lvl6pPr>
            <a:lvl7pPr algn="ctr">
              <a:buNone/>
              <a:defRPr sz="1950" b="0">
                <a:solidFill>
                  <a:srgbClr val="172B3A"/>
                </a:solidFill>
                <a:latin typeface="IPAexGothic"/>
                <a:ea typeface="IPAexGothic"/>
                <a:cs typeface="IPAexGothic"/>
              </a:defRPr>
            </a:lvl7pPr>
            <a:lvl8pPr algn="ctr">
              <a:buNone/>
              <a:defRPr sz="1950" b="0">
                <a:solidFill>
                  <a:srgbClr val="172B3A"/>
                </a:solidFill>
                <a:latin typeface="IPAexGothic"/>
                <a:ea typeface="IPAexGothic"/>
                <a:cs typeface="IPAexGothic"/>
              </a:defRPr>
            </a:lvl8pPr>
            <a:lvl9pPr algn="ctr">
              <a:buNone/>
              <a:defRPr sz="1950" b="0">
                <a:solidFill>
                  <a:srgbClr val="172B3A"/>
                </a:solidFill>
                <a:latin typeface="IPAexGothic"/>
                <a:ea typeface="IPAexGothic"/>
                <a:cs typeface="IPAexGothic"/>
              </a:defRPr>
            </a:lvl9pPr>
          </a:lstStyle>
          <a:p xmlns:a="http://schemas.openxmlformats.org/drawingml/2006/main">
            <a:pPr algn="ctr">
              <a:buNone/>
              <a:defRPr sz="1950" b="0">
                <a:solidFill>
                  <a:srgbClr val="172B3A"/>
                </a:solidFill>
                <a:latin typeface="IPAexGothic"/>
                <a:ea typeface="IPAexGothic"/>
                <a:cs typeface="IPAexGothic"/>
              </a:defRPr>
            </a:pPr>
            <a:r>
              <a:rPr sz="1950" b="0">
                <a:solidFill>
                  <a:srgbClr val="172B3A"/>
                </a:solidFill>
                <a:latin typeface="IPAexGothic"/>
                <a:ea typeface="IPAexGothic"/>
                <a:cs typeface="IPAexGothic"/>
              </a:rPr>
              <a:t>変化を検知</a:t>
            </a:r>
          </a:p>
          <a:p xmlns:a="http://schemas.openxmlformats.org/drawingml/2006/main">
            <a:pPr algn="ctr">
              <a:buNone/>
              <a:defRPr sz="1950" b="0">
                <a:solidFill>
                  <a:srgbClr val="172B3A"/>
                </a:solidFill>
                <a:latin typeface="IPAexGothic"/>
                <a:ea typeface="IPAexGothic"/>
                <a:cs typeface="IPAexGothic"/>
              </a:defRPr>
            </a:pPr>
            <a:r>
              <a:rPr sz="1950" b="0">
                <a:solidFill>
                  <a:srgbClr val="172B3A"/>
                </a:solidFill>
                <a:latin typeface="IPAexGothic"/>
                <a:ea typeface="IPAexGothic"/>
                <a:cs typeface="IPAexGothic"/>
              </a:rPr>
              <a:t>境界未知率、分布、性能など</a:t>
            </a:r>
          </a:p>
        </p:txBody>
      </p:sp>
      <p:sp>
        <p:nvSpPr>
          <p:cNvPr id="5" name="diagram-4">
            <a:extLst xmlns:a="http://schemas.openxmlformats.org/drawingml/2006/main">
              <a:ext uri="{FF2B5EF4-FFF2-40B4-BE49-F238E27FC236}">
                <a16:creationId xmlns:a16="http://schemas.microsoft.com/office/drawing/2014/main" id="{D26BE643-35B8-4718-9F65-5512EC0BA82F}"/>
              </a:ext>
            </a:extLst>
          </p:cNvPr>
          <p:cNvSpPr>
            <a:spLocks xmlns:a="http://schemas.openxmlformats.org/drawingml/2006/main" noGrp="1"/>
          </p:cNvSpPr>
          <p:nvPr/>
        </p:nvSpPr>
        <p:spPr>
          <a:xfrm xmlns:a="http://schemas.openxmlformats.org/drawingml/2006/main">
            <a:off x="6686550" y="1714500"/>
            <a:ext cx="4857750" cy="914400"/>
          </a:xfrm>
          <a:prstGeom xmlns:a="http://schemas.openxmlformats.org/drawingml/2006/main" prst="rect">
            <a:avLst/>
          </a:prstGeom>
          <a:solidFill xmlns:a="http://schemas.openxmlformats.org/drawingml/2006/main">
            <a:srgbClr val="FBEEE9"/>
          </a:solidFill>
          <a:ln xmlns:a="http://schemas.openxmlformats.org/drawingml/2006/main" w="14288">
            <a:solidFill>
              <a:srgbClr val="B3533C"/>
            </a:solidFill>
            <a:prstDash val="solid"/>
          </a:ln>
        </p:spPr>
        <p:txBody>
          <a:bodyPr xmlns:a="http://schemas.openxmlformats.org/drawingml/2006/main" wrap="square" lIns="114300" tIns="114300" rIns="114300" bIns="114300" anchor="ctr">
            <a:noAutofit/>
          </a:bodyPr>
          <a:lstStyle xmlns:a="http://schemas.openxmlformats.org/drawingml/2006/main">
            <a:defPPr algn="ctr">
              <a:defRPr sz="1950" b="0">
                <a:solidFill>
                  <a:srgbClr val="172B3A"/>
                </a:solidFill>
                <a:latin typeface="IPAexGothic"/>
                <a:ea typeface="IPAexGothic"/>
                <a:cs typeface="IPAexGothic"/>
              </a:defRPr>
            </a:defPPr>
            <a:lvl1pPr algn="ctr">
              <a:buNone/>
              <a:defRPr sz="1950" b="0">
                <a:solidFill>
                  <a:srgbClr val="172B3A"/>
                </a:solidFill>
                <a:latin typeface="IPAexGothic"/>
                <a:ea typeface="IPAexGothic"/>
                <a:cs typeface="IPAexGothic"/>
              </a:defRPr>
            </a:lvl1pPr>
            <a:lvl2pPr algn="ctr">
              <a:buNone/>
              <a:defRPr sz="1950" b="0">
                <a:solidFill>
                  <a:srgbClr val="172B3A"/>
                </a:solidFill>
                <a:latin typeface="IPAexGothic"/>
                <a:ea typeface="IPAexGothic"/>
                <a:cs typeface="IPAexGothic"/>
              </a:defRPr>
            </a:lvl2pPr>
            <a:lvl3pPr algn="ctr">
              <a:buNone/>
              <a:defRPr sz="1950" b="0">
                <a:solidFill>
                  <a:srgbClr val="172B3A"/>
                </a:solidFill>
                <a:latin typeface="IPAexGothic"/>
                <a:ea typeface="IPAexGothic"/>
                <a:cs typeface="IPAexGothic"/>
              </a:defRPr>
            </a:lvl3pPr>
            <a:lvl4pPr algn="ctr">
              <a:buNone/>
              <a:defRPr sz="1950" b="0">
                <a:solidFill>
                  <a:srgbClr val="172B3A"/>
                </a:solidFill>
                <a:latin typeface="IPAexGothic"/>
                <a:ea typeface="IPAexGothic"/>
                <a:cs typeface="IPAexGothic"/>
              </a:defRPr>
            </a:lvl4pPr>
            <a:lvl5pPr algn="ctr">
              <a:buNone/>
              <a:defRPr sz="1950" b="0">
                <a:solidFill>
                  <a:srgbClr val="172B3A"/>
                </a:solidFill>
                <a:latin typeface="IPAexGothic"/>
                <a:ea typeface="IPAexGothic"/>
                <a:cs typeface="IPAexGothic"/>
              </a:defRPr>
            </a:lvl5pPr>
            <a:lvl6pPr algn="ctr">
              <a:buNone/>
              <a:defRPr sz="1950" b="0">
                <a:solidFill>
                  <a:srgbClr val="172B3A"/>
                </a:solidFill>
                <a:latin typeface="IPAexGothic"/>
                <a:ea typeface="IPAexGothic"/>
                <a:cs typeface="IPAexGothic"/>
              </a:defRPr>
            </a:lvl6pPr>
            <a:lvl7pPr algn="ctr">
              <a:buNone/>
              <a:defRPr sz="1950" b="0">
                <a:solidFill>
                  <a:srgbClr val="172B3A"/>
                </a:solidFill>
                <a:latin typeface="IPAexGothic"/>
                <a:ea typeface="IPAexGothic"/>
                <a:cs typeface="IPAexGothic"/>
              </a:defRPr>
            </a:lvl7pPr>
            <a:lvl8pPr algn="ctr">
              <a:buNone/>
              <a:defRPr sz="1950" b="0">
                <a:solidFill>
                  <a:srgbClr val="172B3A"/>
                </a:solidFill>
                <a:latin typeface="IPAexGothic"/>
                <a:ea typeface="IPAexGothic"/>
                <a:cs typeface="IPAexGothic"/>
              </a:defRPr>
            </a:lvl8pPr>
            <a:lvl9pPr algn="ctr">
              <a:buNone/>
              <a:defRPr sz="1950" b="0">
                <a:solidFill>
                  <a:srgbClr val="172B3A"/>
                </a:solidFill>
                <a:latin typeface="IPAexGothic"/>
                <a:ea typeface="IPAexGothic"/>
                <a:cs typeface="IPAexGothic"/>
              </a:defRPr>
            </a:lvl9pPr>
          </a:lstStyle>
          <a:p xmlns:a="http://schemas.openxmlformats.org/drawingml/2006/main">
            <a:pPr algn="ctr">
              <a:buNone/>
              <a:defRPr sz="1950" b="0">
                <a:solidFill>
                  <a:srgbClr val="172B3A"/>
                </a:solidFill>
                <a:latin typeface="IPAexGothic"/>
                <a:ea typeface="IPAexGothic"/>
                <a:cs typeface="IPAexGothic"/>
              </a:defRPr>
            </a:pPr>
            <a:r>
              <a:rPr sz="1950" b="0">
                <a:solidFill>
                  <a:srgbClr val="172B3A"/>
                </a:solidFill>
                <a:latin typeface="IPAexGothic"/>
                <a:ea typeface="IPAexGothic"/>
                <a:cs typeface="IPAexGothic"/>
              </a:rPr>
              <a:t>影響範囲の削除を停止</a:t>
            </a:r>
          </a:p>
          <a:p xmlns:a="http://schemas.openxmlformats.org/drawingml/2006/main">
            <a:pPr algn="ctr">
              <a:buNone/>
              <a:defRPr sz="1950" b="0">
                <a:solidFill>
                  <a:srgbClr val="172B3A"/>
                </a:solidFill>
                <a:latin typeface="IPAexGothic"/>
                <a:ea typeface="IPAexGothic"/>
                <a:cs typeface="IPAexGothic"/>
              </a:defRPr>
            </a:pPr>
            <a:r>
              <a:rPr sz="1950" b="0">
                <a:solidFill>
                  <a:srgbClr val="172B3A"/>
                </a:solidFill>
                <a:latin typeface="IPAexGothic"/>
                <a:ea typeface="IPAexGothic"/>
                <a:cs typeface="IPAexGothic"/>
              </a:rPr>
              <a:t>新規元データを保持</a:t>
            </a:r>
          </a:p>
        </p:txBody>
      </p:sp>
      <p:sp>
        <p:nvSpPr>
          <p:cNvPr id="6" name="diagram-5">
            <a:extLst xmlns:a="http://schemas.openxmlformats.org/drawingml/2006/main">
              <a:ext uri="{FF2B5EF4-FFF2-40B4-BE49-F238E27FC236}">
                <a16:creationId xmlns:a16="http://schemas.microsoft.com/office/drawing/2014/main" id="{702AD711-E241-4325-9F4E-35F2206E39A2}"/>
              </a:ext>
            </a:extLst>
          </p:cNvPr>
          <p:cNvSpPr>
            <a:spLocks xmlns:a="http://schemas.openxmlformats.org/drawingml/2006/main" noGrp="1"/>
          </p:cNvSpPr>
          <p:nvPr/>
        </p:nvSpPr>
        <p:spPr>
          <a:xfrm xmlns:a="http://schemas.openxmlformats.org/drawingml/2006/main">
            <a:off x="6686550" y="4143375"/>
            <a:ext cx="4857750" cy="1047750"/>
          </a:xfrm>
          <a:prstGeom xmlns:a="http://schemas.openxmlformats.org/drawingml/2006/main" prst="rect">
            <a:avLst/>
          </a:prstGeom>
          <a:solidFill xmlns:a="http://schemas.openxmlformats.org/drawingml/2006/main">
            <a:srgbClr val="EAF1F5"/>
          </a:solidFill>
          <a:ln xmlns:a="http://schemas.openxmlformats.org/drawingml/2006/main" w="14288">
            <a:solidFill>
              <a:srgbClr val="236487"/>
            </a:solidFill>
            <a:prstDash val="solid"/>
          </a:ln>
        </p:spPr>
        <p:txBody>
          <a:bodyPr xmlns:a="http://schemas.openxmlformats.org/drawingml/2006/main" wrap="square" lIns="114300" tIns="114300" rIns="114300" bIns="114300" anchor="ctr">
            <a:noAutofit/>
          </a:bodyPr>
          <a:lstStyle xmlns:a="http://schemas.openxmlformats.org/drawingml/2006/main">
            <a:defPPr algn="ctr">
              <a:defRPr sz="1875" b="0">
                <a:solidFill>
                  <a:srgbClr val="172B3A"/>
                </a:solidFill>
                <a:latin typeface="IPAexGothic"/>
                <a:ea typeface="IPAexGothic"/>
                <a:cs typeface="IPAexGothic"/>
              </a:defRPr>
            </a:defPPr>
            <a:lvl1pPr algn="ctr">
              <a:buNone/>
              <a:defRPr sz="1875" b="0">
                <a:solidFill>
                  <a:srgbClr val="172B3A"/>
                </a:solidFill>
                <a:latin typeface="IPAexGothic"/>
                <a:ea typeface="IPAexGothic"/>
                <a:cs typeface="IPAexGothic"/>
              </a:defRPr>
            </a:lvl1pPr>
            <a:lvl2pPr algn="ctr">
              <a:buNone/>
              <a:defRPr sz="1875" b="0">
                <a:solidFill>
                  <a:srgbClr val="172B3A"/>
                </a:solidFill>
                <a:latin typeface="IPAexGothic"/>
                <a:ea typeface="IPAexGothic"/>
                <a:cs typeface="IPAexGothic"/>
              </a:defRPr>
            </a:lvl2pPr>
            <a:lvl3pPr algn="ctr">
              <a:buNone/>
              <a:defRPr sz="1875" b="0">
                <a:solidFill>
                  <a:srgbClr val="172B3A"/>
                </a:solidFill>
                <a:latin typeface="IPAexGothic"/>
                <a:ea typeface="IPAexGothic"/>
                <a:cs typeface="IPAexGothic"/>
              </a:defRPr>
            </a:lvl3pPr>
            <a:lvl4pPr algn="ctr">
              <a:buNone/>
              <a:defRPr sz="1875" b="0">
                <a:solidFill>
                  <a:srgbClr val="172B3A"/>
                </a:solidFill>
                <a:latin typeface="IPAexGothic"/>
                <a:ea typeface="IPAexGothic"/>
                <a:cs typeface="IPAexGothic"/>
              </a:defRPr>
            </a:lvl4pPr>
            <a:lvl5pPr algn="ctr">
              <a:buNone/>
              <a:defRPr sz="1875" b="0">
                <a:solidFill>
                  <a:srgbClr val="172B3A"/>
                </a:solidFill>
                <a:latin typeface="IPAexGothic"/>
                <a:ea typeface="IPAexGothic"/>
                <a:cs typeface="IPAexGothic"/>
              </a:defRPr>
            </a:lvl5pPr>
            <a:lvl6pPr algn="ctr">
              <a:buNone/>
              <a:defRPr sz="1875" b="0">
                <a:solidFill>
                  <a:srgbClr val="172B3A"/>
                </a:solidFill>
                <a:latin typeface="IPAexGothic"/>
                <a:ea typeface="IPAexGothic"/>
                <a:cs typeface="IPAexGothic"/>
              </a:defRPr>
            </a:lvl6pPr>
            <a:lvl7pPr algn="ctr">
              <a:buNone/>
              <a:defRPr sz="1875" b="0">
                <a:solidFill>
                  <a:srgbClr val="172B3A"/>
                </a:solidFill>
                <a:latin typeface="IPAexGothic"/>
                <a:ea typeface="IPAexGothic"/>
                <a:cs typeface="IPAexGothic"/>
              </a:defRPr>
            </a:lvl7pPr>
            <a:lvl8pPr algn="ctr">
              <a:buNone/>
              <a:defRPr sz="1875" b="0">
                <a:solidFill>
                  <a:srgbClr val="172B3A"/>
                </a:solidFill>
                <a:latin typeface="IPAexGothic"/>
                <a:ea typeface="IPAexGothic"/>
                <a:cs typeface="IPAexGothic"/>
              </a:defRPr>
            </a:lvl8pPr>
            <a:lvl9pPr algn="ctr">
              <a:buNone/>
              <a:defRPr sz="1875" b="0">
                <a:solidFill>
                  <a:srgbClr val="172B3A"/>
                </a:solidFill>
                <a:latin typeface="IPAexGothic"/>
                <a:ea typeface="IPAexGothic"/>
                <a:cs typeface="IPAexGothic"/>
              </a:defRPr>
            </a:lvl9pPr>
          </a:lstStyle>
          <a:p xmlns:a="http://schemas.openxmlformats.org/drawingml/2006/main">
            <a:pPr algn="ctr">
              <a:buNone/>
              <a:defRPr sz="1875" b="0">
                <a:solidFill>
                  <a:srgbClr val="172B3A"/>
                </a:solidFill>
                <a:latin typeface="IPAexGothic"/>
                <a:ea typeface="IPAexGothic"/>
                <a:cs typeface="IPAexGothic"/>
              </a:defRPr>
            </a:pPr>
            <a:r>
              <a:rPr sz="1875" b="0">
                <a:solidFill>
                  <a:srgbClr val="172B3A"/>
                </a:solidFill>
                <a:latin typeface="IPAexGothic"/>
                <a:ea typeface="IPAexGothic"/>
                <a:cs typeface="IPAexGothic"/>
              </a:rPr>
              <a:t>残存・新規データで更新</a:t>
            </a:r>
          </a:p>
          <a:p xmlns:a="http://schemas.openxmlformats.org/drawingml/2006/main">
            <a:pPr algn="ctr">
              <a:buNone/>
              <a:defRPr sz="1875" b="0">
                <a:solidFill>
                  <a:srgbClr val="172B3A"/>
                </a:solidFill>
                <a:latin typeface="IPAexGothic"/>
                <a:ea typeface="IPAexGothic"/>
                <a:cs typeface="IPAexGothic"/>
              </a:defRPr>
            </a:pPr>
            <a:r>
              <a:rPr sz="1875" b="0">
                <a:solidFill>
                  <a:srgbClr val="172B3A"/>
                </a:solidFill>
                <a:latin typeface="IPAexGothic"/>
                <a:ea typeface="IPAexGothic"/>
                <a:cs typeface="IPAexGothic"/>
              </a:rPr>
              <a:t>境界から再構築、未知から新規抽出</a:t>
            </a:r>
          </a:p>
        </p:txBody>
      </p:sp>
      <p:sp>
        <p:nvSpPr>
          <p:cNvPr id="7" name="diagram-6">
            <a:extLst xmlns:a="http://schemas.openxmlformats.org/drawingml/2006/main">
              <a:ext uri="{FF2B5EF4-FFF2-40B4-BE49-F238E27FC236}">
                <a16:creationId xmlns:a16="http://schemas.microsoft.com/office/drawing/2014/main" id="{B3297A01-44B8-4FA7-B874-C81BE8CBC522}"/>
              </a:ext>
            </a:extLst>
          </p:cNvPr>
          <p:cNvSpPr>
            <a:spLocks xmlns:a="http://schemas.openxmlformats.org/drawingml/2006/main" noGrp="1"/>
          </p:cNvSpPr>
          <p:nvPr/>
        </p:nvSpPr>
        <p:spPr>
          <a:xfrm xmlns:a="http://schemas.openxmlformats.org/drawingml/2006/main">
            <a:off x="619125" y="4143375"/>
            <a:ext cx="4857750" cy="1047750"/>
          </a:xfrm>
          <a:prstGeom xmlns:a="http://schemas.openxmlformats.org/drawingml/2006/main" prst="rect">
            <a:avLst/>
          </a:prstGeom>
          <a:solidFill xmlns:a="http://schemas.openxmlformats.org/drawingml/2006/main">
            <a:srgbClr val="E4F1ED"/>
          </a:solidFill>
          <a:ln xmlns:a="http://schemas.openxmlformats.org/drawingml/2006/main" w="14288">
            <a:solidFill>
              <a:srgbClr val="247C76"/>
            </a:solidFill>
            <a:prstDash val="solid"/>
          </a:ln>
        </p:spPr>
        <p:txBody>
          <a:bodyPr xmlns:a="http://schemas.openxmlformats.org/drawingml/2006/main" wrap="square" lIns="114300" tIns="114300" rIns="114300" bIns="114300" anchor="ctr">
            <a:noAutofit/>
          </a:bodyPr>
          <a:lstStyle xmlns:a="http://schemas.openxmlformats.org/drawingml/2006/main">
            <a:defPPr algn="ctr">
              <a:defRPr sz="1950" b="0">
                <a:solidFill>
                  <a:srgbClr val="172B3A"/>
                </a:solidFill>
                <a:latin typeface="IPAexGothic"/>
                <a:ea typeface="IPAexGothic"/>
                <a:cs typeface="IPAexGothic"/>
              </a:defRPr>
            </a:defPPr>
            <a:lvl1pPr algn="ctr">
              <a:buNone/>
              <a:defRPr sz="1950" b="0">
                <a:solidFill>
                  <a:srgbClr val="172B3A"/>
                </a:solidFill>
                <a:latin typeface="IPAexGothic"/>
                <a:ea typeface="IPAexGothic"/>
                <a:cs typeface="IPAexGothic"/>
              </a:defRPr>
            </a:lvl1pPr>
            <a:lvl2pPr algn="ctr">
              <a:buNone/>
              <a:defRPr sz="1950" b="0">
                <a:solidFill>
                  <a:srgbClr val="172B3A"/>
                </a:solidFill>
                <a:latin typeface="IPAexGothic"/>
                <a:ea typeface="IPAexGothic"/>
                <a:cs typeface="IPAexGothic"/>
              </a:defRPr>
            </a:lvl2pPr>
            <a:lvl3pPr algn="ctr">
              <a:buNone/>
              <a:defRPr sz="1950" b="0">
                <a:solidFill>
                  <a:srgbClr val="172B3A"/>
                </a:solidFill>
                <a:latin typeface="IPAexGothic"/>
                <a:ea typeface="IPAexGothic"/>
                <a:cs typeface="IPAexGothic"/>
              </a:defRPr>
            </a:lvl3pPr>
            <a:lvl4pPr algn="ctr">
              <a:buNone/>
              <a:defRPr sz="1950" b="0">
                <a:solidFill>
                  <a:srgbClr val="172B3A"/>
                </a:solidFill>
                <a:latin typeface="IPAexGothic"/>
                <a:ea typeface="IPAexGothic"/>
                <a:cs typeface="IPAexGothic"/>
              </a:defRPr>
            </a:lvl4pPr>
            <a:lvl5pPr algn="ctr">
              <a:buNone/>
              <a:defRPr sz="1950" b="0">
                <a:solidFill>
                  <a:srgbClr val="172B3A"/>
                </a:solidFill>
                <a:latin typeface="IPAexGothic"/>
                <a:ea typeface="IPAexGothic"/>
                <a:cs typeface="IPAexGothic"/>
              </a:defRPr>
            </a:lvl5pPr>
            <a:lvl6pPr algn="ctr">
              <a:buNone/>
              <a:defRPr sz="1950" b="0">
                <a:solidFill>
                  <a:srgbClr val="172B3A"/>
                </a:solidFill>
                <a:latin typeface="IPAexGothic"/>
                <a:ea typeface="IPAexGothic"/>
                <a:cs typeface="IPAexGothic"/>
              </a:defRPr>
            </a:lvl6pPr>
            <a:lvl7pPr algn="ctr">
              <a:buNone/>
              <a:defRPr sz="1950" b="0">
                <a:solidFill>
                  <a:srgbClr val="172B3A"/>
                </a:solidFill>
                <a:latin typeface="IPAexGothic"/>
                <a:ea typeface="IPAexGothic"/>
                <a:cs typeface="IPAexGothic"/>
              </a:defRPr>
            </a:lvl7pPr>
            <a:lvl8pPr algn="ctr">
              <a:buNone/>
              <a:defRPr sz="1950" b="0">
                <a:solidFill>
                  <a:srgbClr val="172B3A"/>
                </a:solidFill>
                <a:latin typeface="IPAexGothic"/>
                <a:ea typeface="IPAexGothic"/>
                <a:cs typeface="IPAexGothic"/>
              </a:defRPr>
            </a:lvl8pPr>
            <a:lvl9pPr algn="ctr">
              <a:buNone/>
              <a:defRPr sz="1950" b="0">
                <a:solidFill>
                  <a:srgbClr val="172B3A"/>
                </a:solidFill>
                <a:latin typeface="IPAexGothic"/>
                <a:ea typeface="IPAexGothic"/>
                <a:cs typeface="IPAexGothic"/>
              </a:defRPr>
            </a:lvl9pPr>
          </a:lstStyle>
          <a:p xmlns:a="http://schemas.openxmlformats.org/drawingml/2006/main">
            <a:pPr algn="ctr">
              <a:buNone/>
              <a:defRPr sz="1950" b="0">
                <a:solidFill>
                  <a:srgbClr val="172B3A"/>
                </a:solidFill>
                <a:latin typeface="IPAexGothic"/>
                <a:ea typeface="IPAexGothic"/>
                <a:cs typeface="IPAexGothic"/>
              </a:defRPr>
            </a:pPr>
            <a:r>
              <a:rPr sz="1950" b="0">
                <a:solidFill>
                  <a:srgbClr val="172B3A"/>
                </a:solidFill>
                <a:latin typeface="IPAexGothic"/>
                <a:ea typeface="IPAexGothic"/>
                <a:cs typeface="IPAexGothic"/>
              </a:rPr>
              <a:t>新版の三評価</a:t>
            </a:r>
          </a:p>
          <a:p xmlns:a="http://schemas.openxmlformats.org/drawingml/2006/main">
            <a:pPr algn="ctr">
              <a:buNone/>
              <a:defRPr sz="1950" b="0">
                <a:solidFill>
                  <a:srgbClr val="172B3A"/>
                </a:solidFill>
                <a:latin typeface="IPAexGothic"/>
                <a:ea typeface="IPAexGothic"/>
                <a:cs typeface="IPAexGothic"/>
              </a:defRPr>
            </a:pPr>
            <a:r>
              <a:rPr sz="1950" b="0">
                <a:solidFill>
                  <a:srgbClr val="172B3A"/>
                </a:solidFill>
                <a:latin typeface="IPAexGothic"/>
                <a:ea typeface="IPAexGothic"/>
                <a:cs typeface="IPAexGothic"/>
              </a:rPr>
              <a:t>合格範囲だけ削除を再開</a:t>
            </a:r>
          </a:p>
        </p:txBody>
      </p:sp>
      <p:sp>
        <p:nvSpPr>
          <p:cNvPr id="12" name="text-11">
            <a:extLst xmlns:a="http://schemas.openxmlformats.org/drawingml/2006/main">
              <a:ext uri="{FF2B5EF4-FFF2-40B4-BE49-F238E27FC236}">
                <a16:creationId xmlns:a16="http://schemas.microsoft.com/office/drawing/2014/main" id="{F4C2AEF1-D62A-4CA8-9C91-85A8F4C7C57F}"/>
              </a:ext>
            </a:extLst>
          </p:cNvPr>
          <p:cNvSpPr>
            <a:spLocks xmlns:a="http://schemas.openxmlformats.org/drawingml/2006/main" noGrp="1"/>
          </p:cNvSpPr>
          <p:nvPr/>
        </p:nvSpPr>
        <p:spPr>
          <a:xfrm xmlns:a="http://schemas.openxmlformats.org/drawingml/2006/main">
            <a:off x="609600" y="5953125"/>
            <a:ext cx="10906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86872"/>
                </a:solidFill>
                <a:latin typeface="IPAexGothic"/>
                <a:ea typeface="IPAexGothic"/>
                <a:cs typeface="IPAexGothic"/>
              </a:defRPr>
            </a:defPPr>
            <a:lvl1pPr algn="l">
              <a:buNone/>
              <a:defRPr sz="1575" b="0">
                <a:solidFill>
                  <a:srgbClr val="586872"/>
                </a:solidFill>
                <a:latin typeface="IPAexGothic"/>
                <a:ea typeface="IPAexGothic"/>
                <a:cs typeface="IPAexGothic"/>
              </a:defRPr>
            </a:lvl1pPr>
            <a:lvl2pPr algn="l">
              <a:buNone/>
              <a:defRPr sz="1575" b="0">
                <a:solidFill>
                  <a:srgbClr val="586872"/>
                </a:solidFill>
                <a:latin typeface="IPAexGothic"/>
                <a:ea typeface="IPAexGothic"/>
                <a:cs typeface="IPAexGothic"/>
              </a:defRPr>
            </a:lvl2pPr>
            <a:lvl3pPr algn="l">
              <a:buNone/>
              <a:defRPr sz="1575" b="0">
                <a:solidFill>
                  <a:srgbClr val="586872"/>
                </a:solidFill>
                <a:latin typeface="IPAexGothic"/>
                <a:ea typeface="IPAexGothic"/>
                <a:cs typeface="IPAexGothic"/>
              </a:defRPr>
            </a:lvl3pPr>
            <a:lvl4pPr algn="l">
              <a:buNone/>
              <a:defRPr sz="1575" b="0">
                <a:solidFill>
                  <a:srgbClr val="586872"/>
                </a:solidFill>
                <a:latin typeface="IPAexGothic"/>
                <a:ea typeface="IPAexGothic"/>
                <a:cs typeface="IPAexGothic"/>
              </a:defRPr>
            </a:lvl4pPr>
            <a:lvl5pPr algn="l">
              <a:buNone/>
              <a:defRPr sz="1575" b="0">
                <a:solidFill>
                  <a:srgbClr val="586872"/>
                </a:solidFill>
                <a:latin typeface="IPAexGothic"/>
                <a:ea typeface="IPAexGothic"/>
                <a:cs typeface="IPAexGothic"/>
              </a:defRPr>
            </a:lvl5pPr>
            <a:lvl6pPr algn="l">
              <a:buNone/>
              <a:defRPr sz="1575" b="0">
                <a:solidFill>
                  <a:srgbClr val="586872"/>
                </a:solidFill>
                <a:latin typeface="IPAexGothic"/>
                <a:ea typeface="IPAexGothic"/>
                <a:cs typeface="IPAexGothic"/>
              </a:defRPr>
            </a:lvl6pPr>
            <a:lvl7pPr algn="l">
              <a:buNone/>
              <a:defRPr sz="1575" b="0">
                <a:solidFill>
                  <a:srgbClr val="586872"/>
                </a:solidFill>
                <a:latin typeface="IPAexGothic"/>
                <a:ea typeface="IPAexGothic"/>
                <a:cs typeface="IPAexGothic"/>
              </a:defRPr>
            </a:lvl7pPr>
            <a:lvl8pPr algn="l">
              <a:buNone/>
              <a:defRPr sz="1575" b="0">
                <a:solidFill>
                  <a:srgbClr val="586872"/>
                </a:solidFill>
                <a:latin typeface="IPAexGothic"/>
                <a:ea typeface="IPAexGothic"/>
                <a:cs typeface="IPAexGothic"/>
              </a:defRPr>
            </a:lvl8pPr>
            <a:lvl9pPr algn="l">
              <a:buNone/>
              <a:defRPr sz="1575" b="0">
                <a:solidFill>
                  <a:srgbClr val="586872"/>
                </a:solidFill>
                <a:latin typeface="IPAexGothic"/>
                <a:ea typeface="IPAexGothic"/>
                <a:cs typeface="IPAexGothic"/>
              </a:defRPr>
            </a:lvl9pPr>
          </a:lstStyle>
          <a:p xmlns:a="http://schemas.openxmlformats.org/drawingml/2006/main">
            <a:pPr algn="l">
              <a:buNone/>
              <a:defRPr sz="1575" b="0">
                <a:solidFill>
                  <a:srgbClr val="586872"/>
                </a:solidFill>
                <a:latin typeface="IPAexGothic"/>
                <a:ea typeface="IPAexGothic"/>
                <a:cs typeface="IPAexGothic"/>
              </a:defRPr>
            </a:pPr>
            <a:r>
              <a:rPr sz="1575" b="0">
                <a:solidFill>
                  <a:srgbClr val="586872"/>
                </a:solidFill>
                <a:latin typeface="IPAexGothic"/>
                <a:ea typeface="IPAexGothic"/>
                <a:cs typeface="IPAexGothic"/>
              </a:rPr>
              <a:t>定義、閾値、出現対応、統計、モデル、保持条件を更新する。削除済みデータの復活は前提にしない</a:t>
            </a:r>
          </a:p>
        </p:txBody>
      </p:sp>
    </p:spTree>
    <p:extLst>
      <p:ext uri="{BB962C8B-B14F-4D97-AF65-F5344CB8AC3E}">
        <p14:creationId xmlns:p14="http://schemas.microsoft.com/office/powerpoint/2010/main" val="1498204233"/>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headline">
            <a:extLst xmlns:a="http://schemas.openxmlformats.org/drawingml/2006/main">
              <a:ext uri="{FF2B5EF4-FFF2-40B4-BE49-F238E27FC236}">
                <a16:creationId xmlns:a16="http://schemas.microsoft.com/office/drawing/2014/main" id="{CDB9C5F1-F1FC-459A-8B4E-F0E930BABF13}"/>
              </a:ext>
            </a:extLst>
          </p:cNvPr>
          <p:cNvSpPr>
            <a:spLocks xmlns:a="http://schemas.openxmlformats.org/drawingml/2006/main" noGrp="1"/>
          </p:cNvSpPr>
          <p:nvPr/>
        </p:nvSpPr>
        <p:spPr>
          <a:xfrm xmlns:a="http://schemas.openxmlformats.org/drawingml/2006/main">
            <a:off x="590550" y="333375"/>
            <a:ext cx="1095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3300" b="1">
                <a:solidFill>
                  <a:srgbClr val="172B3A"/>
                </a:solidFill>
                <a:latin typeface="IPAexGothic"/>
                <a:ea typeface="IPAexGothic"/>
                <a:cs typeface="IPAexGothic"/>
              </a:defRPr>
            </a:defPPr>
            <a:lvl1pPr algn="l">
              <a:buNone/>
              <a:defRPr sz="3300" b="1">
                <a:solidFill>
                  <a:srgbClr val="172B3A"/>
                </a:solidFill>
                <a:latin typeface="IPAexGothic"/>
                <a:ea typeface="IPAexGothic"/>
                <a:cs typeface="IPAexGothic"/>
              </a:defRPr>
            </a:lvl1pPr>
            <a:lvl2pPr algn="l">
              <a:buNone/>
              <a:defRPr sz="3300" b="1">
                <a:solidFill>
                  <a:srgbClr val="172B3A"/>
                </a:solidFill>
                <a:latin typeface="IPAexGothic"/>
                <a:ea typeface="IPAexGothic"/>
                <a:cs typeface="IPAexGothic"/>
              </a:defRPr>
            </a:lvl2pPr>
            <a:lvl3pPr algn="l">
              <a:buNone/>
              <a:defRPr sz="3300" b="1">
                <a:solidFill>
                  <a:srgbClr val="172B3A"/>
                </a:solidFill>
                <a:latin typeface="IPAexGothic"/>
                <a:ea typeface="IPAexGothic"/>
                <a:cs typeface="IPAexGothic"/>
              </a:defRPr>
            </a:lvl3pPr>
            <a:lvl4pPr algn="l">
              <a:buNone/>
              <a:defRPr sz="3300" b="1">
                <a:solidFill>
                  <a:srgbClr val="172B3A"/>
                </a:solidFill>
                <a:latin typeface="IPAexGothic"/>
                <a:ea typeface="IPAexGothic"/>
                <a:cs typeface="IPAexGothic"/>
              </a:defRPr>
            </a:lvl4pPr>
            <a:lvl5pPr algn="l">
              <a:buNone/>
              <a:defRPr sz="3300" b="1">
                <a:solidFill>
                  <a:srgbClr val="172B3A"/>
                </a:solidFill>
                <a:latin typeface="IPAexGothic"/>
                <a:ea typeface="IPAexGothic"/>
                <a:cs typeface="IPAexGothic"/>
              </a:defRPr>
            </a:lvl5pPr>
            <a:lvl6pPr algn="l">
              <a:buNone/>
              <a:defRPr sz="3300" b="1">
                <a:solidFill>
                  <a:srgbClr val="172B3A"/>
                </a:solidFill>
                <a:latin typeface="IPAexGothic"/>
                <a:ea typeface="IPAexGothic"/>
                <a:cs typeface="IPAexGothic"/>
              </a:defRPr>
            </a:lvl6pPr>
            <a:lvl7pPr algn="l">
              <a:buNone/>
              <a:defRPr sz="3300" b="1">
                <a:solidFill>
                  <a:srgbClr val="172B3A"/>
                </a:solidFill>
                <a:latin typeface="IPAexGothic"/>
                <a:ea typeface="IPAexGothic"/>
                <a:cs typeface="IPAexGothic"/>
              </a:defRPr>
            </a:lvl7pPr>
            <a:lvl8pPr algn="l">
              <a:buNone/>
              <a:defRPr sz="3300" b="1">
                <a:solidFill>
                  <a:srgbClr val="172B3A"/>
                </a:solidFill>
                <a:latin typeface="IPAexGothic"/>
                <a:ea typeface="IPAexGothic"/>
                <a:cs typeface="IPAexGothic"/>
              </a:defRPr>
            </a:lvl8pPr>
            <a:lvl9pPr algn="l">
              <a:buNone/>
              <a:defRPr sz="3300" b="1">
                <a:solidFill>
                  <a:srgbClr val="172B3A"/>
                </a:solidFill>
                <a:latin typeface="IPAexGothic"/>
                <a:ea typeface="IPAexGothic"/>
                <a:cs typeface="IPAexGothic"/>
              </a:defRPr>
            </a:lvl9pPr>
          </a:lstStyle>
          <a:p xmlns:a="http://schemas.openxmlformats.org/drawingml/2006/main">
            <a:pPr algn="l">
              <a:buNone/>
              <a:defRPr sz="3300" b="1">
                <a:solidFill>
                  <a:srgbClr val="172B3A"/>
                </a:solidFill>
                <a:latin typeface="IPAexGothic"/>
                <a:ea typeface="IPAexGothic"/>
                <a:cs typeface="IPAexGothic"/>
              </a:defRPr>
            </a:pPr>
            <a:r>
              <a:rPr sz="3300" b="1">
                <a:solidFill>
                  <a:srgbClr val="172B3A"/>
                </a:solidFill>
                <a:latin typeface="IPAexGothic"/>
                <a:ea typeface="IPAexGothic"/>
                <a:cs typeface="IPAexGothic"/>
              </a:rPr>
              <a:t>⑧ 監視・停止・再開の設定例</a:t>
            </a:r>
          </a:p>
        </p:txBody>
      </p:sp>
      <p:sp>
        <p:nvSpPr>
          <p:cNvPr id="2" name="summary">
            <a:extLst xmlns:a="http://schemas.openxmlformats.org/drawingml/2006/main">
              <a:ext uri="{FF2B5EF4-FFF2-40B4-BE49-F238E27FC236}">
                <a16:creationId xmlns:a16="http://schemas.microsoft.com/office/drawing/2014/main" id="{402418C8-4395-4177-983E-91808E426F14}"/>
              </a:ext>
            </a:extLst>
          </p:cNvPr>
          <p:cNvSpPr>
            <a:spLocks xmlns:a="http://schemas.openxmlformats.org/drawingml/2006/main" noGrp="1"/>
          </p:cNvSpPr>
          <p:nvPr/>
        </p:nvSpPr>
        <p:spPr>
          <a:xfrm xmlns:a="http://schemas.openxmlformats.org/drawingml/2006/main">
            <a:off x="609600" y="1028700"/>
            <a:ext cx="10896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1725" b="0">
                <a:solidFill>
                  <a:srgbClr val="586872"/>
                </a:solidFill>
                <a:latin typeface="IPAexGothic"/>
                <a:ea typeface="IPAexGothic"/>
                <a:cs typeface="IPAexGothic"/>
              </a:defRPr>
            </a:defPPr>
            <a:lvl1pPr algn="l">
              <a:buNone/>
              <a:defRPr sz="1725" b="0">
                <a:solidFill>
                  <a:srgbClr val="586872"/>
                </a:solidFill>
                <a:latin typeface="IPAexGothic"/>
                <a:ea typeface="IPAexGothic"/>
                <a:cs typeface="IPAexGothic"/>
              </a:defRPr>
            </a:lvl1pPr>
            <a:lvl2pPr algn="l">
              <a:buNone/>
              <a:defRPr sz="1725" b="0">
                <a:solidFill>
                  <a:srgbClr val="586872"/>
                </a:solidFill>
                <a:latin typeface="IPAexGothic"/>
                <a:ea typeface="IPAexGothic"/>
                <a:cs typeface="IPAexGothic"/>
              </a:defRPr>
            </a:lvl2pPr>
            <a:lvl3pPr algn="l">
              <a:buNone/>
              <a:defRPr sz="1725" b="0">
                <a:solidFill>
                  <a:srgbClr val="586872"/>
                </a:solidFill>
                <a:latin typeface="IPAexGothic"/>
                <a:ea typeface="IPAexGothic"/>
                <a:cs typeface="IPAexGothic"/>
              </a:defRPr>
            </a:lvl3pPr>
            <a:lvl4pPr algn="l">
              <a:buNone/>
              <a:defRPr sz="1725" b="0">
                <a:solidFill>
                  <a:srgbClr val="586872"/>
                </a:solidFill>
                <a:latin typeface="IPAexGothic"/>
                <a:ea typeface="IPAexGothic"/>
                <a:cs typeface="IPAexGothic"/>
              </a:defRPr>
            </a:lvl4pPr>
            <a:lvl5pPr algn="l">
              <a:buNone/>
              <a:defRPr sz="1725" b="0">
                <a:solidFill>
                  <a:srgbClr val="586872"/>
                </a:solidFill>
                <a:latin typeface="IPAexGothic"/>
                <a:ea typeface="IPAexGothic"/>
                <a:cs typeface="IPAexGothic"/>
              </a:defRPr>
            </a:lvl5pPr>
            <a:lvl6pPr algn="l">
              <a:buNone/>
              <a:defRPr sz="1725" b="0">
                <a:solidFill>
                  <a:srgbClr val="586872"/>
                </a:solidFill>
                <a:latin typeface="IPAexGothic"/>
                <a:ea typeface="IPAexGothic"/>
                <a:cs typeface="IPAexGothic"/>
              </a:defRPr>
            </a:lvl6pPr>
            <a:lvl7pPr algn="l">
              <a:buNone/>
              <a:defRPr sz="1725" b="0">
                <a:solidFill>
                  <a:srgbClr val="586872"/>
                </a:solidFill>
                <a:latin typeface="IPAexGothic"/>
                <a:ea typeface="IPAexGothic"/>
                <a:cs typeface="IPAexGothic"/>
              </a:defRPr>
            </a:lvl7pPr>
            <a:lvl8pPr algn="l">
              <a:buNone/>
              <a:defRPr sz="1725" b="0">
                <a:solidFill>
                  <a:srgbClr val="586872"/>
                </a:solidFill>
                <a:latin typeface="IPAexGothic"/>
                <a:ea typeface="IPAexGothic"/>
                <a:cs typeface="IPAexGothic"/>
              </a:defRPr>
            </a:lvl8pPr>
            <a:lvl9pPr algn="l">
              <a:buNone/>
              <a:defRPr sz="1725" b="0">
                <a:solidFill>
                  <a:srgbClr val="586872"/>
                </a:solidFill>
                <a:latin typeface="IPAexGothic"/>
                <a:ea typeface="IPAexGothic"/>
                <a:cs typeface="IPAexGothic"/>
              </a:defRPr>
            </a:lvl9pPr>
          </a:lstStyle>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本例は境界・未知を含む窓の割合を主な監視値とし、正解が得られた後の性能も確認します。</a:t>
            </a:r>
          </a:p>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閾値を超えたら影響範囲の今後の削除を止め、新たな窓CSVを保持して更新へ進みます。</a:t>
            </a:r>
          </a:p>
        </p:txBody>
      </p:sp>
      <p:sp>
        <p:nvSpPr>
          <p:cNvPr id="3" name="page-number">
            <a:extLst xmlns:a="http://schemas.openxmlformats.org/drawingml/2006/main">
              <a:ext uri="{FF2B5EF4-FFF2-40B4-BE49-F238E27FC236}">
                <a16:creationId xmlns:a16="http://schemas.microsoft.com/office/drawing/2014/main" id="{4801FD8B-EAB6-4207-BF13-B99849428F76}"/>
              </a:ext>
            </a:extLst>
          </p:cNvPr>
          <p:cNvSpPr>
            <a:spLocks xmlns:a="http://schemas.openxmlformats.org/drawingml/2006/main" noGrp="1"/>
          </p:cNvSpPr>
          <p:nvPr/>
        </p:nvSpPr>
        <p:spPr>
          <a:xfrm xmlns:a="http://schemas.openxmlformats.org/drawingml/2006/main">
            <a:off x="11239500" y="644842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1275" b="0">
                <a:solidFill>
                  <a:srgbClr val="586872"/>
                </a:solidFill>
                <a:latin typeface="IPAexGothic"/>
                <a:ea typeface="IPAexGothic"/>
                <a:cs typeface="IPAexGothic"/>
              </a:defRPr>
            </a:defPPr>
            <a:lvl1pPr algn="l">
              <a:buNone/>
              <a:defRPr sz="1275" b="0">
                <a:solidFill>
                  <a:srgbClr val="586872"/>
                </a:solidFill>
                <a:latin typeface="IPAexGothic"/>
                <a:ea typeface="IPAexGothic"/>
                <a:cs typeface="IPAexGothic"/>
              </a:defRPr>
            </a:lvl1pPr>
            <a:lvl2pPr algn="l">
              <a:buNone/>
              <a:defRPr sz="1275" b="0">
                <a:solidFill>
                  <a:srgbClr val="586872"/>
                </a:solidFill>
                <a:latin typeface="IPAexGothic"/>
                <a:ea typeface="IPAexGothic"/>
                <a:cs typeface="IPAexGothic"/>
              </a:defRPr>
            </a:lvl2pPr>
            <a:lvl3pPr algn="l">
              <a:buNone/>
              <a:defRPr sz="1275" b="0">
                <a:solidFill>
                  <a:srgbClr val="586872"/>
                </a:solidFill>
                <a:latin typeface="IPAexGothic"/>
                <a:ea typeface="IPAexGothic"/>
                <a:cs typeface="IPAexGothic"/>
              </a:defRPr>
            </a:lvl3pPr>
            <a:lvl4pPr algn="l">
              <a:buNone/>
              <a:defRPr sz="1275" b="0">
                <a:solidFill>
                  <a:srgbClr val="586872"/>
                </a:solidFill>
                <a:latin typeface="IPAexGothic"/>
                <a:ea typeface="IPAexGothic"/>
                <a:cs typeface="IPAexGothic"/>
              </a:defRPr>
            </a:lvl4pPr>
            <a:lvl5pPr algn="l">
              <a:buNone/>
              <a:defRPr sz="1275" b="0">
                <a:solidFill>
                  <a:srgbClr val="586872"/>
                </a:solidFill>
                <a:latin typeface="IPAexGothic"/>
                <a:ea typeface="IPAexGothic"/>
                <a:cs typeface="IPAexGothic"/>
              </a:defRPr>
            </a:lvl5pPr>
            <a:lvl6pPr algn="l">
              <a:buNone/>
              <a:defRPr sz="1275" b="0">
                <a:solidFill>
                  <a:srgbClr val="586872"/>
                </a:solidFill>
                <a:latin typeface="IPAexGothic"/>
                <a:ea typeface="IPAexGothic"/>
                <a:cs typeface="IPAexGothic"/>
              </a:defRPr>
            </a:lvl6pPr>
            <a:lvl7pPr algn="l">
              <a:buNone/>
              <a:defRPr sz="1275" b="0">
                <a:solidFill>
                  <a:srgbClr val="586872"/>
                </a:solidFill>
                <a:latin typeface="IPAexGothic"/>
                <a:ea typeface="IPAexGothic"/>
                <a:cs typeface="IPAexGothic"/>
              </a:defRPr>
            </a:lvl7pPr>
            <a:lvl8pPr algn="l">
              <a:buNone/>
              <a:defRPr sz="1275" b="0">
                <a:solidFill>
                  <a:srgbClr val="586872"/>
                </a:solidFill>
                <a:latin typeface="IPAexGothic"/>
                <a:ea typeface="IPAexGothic"/>
                <a:cs typeface="IPAexGothic"/>
              </a:defRPr>
            </a:lvl8pPr>
            <a:lvl9pPr algn="l">
              <a:buNone/>
              <a:defRPr sz="1275" b="0">
                <a:solidFill>
                  <a:srgbClr val="586872"/>
                </a:solidFill>
                <a:latin typeface="IPAexGothic"/>
                <a:ea typeface="IPAexGothic"/>
                <a:cs typeface="IPAexGothic"/>
              </a:defRPr>
            </a:lvl9pPr>
          </a:lstStyle>
          <a:p xmlns:a="http://schemas.openxmlformats.org/drawingml/2006/main">
            <a:pPr algn="l">
              <a:buNone/>
              <a:defRPr sz="1275" b="0">
                <a:solidFill>
                  <a:srgbClr val="586872"/>
                </a:solidFill>
                <a:latin typeface="IPAexGothic"/>
                <a:ea typeface="IPAexGothic"/>
                <a:cs typeface="IPAexGothic"/>
              </a:defRPr>
            </a:pPr>
            <a:r>
              <a:rPr sz="1275" b="0">
                <a:solidFill>
                  <a:srgbClr val="586872"/>
                </a:solidFill>
                <a:latin typeface="IPAexGothic"/>
                <a:ea typeface="IPAexGothic"/>
                <a:cs typeface="IPAexGothic"/>
              </a:rPr>
              <a:t>39</a:t>
            </a:r>
          </a:p>
        </p:txBody>
      </p:sp>
      <p:graphicFrame>
        <p:nvGraphicFramePr>
          <p:cNvPr id="4" name="">
            <a:extLst xmlns:a="http://schemas.openxmlformats.org/drawingml/2006/main">
              <a:ext uri="{FF2B5EF4-FFF2-40B4-BE49-F238E27FC236}">
                <a16:creationId xmlns:a16="http://schemas.microsoft.com/office/drawing/2014/main" id="{E70E8D4A-6621-43D9-B2F6-05C06437E8B1}"/>
              </a:ext>
            </a:extLst>
          </p:cNvPr>
          <p:cNvGraphicFramePr/>
          <p:nvPr/>
        </p:nvGraphicFramePr>
        <p:xfrm>
          <a:off xmlns:a="http://schemas.openxmlformats.org/drawingml/2006/main" x="609600" y="1762125"/>
          <a:ext xmlns:a="http://schemas.openxmlformats.org/drawingml/2006/main" cx="10972800" cy="3952875"/>
        </p:xfrm>
        <a:graphic xmlns:a="http://schemas.openxmlformats.org/drawingml/2006/main">
          <a:graphicData uri="http://schemas.openxmlformats.org/drawingml/2006/table">
            <a:tbl>
              <a:tblPr firstRow="1" bandRow="0"/>
              <a:tblGrid>
                <a:gridCol w="2286000"/>
                <a:gridCol w="8686800"/>
              </a:tblGrid>
              <a:tr h="790575">
                <a:tc>
                  <a:txBody>
                    <a:bodyPr wrap="square" lIns="114300" tIns="66675" rIns="114300" bIns="66675"/>
                    <a:lstStyle/>
                    <a:p>
                      <a:r>
                        <a:rPr sz="1800" b="1">
                          <a:solidFill>
                            <a:srgbClr val="172B3A"/>
                          </a:solidFill>
                          <a:latin typeface="IPAexGothic"/>
                          <a:ea typeface="IPAexGothic"/>
                          <a:cs typeface="IPAexGothic"/>
                        </a:rPr>
                        <a:t>段階</a:t>
                      </a:r>
                    </a:p>
                  </a:txBody>
                  <a:tcPr marL="91440" marR="91440" marT="45720" marB="45720" anchor="ctr">
                    <a:lnL w="9525">
                      <a:solidFill>
                        <a:srgbClr val="BCCAD2"/>
                      </a:solidFill>
                      <a:prstDash val="solid"/>
                    </a:lnL>
                    <a:lnR w="9525">
                      <a:solidFill>
                        <a:srgbClr val="BCCAD2"/>
                      </a:solidFill>
                      <a:prstDash val="solid"/>
                    </a:lnR>
                    <a:lnT w="9525">
                      <a:solidFill>
                        <a:srgbClr val="BCCAD2"/>
                      </a:solidFill>
                      <a:prstDash val="solid"/>
                    </a:lnT>
                    <a:lnB w="9525">
                      <a:solidFill>
                        <a:srgbClr val="BCCAD2"/>
                      </a:solidFill>
                      <a:prstDash val="solid"/>
                    </a:lnB>
                    <a:solidFill>
                      <a:srgbClr val="EAF1F5"/>
                    </a:solidFill>
                  </a:tcPr>
                </a:tc>
                <a:tc>
                  <a:txBody>
                    <a:bodyPr wrap="square" lIns="114300" tIns="66675" rIns="114300" bIns="66675"/>
                    <a:lstStyle/>
                    <a:p>
                      <a:r>
                        <a:rPr sz="1800" b="1">
                          <a:solidFill>
                            <a:srgbClr val="172B3A"/>
                          </a:solidFill>
                          <a:latin typeface="IPAexGothic"/>
                          <a:ea typeface="IPAexGothic"/>
                          <a:cs typeface="IPAexGothic"/>
                        </a:rPr>
                        <a:t>本文で使う一例</a:t>
                      </a:r>
                    </a:p>
                  </a:txBody>
                  <a:tcPr marL="91440" marR="91440" marT="45720" marB="45720" anchor="ctr">
                    <a:lnR w="9525">
                      <a:solidFill>
                        <a:srgbClr val="BCCAD2"/>
                      </a:solidFill>
                      <a:prstDash val="solid"/>
                    </a:lnR>
                    <a:lnT w="9525">
                      <a:solidFill>
                        <a:srgbClr val="BCCAD2"/>
                      </a:solidFill>
                      <a:prstDash val="solid"/>
                    </a:lnT>
                    <a:lnB w="9525">
                      <a:solidFill>
                        <a:srgbClr val="BCCAD2"/>
                      </a:solidFill>
                      <a:prstDash val="solid"/>
                    </a:lnB>
                    <a:solidFill>
                      <a:srgbClr val="EAF1F5"/>
                    </a:solidFill>
                  </a:tcPr>
                </a:tc>
              </a:tr>
              <a:tr h="790575">
                <a:tc>
                  <a:txBody>
                    <a:bodyPr wrap="square" lIns="114300" tIns="66675" rIns="114300" bIns="66675"/>
                    <a:lstStyle/>
                    <a:p>
                      <a:r>
                        <a:rPr sz="1800" b="0">
                          <a:solidFill>
                            <a:srgbClr val="172B3A"/>
                          </a:solidFill>
                          <a:latin typeface="IPAexGothic"/>
                          <a:ea typeface="IPAexGothic"/>
                          <a:cs typeface="IPAexGothic"/>
                        </a:rPr>
                        <a:t>窓率の監視</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FFFFF"/>
                    </a:solidFill>
                  </a:tcPr>
                </a:tc>
                <a:tc>
                  <a:txBody>
                    <a:bodyPr wrap="square" lIns="114300" tIns="66675" rIns="114300" bIns="66675"/>
                    <a:lstStyle/>
                    <a:p>
                      <a:r>
                        <a:rPr sz="1800" b="0">
                          <a:solidFill>
                            <a:srgbClr val="172B3A"/>
                          </a:solidFill>
                          <a:latin typeface="IPAexGothic"/>
                          <a:ea typeface="IPAexGothic"/>
                          <a:cs typeface="IPAexGothic"/>
                        </a:rPr>
                        <a:t>欠測・保留を除く有効窓1,000件を一つの監視区間とする。</a:t>
                      </a:r>
                    </a:p>
                    <a:p>
                      <a:r>
                        <a:rPr sz="1800" b="0">
                          <a:solidFill>
                            <a:srgbClr val="172B3A"/>
                          </a:solidFill>
                          <a:latin typeface="IPAexGothic"/>
                          <a:ea typeface="IPAexGothic"/>
                          <a:cs typeface="IPAexGothic"/>
                        </a:rPr>
                        <a:t>境界又は未知を含む窓率を、評価時の基準値と負荷別に比較する。</a:t>
                      </a:r>
                    </a:p>
                  </a:txBody>
                  <a:tcPr marL="91440" marR="91440" marT="45720" marB="45720" anchor="ctr">
                    <a:lnR w="9525">
                      <a:solidFill>
                        <a:srgbClr val="BCCAD2"/>
                      </a:solidFill>
                      <a:prstDash val="solid"/>
                    </a:lnR>
                    <a:lnB w="9525">
                      <a:solidFill>
                        <a:srgbClr val="BCCAD2"/>
                      </a:solidFill>
                      <a:prstDash val="solid"/>
                    </a:lnB>
                    <a:solidFill>
                      <a:srgbClr val="FFFFFF"/>
                    </a:solidFill>
                  </a:tcPr>
                </a:tc>
              </a:tr>
              <a:tr h="790575">
                <a:tc>
                  <a:txBody>
                    <a:bodyPr wrap="square" lIns="114300" tIns="66675" rIns="114300" bIns="66675"/>
                    <a:lstStyle/>
                    <a:p>
                      <a:r>
                        <a:rPr sz="1800" b="0">
                          <a:solidFill>
                            <a:srgbClr val="172B3A"/>
                          </a:solidFill>
                          <a:latin typeface="IPAexGothic"/>
                          <a:ea typeface="IPAexGothic"/>
                          <a:cs typeface="IPAexGothic"/>
                        </a:rPr>
                        <a:t>停止の仮基準</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8FAFB"/>
                    </a:solidFill>
                  </a:tcPr>
                </a:tc>
                <a:tc>
                  <a:txBody>
                    <a:bodyPr wrap="square" lIns="114300" tIns="66675" rIns="114300" bIns="66675"/>
                    <a:lstStyle/>
                    <a:p>
                      <a:r>
                        <a:rPr sz="1800" b="0">
                          <a:solidFill>
                            <a:srgbClr val="172B3A"/>
                          </a:solidFill>
                          <a:latin typeface="IPAexGothic"/>
                          <a:ea typeface="IPAexGothic"/>
                          <a:cs typeface="IPAexGothic"/>
                        </a:rPr>
                        <a:t>窓率が10％超、かつ基準より5ポイント以上高い状態が3区間連続。</a:t>
                      </a:r>
                    </a:p>
                    <a:p>
                      <a:r>
                        <a:rPr sz="1800" b="0">
                          <a:solidFill>
                            <a:srgbClr val="172B3A"/>
                          </a:solidFill>
                          <a:latin typeface="IPAexGothic"/>
                          <a:ea typeface="IPAexGothic"/>
                          <a:cs typeface="IPAexGothic"/>
                        </a:rPr>
                        <a:t>正解確定後に見逃し・誤警報の許容差を超えた場合も停止する。</a:t>
                      </a:r>
                    </a:p>
                  </a:txBody>
                  <a:tcPr marL="91440" marR="91440" marT="45720" marB="45720" anchor="ctr">
                    <a:lnR w="9525">
                      <a:solidFill>
                        <a:srgbClr val="BCCAD2"/>
                      </a:solidFill>
                      <a:prstDash val="solid"/>
                    </a:lnR>
                    <a:lnB w="9525">
                      <a:solidFill>
                        <a:srgbClr val="BCCAD2"/>
                      </a:solidFill>
                      <a:prstDash val="solid"/>
                    </a:lnB>
                    <a:solidFill>
                      <a:srgbClr val="F8FAFB"/>
                    </a:solidFill>
                  </a:tcPr>
                </a:tc>
              </a:tr>
              <a:tr h="790575">
                <a:tc>
                  <a:txBody>
                    <a:bodyPr wrap="square" lIns="114300" tIns="66675" rIns="114300" bIns="66675"/>
                    <a:lstStyle/>
                    <a:p>
                      <a:r>
                        <a:rPr sz="1800" b="0">
                          <a:solidFill>
                            <a:srgbClr val="172B3A"/>
                          </a:solidFill>
                          <a:latin typeface="IPAexGothic"/>
                          <a:ea typeface="IPAexGothic"/>
                          <a:cs typeface="IPAexGothic"/>
                        </a:rPr>
                        <a:t>更新する処理</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FFFFF"/>
                    </a:solidFill>
                  </a:tcPr>
                </a:tc>
                <a:tc>
                  <a:txBody>
                    <a:bodyPr wrap="square" lIns="114300" tIns="66675" rIns="114300" bIns="66675"/>
                    <a:lstStyle/>
                    <a:p>
                      <a:r>
                        <a:rPr sz="1800" b="0">
                          <a:solidFill>
                            <a:srgbClr val="172B3A"/>
                          </a:solidFill>
                          <a:latin typeface="IPAexGothic"/>
                          <a:ea typeface="IPAexGothic"/>
                          <a:cs typeface="IPAexGothic"/>
                        </a:rPr>
                        <a:t>残存・新規の境界・未知の窓を含め、波形の群分けを再実行する。</a:t>
                      </a:r>
                    </a:p>
                    <a:p>
                      <a:r>
                        <a:rPr sz="1800" b="0">
                          <a:solidFill>
                            <a:srgbClr val="172B3A"/>
                          </a:solidFill>
                          <a:latin typeface="IPAexGothic"/>
                          <a:ea typeface="IPAexGothic"/>
                          <a:cs typeface="IPAexGothic"/>
                        </a:rPr>
                        <a:t>尺度変換・中心・半径とID・版、出現対応、対応表・モデル・統計を更新。</a:t>
                      </a:r>
                    </a:p>
                  </a:txBody>
                  <a:tcPr marL="91440" marR="91440" marT="45720" marB="45720" anchor="ctr">
                    <a:lnR w="9525">
                      <a:solidFill>
                        <a:srgbClr val="BCCAD2"/>
                      </a:solidFill>
                      <a:prstDash val="solid"/>
                    </a:lnR>
                    <a:lnB w="9525">
                      <a:solidFill>
                        <a:srgbClr val="BCCAD2"/>
                      </a:solidFill>
                      <a:prstDash val="solid"/>
                    </a:lnB>
                    <a:solidFill>
                      <a:srgbClr val="FFFFFF"/>
                    </a:solidFill>
                  </a:tcPr>
                </a:tc>
              </a:tr>
              <a:tr h="790575">
                <a:tc>
                  <a:txBody>
                    <a:bodyPr wrap="square" lIns="114300" tIns="66675" rIns="114300" bIns="66675"/>
                    <a:lstStyle/>
                    <a:p>
                      <a:r>
                        <a:rPr sz="1800" b="0">
                          <a:solidFill>
                            <a:srgbClr val="172B3A"/>
                          </a:solidFill>
                          <a:latin typeface="IPAexGothic"/>
                          <a:ea typeface="IPAexGothic"/>
                          <a:cs typeface="IPAexGothic"/>
                        </a:rPr>
                        <a:t>削除の再開</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8FAFB"/>
                    </a:solidFill>
                  </a:tcPr>
                </a:tc>
                <a:tc>
                  <a:txBody>
                    <a:bodyPr wrap="square" lIns="114300" tIns="66675" rIns="114300" bIns="66675"/>
                    <a:lstStyle/>
                    <a:p>
                      <a:r>
                        <a:rPr sz="1800" b="0">
                          <a:solidFill>
                            <a:srgbClr val="172B3A"/>
                          </a:solidFill>
                          <a:latin typeface="IPAexGothic"/>
                          <a:ea typeface="IPAexGothic"/>
                          <a:cs typeface="IPAexGothic"/>
                        </a:rPr>
                        <a:t>新版で確立度・代替性・保持集合を再評価し、合格範囲だけを再開。</a:t>
                      </a:r>
                    </a:p>
                    <a:p>
                      <a:r>
                        <a:rPr sz="1800" b="0">
                          <a:solidFill>
                            <a:srgbClr val="172B3A"/>
                          </a:solidFill>
                          <a:latin typeface="IPAexGothic"/>
                          <a:ea typeface="IPAexGothic"/>
                          <a:cs typeface="IPAexGothic"/>
                        </a:rPr>
                        <a:t>保留・不足の範囲は保持を続け、旧版の許可は引き継がない。</a:t>
                      </a:r>
                    </a:p>
                  </a:txBody>
                  <a:tcPr marL="91440" marR="91440" marT="45720" marB="45720" anchor="ctr">
                    <a:lnR w="9525">
                      <a:solidFill>
                        <a:srgbClr val="BCCAD2"/>
                      </a:solidFill>
                      <a:prstDash val="solid"/>
                    </a:lnR>
                    <a:lnB w="9525">
                      <a:solidFill>
                        <a:srgbClr val="BCCAD2"/>
                      </a:solidFill>
                      <a:prstDash val="solid"/>
                    </a:lnB>
                    <a:solidFill>
                      <a:srgbClr val="F8FAFB"/>
                    </a:solidFill>
                  </a:tcPr>
                </a:tc>
              </a:tr>
            </a:tbl>
          </a:graphicData>
        </a:graphic>
      </p:graphicFrame>
      <p:sp>
        <p:nvSpPr>
          <p:cNvPr id="5" name="text-3">
            <a:extLst xmlns:a="http://schemas.openxmlformats.org/drawingml/2006/main">
              <a:ext uri="{FF2B5EF4-FFF2-40B4-BE49-F238E27FC236}">
                <a16:creationId xmlns:a16="http://schemas.microsoft.com/office/drawing/2014/main" id="{A5B77C18-D1DA-4CC1-80DD-C2C0F2090F6C}"/>
              </a:ext>
            </a:extLst>
          </p:cNvPr>
          <p:cNvSpPr>
            <a:spLocks xmlns:a="http://schemas.openxmlformats.org/drawingml/2006/main" noGrp="1"/>
          </p:cNvSpPr>
          <p:nvPr/>
        </p:nvSpPr>
        <p:spPr>
          <a:xfrm xmlns:a="http://schemas.openxmlformats.org/drawingml/2006/main">
            <a:off x="609600" y="5953125"/>
            <a:ext cx="10906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l">
              <a:defRPr sz="1575" b="0">
                <a:solidFill>
                  <a:srgbClr val="586872"/>
                </a:solidFill>
                <a:latin typeface="IPAexGothic"/>
                <a:ea typeface="IPAexGothic"/>
                <a:cs typeface="IPAexGothic"/>
              </a:defRPr>
            </a:defPPr>
            <a:lvl1pPr algn="l">
              <a:buNone/>
              <a:defRPr sz="1575" b="0">
                <a:solidFill>
                  <a:srgbClr val="586872"/>
                </a:solidFill>
                <a:latin typeface="IPAexGothic"/>
                <a:ea typeface="IPAexGothic"/>
                <a:cs typeface="IPAexGothic"/>
              </a:defRPr>
            </a:lvl1pPr>
            <a:lvl2pPr algn="l">
              <a:buNone/>
              <a:defRPr sz="1575" b="0">
                <a:solidFill>
                  <a:srgbClr val="586872"/>
                </a:solidFill>
                <a:latin typeface="IPAexGothic"/>
                <a:ea typeface="IPAexGothic"/>
                <a:cs typeface="IPAexGothic"/>
              </a:defRPr>
            </a:lvl2pPr>
            <a:lvl3pPr algn="l">
              <a:buNone/>
              <a:defRPr sz="1575" b="0">
                <a:solidFill>
                  <a:srgbClr val="586872"/>
                </a:solidFill>
                <a:latin typeface="IPAexGothic"/>
                <a:ea typeface="IPAexGothic"/>
                <a:cs typeface="IPAexGothic"/>
              </a:defRPr>
            </a:lvl3pPr>
            <a:lvl4pPr algn="l">
              <a:buNone/>
              <a:defRPr sz="1575" b="0">
                <a:solidFill>
                  <a:srgbClr val="586872"/>
                </a:solidFill>
                <a:latin typeface="IPAexGothic"/>
                <a:ea typeface="IPAexGothic"/>
                <a:cs typeface="IPAexGothic"/>
              </a:defRPr>
            </a:lvl4pPr>
            <a:lvl5pPr algn="l">
              <a:buNone/>
              <a:defRPr sz="1575" b="0">
                <a:solidFill>
                  <a:srgbClr val="586872"/>
                </a:solidFill>
                <a:latin typeface="IPAexGothic"/>
                <a:ea typeface="IPAexGothic"/>
                <a:cs typeface="IPAexGothic"/>
              </a:defRPr>
            </a:lvl5pPr>
            <a:lvl6pPr algn="l">
              <a:buNone/>
              <a:defRPr sz="1575" b="0">
                <a:solidFill>
                  <a:srgbClr val="586872"/>
                </a:solidFill>
                <a:latin typeface="IPAexGothic"/>
                <a:ea typeface="IPAexGothic"/>
                <a:cs typeface="IPAexGothic"/>
              </a:defRPr>
            </a:lvl6pPr>
            <a:lvl7pPr algn="l">
              <a:buNone/>
              <a:defRPr sz="1575" b="0">
                <a:solidFill>
                  <a:srgbClr val="586872"/>
                </a:solidFill>
                <a:latin typeface="IPAexGothic"/>
                <a:ea typeface="IPAexGothic"/>
                <a:cs typeface="IPAexGothic"/>
              </a:defRPr>
            </a:lvl7pPr>
            <a:lvl8pPr algn="l">
              <a:buNone/>
              <a:defRPr sz="1575" b="0">
                <a:solidFill>
                  <a:srgbClr val="586872"/>
                </a:solidFill>
                <a:latin typeface="IPAexGothic"/>
                <a:ea typeface="IPAexGothic"/>
                <a:cs typeface="IPAexGothic"/>
              </a:defRPr>
            </a:lvl8pPr>
            <a:lvl9pPr algn="l">
              <a:buNone/>
              <a:defRPr sz="1575" b="0">
                <a:solidFill>
                  <a:srgbClr val="586872"/>
                </a:solidFill>
                <a:latin typeface="IPAexGothic"/>
                <a:ea typeface="IPAexGothic"/>
                <a:cs typeface="IPAexGothic"/>
              </a:defRPr>
            </a:lvl9pPr>
          </a:lstStyle>
          <a:p xmlns:a="http://schemas.openxmlformats.org/drawingml/2006/main">
            <a:pPr algn="l">
              <a:buNone/>
              <a:defRPr sz="1575" b="0">
                <a:solidFill>
                  <a:srgbClr val="586872"/>
                </a:solidFill>
                <a:latin typeface="IPAexGothic"/>
                <a:ea typeface="IPAexGothic"/>
                <a:cs typeface="IPAexGothic"/>
              </a:defRPr>
            </a:pPr>
            <a:r>
              <a:rPr sz="1575" b="0">
                <a:solidFill>
                  <a:srgbClr val="586872"/>
                </a:solidFill>
                <a:latin typeface="IPAexGothic"/>
                <a:ea typeface="IPAexGothic"/>
                <a:cs typeface="IPAexGothic"/>
              </a:rPr>
              <a:t>監視値・閾値は仮設定で未検証。ほかに波形距離の分布や、統計的関連の変化も監視できる</a:t>
            </a:r>
          </a:p>
        </p:txBody>
      </p:sp>
    </p:spTree>
    <p:extLst>
      <p:ext uri="{BB962C8B-B14F-4D97-AF65-F5344CB8AC3E}">
        <p14:creationId xmlns:p14="http://schemas.microsoft.com/office/powerpoint/2010/main" val="660543287"/>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headline">
            <a:extLst xmlns:a="http://schemas.openxmlformats.org/drawingml/2006/main">
              <a:ext uri="{FF2B5EF4-FFF2-40B4-BE49-F238E27FC236}">
                <a16:creationId xmlns:a16="http://schemas.microsoft.com/office/drawing/2014/main" id="{9FCEB8BA-C0F7-40A6-B8EC-101CFFD54E4B}"/>
              </a:ext>
            </a:extLst>
          </p:cNvPr>
          <p:cNvSpPr>
            <a:spLocks xmlns:a="http://schemas.openxmlformats.org/drawingml/2006/main" noGrp="1"/>
          </p:cNvSpPr>
          <p:nvPr/>
        </p:nvSpPr>
        <p:spPr>
          <a:xfrm xmlns:a="http://schemas.openxmlformats.org/drawingml/2006/main">
            <a:off x="590550" y="333375"/>
            <a:ext cx="1095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2B3A"/>
                </a:solidFill>
                <a:latin typeface="IPAexGothic"/>
                <a:ea typeface="IPAexGothic"/>
                <a:cs typeface="IPAexGothic"/>
              </a:defRPr>
            </a:defPPr>
            <a:lvl1pPr algn="l">
              <a:buNone/>
              <a:defRPr sz="3300" b="1">
                <a:solidFill>
                  <a:srgbClr val="172B3A"/>
                </a:solidFill>
                <a:latin typeface="IPAexGothic"/>
                <a:ea typeface="IPAexGothic"/>
                <a:cs typeface="IPAexGothic"/>
              </a:defRPr>
            </a:lvl1pPr>
            <a:lvl2pPr algn="l">
              <a:buNone/>
              <a:defRPr sz="3300" b="1">
                <a:solidFill>
                  <a:srgbClr val="172B3A"/>
                </a:solidFill>
                <a:latin typeface="IPAexGothic"/>
                <a:ea typeface="IPAexGothic"/>
                <a:cs typeface="IPAexGothic"/>
              </a:defRPr>
            </a:lvl2pPr>
            <a:lvl3pPr algn="l">
              <a:buNone/>
              <a:defRPr sz="3300" b="1">
                <a:solidFill>
                  <a:srgbClr val="172B3A"/>
                </a:solidFill>
                <a:latin typeface="IPAexGothic"/>
                <a:ea typeface="IPAexGothic"/>
                <a:cs typeface="IPAexGothic"/>
              </a:defRPr>
            </a:lvl3pPr>
            <a:lvl4pPr algn="l">
              <a:buNone/>
              <a:defRPr sz="3300" b="1">
                <a:solidFill>
                  <a:srgbClr val="172B3A"/>
                </a:solidFill>
                <a:latin typeface="IPAexGothic"/>
                <a:ea typeface="IPAexGothic"/>
                <a:cs typeface="IPAexGothic"/>
              </a:defRPr>
            </a:lvl4pPr>
            <a:lvl5pPr algn="l">
              <a:buNone/>
              <a:defRPr sz="3300" b="1">
                <a:solidFill>
                  <a:srgbClr val="172B3A"/>
                </a:solidFill>
                <a:latin typeface="IPAexGothic"/>
                <a:ea typeface="IPAexGothic"/>
                <a:cs typeface="IPAexGothic"/>
              </a:defRPr>
            </a:lvl5pPr>
            <a:lvl6pPr algn="l">
              <a:buNone/>
              <a:defRPr sz="3300" b="1">
                <a:solidFill>
                  <a:srgbClr val="172B3A"/>
                </a:solidFill>
                <a:latin typeface="IPAexGothic"/>
                <a:ea typeface="IPAexGothic"/>
                <a:cs typeface="IPAexGothic"/>
              </a:defRPr>
            </a:lvl6pPr>
            <a:lvl7pPr algn="l">
              <a:buNone/>
              <a:defRPr sz="3300" b="1">
                <a:solidFill>
                  <a:srgbClr val="172B3A"/>
                </a:solidFill>
                <a:latin typeface="IPAexGothic"/>
                <a:ea typeface="IPAexGothic"/>
                <a:cs typeface="IPAexGothic"/>
              </a:defRPr>
            </a:lvl7pPr>
            <a:lvl8pPr algn="l">
              <a:buNone/>
              <a:defRPr sz="3300" b="1">
                <a:solidFill>
                  <a:srgbClr val="172B3A"/>
                </a:solidFill>
                <a:latin typeface="IPAexGothic"/>
                <a:ea typeface="IPAexGothic"/>
                <a:cs typeface="IPAexGothic"/>
              </a:defRPr>
            </a:lvl8pPr>
            <a:lvl9pPr algn="l">
              <a:buNone/>
              <a:defRPr sz="3300" b="1">
                <a:solidFill>
                  <a:srgbClr val="172B3A"/>
                </a:solidFill>
                <a:latin typeface="IPAexGothic"/>
                <a:ea typeface="IPAexGothic"/>
                <a:cs typeface="IPAexGothic"/>
              </a:defRPr>
            </a:lvl9pPr>
          </a:lstStyle>
          <a:p xmlns:a="http://schemas.openxmlformats.org/drawingml/2006/main">
            <a:pPr algn="l">
              <a:buNone/>
              <a:defRPr sz="3300" b="1">
                <a:solidFill>
                  <a:srgbClr val="172B3A"/>
                </a:solidFill>
                <a:latin typeface="IPAexGothic"/>
                <a:ea typeface="IPAexGothic"/>
                <a:cs typeface="IPAexGothic"/>
              </a:defRPr>
            </a:pPr>
            <a:r>
              <a:rPr sz="3300" b="1">
                <a:solidFill>
                  <a:srgbClr val="172B3A"/>
                </a:solidFill>
                <a:latin typeface="IPAexGothic"/>
                <a:ea typeface="IPAexGothic"/>
                <a:cs typeface="IPAexGothic"/>
              </a:rPr>
              <a:t>⑧ 更新する情報と再評価する条件</a:t>
            </a:r>
          </a:p>
        </p:txBody>
      </p:sp>
      <p:sp>
        <p:nvSpPr>
          <p:cNvPr id="2" name="summary">
            <a:extLst xmlns:a="http://schemas.openxmlformats.org/drawingml/2006/main">
              <a:ext uri="{FF2B5EF4-FFF2-40B4-BE49-F238E27FC236}">
                <a16:creationId xmlns:a16="http://schemas.microsoft.com/office/drawing/2014/main" id="{D07E3984-3353-431E-8B06-74CE4C78F98E}"/>
              </a:ext>
            </a:extLst>
          </p:cNvPr>
          <p:cNvSpPr>
            <a:spLocks xmlns:a="http://schemas.openxmlformats.org/drawingml/2006/main" noGrp="1"/>
          </p:cNvSpPr>
          <p:nvPr/>
        </p:nvSpPr>
        <p:spPr>
          <a:xfrm xmlns:a="http://schemas.openxmlformats.org/drawingml/2006/main">
            <a:off x="609600" y="1028700"/>
            <a:ext cx="10896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872"/>
                </a:solidFill>
                <a:latin typeface="IPAexGothic"/>
                <a:ea typeface="IPAexGothic"/>
                <a:cs typeface="IPAexGothic"/>
              </a:defRPr>
            </a:defPPr>
            <a:lvl1pPr algn="l">
              <a:buNone/>
              <a:defRPr sz="1800" b="0">
                <a:solidFill>
                  <a:srgbClr val="586872"/>
                </a:solidFill>
                <a:latin typeface="IPAexGothic"/>
                <a:ea typeface="IPAexGothic"/>
                <a:cs typeface="IPAexGothic"/>
              </a:defRPr>
            </a:lvl1pPr>
            <a:lvl2pPr algn="l">
              <a:buNone/>
              <a:defRPr sz="1800" b="0">
                <a:solidFill>
                  <a:srgbClr val="586872"/>
                </a:solidFill>
                <a:latin typeface="IPAexGothic"/>
                <a:ea typeface="IPAexGothic"/>
                <a:cs typeface="IPAexGothic"/>
              </a:defRPr>
            </a:lvl2pPr>
            <a:lvl3pPr algn="l">
              <a:buNone/>
              <a:defRPr sz="1800" b="0">
                <a:solidFill>
                  <a:srgbClr val="586872"/>
                </a:solidFill>
                <a:latin typeface="IPAexGothic"/>
                <a:ea typeface="IPAexGothic"/>
                <a:cs typeface="IPAexGothic"/>
              </a:defRPr>
            </a:lvl3pPr>
            <a:lvl4pPr algn="l">
              <a:buNone/>
              <a:defRPr sz="1800" b="0">
                <a:solidFill>
                  <a:srgbClr val="586872"/>
                </a:solidFill>
                <a:latin typeface="IPAexGothic"/>
                <a:ea typeface="IPAexGothic"/>
                <a:cs typeface="IPAexGothic"/>
              </a:defRPr>
            </a:lvl4pPr>
            <a:lvl5pPr algn="l">
              <a:buNone/>
              <a:defRPr sz="1800" b="0">
                <a:solidFill>
                  <a:srgbClr val="586872"/>
                </a:solidFill>
                <a:latin typeface="IPAexGothic"/>
                <a:ea typeface="IPAexGothic"/>
                <a:cs typeface="IPAexGothic"/>
              </a:defRPr>
            </a:lvl5pPr>
            <a:lvl6pPr algn="l">
              <a:buNone/>
              <a:defRPr sz="1800" b="0">
                <a:solidFill>
                  <a:srgbClr val="586872"/>
                </a:solidFill>
                <a:latin typeface="IPAexGothic"/>
                <a:ea typeface="IPAexGothic"/>
                <a:cs typeface="IPAexGothic"/>
              </a:defRPr>
            </a:lvl6pPr>
            <a:lvl7pPr algn="l">
              <a:buNone/>
              <a:defRPr sz="1800" b="0">
                <a:solidFill>
                  <a:srgbClr val="586872"/>
                </a:solidFill>
                <a:latin typeface="IPAexGothic"/>
                <a:ea typeface="IPAexGothic"/>
                <a:cs typeface="IPAexGothic"/>
              </a:defRPr>
            </a:lvl7pPr>
            <a:lvl8pPr algn="l">
              <a:buNone/>
              <a:defRPr sz="1800" b="0">
                <a:solidFill>
                  <a:srgbClr val="586872"/>
                </a:solidFill>
                <a:latin typeface="IPAexGothic"/>
                <a:ea typeface="IPAexGothic"/>
                <a:cs typeface="IPAexGothic"/>
              </a:defRPr>
            </a:lvl8pPr>
            <a:lvl9pPr algn="l">
              <a:buNone/>
              <a:defRPr sz="1800" b="0">
                <a:solidFill>
                  <a:srgbClr val="586872"/>
                </a:solidFill>
                <a:latin typeface="IPAexGothic"/>
                <a:ea typeface="IPAexGothic"/>
                <a:cs typeface="IPAexGothic"/>
              </a:defRPr>
            </a:lvl9pPr>
          </a:lstStyle>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パターンを分割・統合・追加したら、版と入力対応表だけでなく統計や保持条件も更新します。</a:t>
            </a:r>
          </a:p>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旧版の削除許可を引き継がず、新版で三評価に合格した範囲だけ削除を再開します。</a:t>
            </a:r>
          </a:p>
        </p:txBody>
      </p:sp>
      <p:graphicFrame>
        <p:nvGraphicFramePr>
          <p:cNvPr id="3" name="">
            <a:extLst xmlns:a="http://schemas.openxmlformats.org/drawingml/2006/main">
              <a:ext uri="{FF2B5EF4-FFF2-40B4-BE49-F238E27FC236}">
                <a16:creationId xmlns:a16="http://schemas.microsoft.com/office/drawing/2014/main" id="{962C120C-A91A-419A-995B-D2931AD9EEA6}"/>
              </a:ext>
            </a:extLst>
          </p:cNvPr>
          <p:cNvGraphicFramePr/>
          <p:nvPr/>
        </p:nvGraphicFramePr>
        <p:xfrm>
          <a:off xmlns:a="http://schemas.openxmlformats.org/drawingml/2006/main" x="609600" y="1714500"/>
          <a:ext xmlns:a="http://schemas.openxmlformats.org/drawingml/2006/main" cx="10972800" cy="3714750"/>
        </p:xfrm>
        <a:graphic xmlns:a="http://schemas.openxmlformats.org/drawingml/2006/main">
          <a:graphicData uri="http://schemas.openxmlformats.org/drawingml/2006/table">
            <a:tbl>
              <a:tblPr firstRow="1" bandRow="0"/>
              <a:tblGrid>
                <a:gridCol w="2905125"/>
                <a:gridCol w="8067675"/>
              </a:tblGrid>
              <a:tr h="530679">
                <a:tc>
                  <a:txBody>
                    <a:bodyPr wrap="square" lIns="133350" tIns="76200" rIns="114300" bIns="76200"/>
                    <a:lstStyle/>
                    <a:p>
                      <a:r>
                        <a:rPr sz="1800" b="1">
                          <a:solidFill>
                            <a:srgbClr val="172B3A"/>
                          </a:solidFill>
                          <a:latin typeface="IPAexGothic"/>
                          <a:ea typeface="IPAexGothic"/>
                          <a:cs typeface="IPAexGothic"/>
                        </a:rPr>
                        <a:t>更新の対象</a:t>
                      </a:r>
                    </a:p>
                  </a:txBody>
                  <a:tcPr marL="91440" marR="91440" marT="45720" marB="45720" anchor="ctr">
                    <a:lnL w="9525">
                      <a:solidFill>
                        <a:srgbClr val="BCCAD2"/>
                      </a:solidFill>
                      <a:prstDash val="solid"/>
                    </a:lnL>
                    <a:lnR w="9525">
                      <a:solidFill>
                        <a:srgbClr val="BCCAD2"/>
                      </a:solidFill>
                      <a:prstDash val="solid"/>
                    </a:lnR>
                    <a:lnT w="9525">
                      <a:solidFill>
                        <a:srgbClr val="BCCAD2"/>
                      </a:solidFill>
                      <a:prstDash val="solid"/>
                    </a:lnT>
                    <a:lnB w="9525">
                      <a:solidFill>
                        <a:srgbClr val="BCCAD2"/>
                      </a:solidFill>
                      <a:prstDash val="solid"/>
                    </a:lnB>
                    <a:solidFill>
                      <a:srgbClr val="EAF1F5"/>
                    </a:solidFill>
                  </a:tcPr>
                </a:tc>
                <a:tc>
                  <a:txBody>
                    <a:bodyPr wrap="square" lIns="133350" tIns="76200" rIns="114300" bIns="76200"/>
                    <a:lstStyle/>
                    <a:p>
                      <a:r>
                        <a:rPr sz="1800" b="1">
                          <a:solidFill>
                            <a:srgbClr val="172B3A"/>
                          </a:solidFill>
                          <a:latin typeface="IPAexGothic"/>
                          <a:ea typeface="IPAexGothic"/>
                          <a:cs typeface="IPAexGothic"/>
                        </a:rPr>
                        <a:t>実行・確認する内容</a:t>
                      </a:r>
                    </a:p>
                  </a:txBody>
                  <a:tcPr marL="91440" marR="91440" marT="45720" marB="45720" anchor="ctr">
                    <a:lnR w="9525">
                      <a:solidFill>
                        <a:srgbClr val="BCCAD2"/>
                      </a:solidFill>
                      <a:prstDash val="solid"/>
                    </a:lnR>
                    <a:lnT w="9525">
                      <a:solidFill>
                        <a:srgbClr val="BCCAD2"/>
                      </a:solidFill>
                      <a:prstDash val="solid"/>
                    </a:lnT>
                    <a:lnB w="9525">
                      <a:solidFill>
                        <a:srgbClr val="BCCAD2"/>
                      </a:solidFill>
                      <a:prstDash val="solid"/>
                    </a:lnB>
                    <a:solidFill>
                      <a:srgbClr val="EAF1F5"/>
                    </a:solidFill>
                  </a:tcPr>
                </a:tc>
              </a:tr>
              <a:tr h="530679">
                <a:tc>
                  <a:txBody>
                    <a:bodyPr wrap="square" lIns="133350" tIns="76200" rIns="114300" bIns="76200"/>
                    <a:lstStyle/>
                    <a:p>
                      <a:r>
                        <a:rPr sz="1800" b="0">
                          <a:solidFill>
                            <a:srgbClr val="172B3A"/>
                          </a:solidFill>
                          <a:latin typeface="IPAexGothic"/>
                          <a:ea typeface="IPAexGothic"/>
                          <a:cs typeface="IPAexGothic"/>
                        </a:rPr>
                        <a:t>変化を検知した範囲</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FFFFF"/>
                    </a:solidFill>
                  </a:tcPr>
                </a:tc>
                <a:tc>
                  <a:txBody>
                    <a:bodyPr wrap="square" lIns="133350" tIns="76200" rIns="114300" bIns="76200"/>
                    <a:lstStyle/>
                    <a:p>
                      <a:r>
                        <a:rPr sz="1800" b="0">
                          <a:solidFill>
                            <a:srgbClr val="172B3A"/>
                          </a:solidFill>
                          <a:latin typeface="IPAexGothic"/>
                          <a:ea typeface="IPAexGothic"/>
                          <a:cs typeface="IPAexGothic"/>
                        </a:rPr>
                        <a:t>今後の削除を止め、新規取得の元データを保持</a:t>
                      </a:r>
                    </a:p>
                  </a:txBody>
                  <a:tcPr marL="91440" marR="91440" marT="45720" marB="45720" anchor="ctr">
                    <a:lnR w="9525">
                      <a:solidFill>
                        <a:srgbClr val="BCCAD2"/>
                      </a:solidFill>
                      <a:prstDash val="solid"/>
                    </a:lnR>
                    <a:lnB w="9525">
                      <a:solidFill>
                        <a:srgbClr val="BCCAD2"/>
                      </a:solidFill>
                      <a:prstDash val="solid"/>
                    </a:lnB>
                    <a:solidFill>
                      <a:srgbClr val="FFFFFF"/>
                    </a:solidFill>
                  </a:tcPr>
                </a:tc>
              </a:tr>
              <a:tr h="530679">
                <a:tc>
                  <a:txBody>
                    <a:bodyPr wrap="square" lIns="133350" tIns="76200" rIns="114300" bIns="76200"/>
                    <a:lstStyle/>
                    <a:p>
                      <a:r>
                        <a:rPr sz="1800" b="0">
                          <a:solidFill>
                            <a:srgbClr val="172B3A"/>
                          </a:solidFill>
                          <a:latin typeface="IPAexGothic"/>
                          <a:ea typeface="IPAexGothic"/>
                          <a:cs typeface="IPAexGothic"/>
                        </a:rPr>
                        <a:t>再構築・新規抽出</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8FAFB"/>
                    </a:solidFill>
                  </a:tcPr>
                </a:tc>
                <a:tc>
                  <a:txBody>
                    <a:bodyPr wrap="square" lIns="133350" tIns="76200" rIns="114300" bIns="76200"/>
                    <a:lstStyle/>
                    <a:p>
                      <a:r>
                        <a:rPr sz="1800" b="0">
                          <a:solidFill>
                            <a:srgbClr val="172B3A"/>
                          </a:solidFill>
                          <a:latin typeface="IPAexGothic"/>
                          <a:ea typeface="IPAexGothic"/>
                          <a:cs typeface="IPAexGothic"/>
                        </a:rPr>
                        <a:t>残存・新規の境界データで定義を更新し、未知から新規抽出</a:t>
                      </a:r>
                    </a:p>
                  </a:txBody>
                  <a:tcPr marL="91440" marR="91440" marT="45720" marB="45720" anchor="ctr">
                    <a:lnR w="9525">
                      <a:solidFill>
                        <a:srgbClr val="BCCAD2"/>
                      </a:solidFill>
                      <a:prstDash val="solid"/>
                    </a:lnR>
                    <a:lnB w="9525">
                      <a:solidFill>
                        <a:srgbClr val="BCCAD2"/>
                      </a:solidFill>
                      <a:prstDash val="solid"/>
                    </a:lnB>
                    <a:solidFill>
                      <a:srgbClr val="F8FAFB"/>
                    </a:solidFill>
                  </a:tcPr>
                </a:tc>
              </a:tr>
              <a:tr h="530679">
                <a:tc>
                  <a:txBody>
                    <a:bodyPr wrap="square" lIns="133350" tIns="76200" rIns="114300" bIns="76200"/>
                    <a:lstStyle/>
                    <a:p>
                      <a:r>
                        <a:rPr sz="1800" b="0">
                          <a:solidFill>
                            <a:srgbClr val="172B3A"/>
                          </a:solidFill>
                          <a:latin typeface="IPAexGothic"/>
                          <a:ea typeface="IPAexGothic"/>
                          <a:cs typeface="IPAexGothic"/>
                        </a:rPr>
                        <a:t>定義・対応関係</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FFFFF"/>
                    </a:solidFill>
                  </a:tcPr>
                </a:tc>
                <a:tc>
                  <a:txBody>
                    <a:bodyPr wrap="square" lIns="133350" tIns="76200" rIns="114300" bIns="76200"/>
                    <a:lstStyle/>
                    <a:p>
                      <a:r>
                        <a:rPr sz="1800" b="0">
                          <a:solidFill>
                            <a:srgbClr val="172B3A"/>
                          </a:solidFill>
                          <a:latin typeface="IPAexGothic"/>
                          <a:ea typeface="IPAexGothic"/>
                          <a:cs typeface="IPAexGothic"/>
                        </a:rPr>
                        <a:t>ID・版、尺度変換・中心・半径、出現のまとめ方と対応を更新し範囲を記録</a:t>
                      </a:r>
                    </a:p>
                  </a:txBody>
                  <a:tcPr marL="91440" marR="91440" marT="45720" marB="45720" anchor="ctr">
                    <a:lnR w="9525">
                      <a:solidFill>
                        <a:srgbClr val="BCCAD2"/>
                      </a:solidFill>
                      <a:prstDash val="solid"/>
                    </a:lnR>
                    <a:lnB w="9525">
                      <a:solidFill>
                        <a:srgbClr val="BCCAD2"/>
                      </a:solidFill>
                      <a:prstDash val="solid"/>
                    </a:lnB>
                    <a:solidFill>
                      <a:srgbClr val="FFFFFF"/>
                    </a:solidFill>
                  </a:tcPr>
                </a:tc>
              </a:tr>
              <a:tr h="530679">
                <a:tc>
                  <a:txBody>
                    <a:bodyPr wrap="square" lIns="133350" tIns="76200" rIns="114300" bIns="76200"/>
                    <a:lstStyle/>
                    <a:p>
                      <a:r>
                        <a:rPr sz="1800" b="0">
                          <a:solidFill>
                            <a:srgbClr val="172B3A"/>
                          </a:solidFill>
                          <a:latin typeface="IPAexGothic"/>
                          <a:ea typeface="IPAexGothic"/>
                          <a:cs typeface="IPAexGothic"/>
                        </a:rPr>
                        <a:t>入力・統計・保持条件</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8FAFB"/>
                    </a:solidFill>
                  </a:tcPr>
                </a:tc>
                <a:tc>
                  <a:txBody>
                    <a:bodyPr wrap="square" lIns="133350" tIns="76200" rIns="114300" bIns="76200"/>
                    <a:lstStyle/>
                    <a:p>
                      <a:r>
                        <a:rPr sz="1800" b="0">
                          <a:solidFill>
                            <a:srgbClr val="172B3A"/>
                          </a:solidFill>
                          <a:latin typeface="IPAexGothic"/>
                          <a:ea typeface="IPAexGothic"/>
                          <a:cs typeface="IPAexGothic"/>
                        </a:rPr>
                        <a:t>対応表、モデル、統計評価、保持集合を新版と整合させる</a:t>
                      </a:r>
                    </a:p>
                  </a:txBody>
                  <a:tcPr marL="91440" marR="91440" marT="45720" marB="45720" anchor="ctr">
                    <a:lnR w="9525">
                      <a:solidFill>
                        <a:srgbClr val="BCCAD2"/>
                      </a:solidFill>
                      <a:prstDash val="solid"/>
                    </a:lnR>
                    <a:lnB w="9525">
                      <a:solidFill>
                        <a:srgbClr val="BCCAD2"/>
                      </a:solidFill>
                      <a:prstDash val="solid"/>
                    </a:lnB>
                    <a:solidFill>
                      <a:srgbClr val="F8FAFB"/>
                    </a:solidFill>
                  </a:tcPr>
                </a:tc>
              </a:tr>
              <a:tr h="530679">
                <a:tc>
                  <a:txBody>
                    <a:bodyPr wrap="square" lIns="133350" tIns="76200" rIns="114300" bIns="76200"/>
                    <a:lstStyle/>
                    <a:p>
                      <a:r>
                        <a:rPr sz="1800" b="0">
                          <a:solidFill>
                            <a:srgbClr val="172B3A"/>
                          </a:solidFill>
                          <a:latin typeface="IPAexGothic"/>
                          <a:ea typeface="IPAexGothic"/>
                          <a:cs typeface="IPAexGothic"/>
                        </a:rPr>
                        <a:t>③⑤の評価</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FFFFF"/>
                    </a:solidFill>
                  </a:tcPr>
                </a:tc>
                <a:tc>
                  <a:txBody>
                    <a:bodyPr wrap="square" lIns="133350" tIns="76200" rIns="114300" bIns="76200"/>
                    <a:lstStyle/>
                    <a:p>
                      <a:r>
                        <a:rPr sz="1800" b="0">
                          <a:solidFill>
                            <a:srgbClr val="172B3A"/>
                          </a:solidFill>
                          <a:latin typeface="IPAexGothic"/>
                          <a:ea typeface="IPAexGothic"/>
                          <a:cs typeface="IPAexGothic"/>
                        </a:rPr>
                        <a:t>確立度・代替性・保持数と構成を再評価。旧許可は継承しない</a:t>
                      </a:r>
                    </a:p>
                  </a:txBody>
                  <a:tcPr marL="91440" marR="91440" marT="45720" marB="45720" anchor="ctr">
                    <a:lnR w="9525">
                      <a:solidFill>
                        <a:srgbClr val="BCCAD2"/>
                      </a:solidFill>
                      <a:prstDash val="solid"/>
                    </a:lnR>
                    <a:lnB w="9525">
                      <a:solidFill>
                        <a:srgbClr val="BCCAD2"/>
                      </a:solidFill>
                      <a:prstDash val="solid"/>
                    </a:lnB>
                    <a:solidFill>
                      <a:srgbClr val="FFFFFF"/>
                    </a:solidFill>
                  </a:tcPr>
                </a:tc>
              </a:tr>
              <a:tr h="530679">
                <a:tc>
                  <a:txBody>
                    <a:bodyPr wrap="square" lIns="133350" tIns="76200" rIns="114300" bIns="76200"/>
                    <a:lstStyle/>
                    <a:p>
                      <a:r>
                        <a:rPr sz="1800" b="0">
                          <a:solidFill>
                            <a:srgbClr val="172B3A"/>
                          </a:solidFill>
                          <a:latin typeface="IPAexGothic"/>
                          <a:ea typeface="IPAexGothic"/>
                          <a:cs typeface="IPAexGothic"/>
                        </a:rPr>
                        <a:t>削除の再開</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8FAFB"/>
                    </a:solidFill>
                  </a:tcPr>
                </a:tc>
                <a:tc>
                  <a:txBody>
                    <a:bodyPr wrap="square" lIns="133350" tIns="76200" rIns="114300" bIns="76200"/>
                    <a:lstStyle/>
                    <a:p>
                      <a:r>
                        <a:rPr sz="1800" b="0">
                          <a:solidFill>
                            <a:srgbClr val="172B3A"/>
                          </a:solidFill>
                          <a:latin typeface="IPAexGothic"/>
                          <a:ea typeface="IPAexGothic"/>
                          <a:cs typeface="IPAexGothic"/>
                        </a:rPr>
                        <a:t>再評価で合格した版・モデル・条件だけ再開</a:t>
                      </a:r>
                    </a:p>
                  </a:txBody>
                  <a:tcPr marL="91440" marR="91440" marT="45720" marB="45720" anchor="ctr">
                    <a:lnR w="9525">
                      <a:solidFill>
                        <a:srgbClr val="BCCAD2"/>
                      </a:solidFill>
                      <a:prstDash val="solid"/>
                    </a:lnR>
                    <a:lnB w="9525">
                      <a:solidFill>
                        <a:srgbClr val="BCCAD2"/>
                      </a:solidFill>
                      <a:prstDash val="solid"/>
                    </a:lnB>
                    <a:solidFill>
                      <a:srgbClr val="F8FAFB"/>
                    </a:solidFill>
                  </a:tcPr>
                </a:tc>
              </a:tr>
            </a:tbl>
          </a:graphicData>
        </a:graphic>
      </p:graphicFrame>
      <p:sp>
        <p:nvSpPr>
          <p:cNvPr id="4" name="text-2">
            <a:extLst xmlns:a="http://schemas.openxmlformats.org/drawingml/2006/main">
              <a:ext uri="{FF2B5EF4-FFF2-40B4-BE49-F238E27FC236}">
                <a16:creationId xmlns:a16="http://schemas.microsoft.com/office/drawing/2014/main" id="{6F044841-7476-43DA-9D9F-819E32E940EA}"/>
              </a:ext>
            </a:extLst>
          </p:cNvPr>
          <p:cNvSpPr>
            <a:spLocks xmlns:a="http://schemas.openxmlformats.org/drawingml/2006/main" noGrp="1"/>
          </p:cNvSpPr>
          <p:nvPr/>
        </p:nvSpPr>
        <p:spPr>
          <a:xfrm xmlns:a="http://schemas.openxmlformats.org/drawingml/2006/main">
            <a:off x="609600" y="5953125"/>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86872"/>
                </a:solidFill>
                <a:latin typeface="IPAexGothic"/>
                <a:ea typeface="IPAexGothic"/>
                <a:cs typeface="IPAexGothic"/>
              </a:defRPr>
            </a:defPPr>
            <a:lvl1pPr algn="l">
              <a:buNone/>
              <a:defRPr sz="1575" b="0">
                <a:solidFill>
                  <a:srgbClr val="586872"/>
                </a:solidFill>
                <a:latin typeface="IPAexGothic"/>
                <a:ea typeface="IPAexGothic"/>
                <a:cs typeface="IPAexGothic"/>
              </a:defRPr>
            </a:lvl1pPr>
            <a:lvl2pPr algn="l">
              <a:buNone/>
              <a:defRPr sz="1575" b="0">
                <a:solidFill>
                  <a:srgbClr val="586872"/>
                </a:solidFill>
                <a:latin typeface="IPAexGothic"/>
                <a:ea typeface="IPAexGothic"/>
                <a:cs typeface="IPAexGothic"/>
              </a:defRPr>
            </a:lvl2pPr>
            <a:lvl3pPr algn="l">
              <a:buNone/>
              <a:defRPr sz="1575" b="0">
                <a:solidFill>
                  <a:srgbClr val="586872"/>
                </a:solidFill>
                <a:latin typeface="IPAexGothic"/>
                <a:ea typeface="IPAexGothic"/>
                <a:cs typeface="IPAexGothic"/>
              </a:defRPr>
            </a:lvl3pPr>
            <a:lvl4pPr algn="l">
              <a:buNone/>
              <a:defRPr sz="1575" b="0">
                <a:solidFill>
                  <a:srgbClr val="586872"/>
                </a:solidFill>
                <a:latin typeface="IPAexGothic"/>
                <a:ea typeface="IPAexGothic"/>
                <a:cs typeface="IPAexGothic"/>
              </a:defRPr>
            </a:lvl4pPr>
            <a:lvl5pPr algn="l">
              <a:buNone/>
              <a:defRPr sz="1575" b="0">
                <a:solidFill>
                  <a:srgbClr val="586872"/>
                </a:solidFill>
                <a:latin typeface="IPAexGothic"/>
                <a:ea typeface="IPAexGothic"/>
                <a:cs typeface="IPAexGothic"/>
              </a:defRPr>
            </a:lvl5pPr>
            <a:lvl6pPr algn="l">
              <a:buNone/>
              <a:defRPr sz="1575" b="0">
                <a:solidFill>
                  <a:srgbClr val="586872"/>
                </a:solidFill>
                <a:latin typeface="IPAexGothic"/>
                <a:ea typeface="IPAexGothic"/>
                <a:cs typeface="IPAexGothic"/>
              </a:defRPr>
            </a:lvl6pPr>
            <a:lvl7pPr algn="l">
              <a:buNone/>
              <a:defRPr sz="1575" b="0">
                <a:solidFill>
                  <a:srgbClr val="586872"/>
                </a:solidFill>
                <a:latin typeface="IPAexGothic"/>
                <a:ea typeface="IPAexGothic"/>
                <a:cs typeface="IPAexGothic"/>
              </a:defRPr>
            </a:lvl7pPr>
            <a:lvl8pPr algn="l">
              <a:buNone/>
              <a:defRPr sz="1575" b="0">
                <a:solidFill>
                  <a:srgbClr val="586872"/>
                </a:solidFill>
                <a:latin typeface="IPAexGothic"/>
                <a:ea typeface="IPAexGothic"/>
                <a:cs typeface="IPAexGothic"/>
              </a:defRPr>
            </a:lvl8pPr>
            <a:lvl9pPr algn="l">
              <a:buNone/>
              <a:defRPr sz="1575" b="0">
                <a:solidFill>
                  <a:srgbClr val="586872"/>
                </a:solidFill>
                <a:latin typeface="IPAexGothic"/>
                <a:ea typeface="IPAexGothic"/>
                <a:cs typeface="IPAexGothic"/>
              </a:defRPr>
            </a:lvl9pPr>
          </a:lstStyle>
          <a:p xmlns:a="http://schemas.openxmlformats.org/drawingml/2006/main">
            <a:pPr algn="l">
              <a:buNone/>
              <a:defRPr sz="1575" b="0">
                <a:solidFill>
                  <a:srgbClr val="586872"/>
                </a:solidFill>
                <a:latin typeface="IPAexGothic"/>
                <a:ea typeface="IPAexGothic"/>
                <a:cs typeface="IPAexGothic"/>
              </a:defRPr>
            </a:pPr>
            <a:r>
              <a:rPr sz="1575" b="0">
                <a:solidFill>
                  <a:srgbClr val="586872"/>
                </a:solidFill>
                <a:latin typeface="IPAexGothic"/>
                <a:ea typeface="IPAexGothic"/>
                <a:cs typeface="IPAexGothic"/>
              </a:rPr>
              <a:t>旧版の履歴を残し、新版に対応できない過去記録の範囲も明示する。設計案であり運用検証は未実施</a:t>
            </a:r>
          </a:p>
        </p:txBody>
      </p:sp>
      <p:sp>
        <p:nvSpPr>
          <p:cNvPr id="5" name="page-number">
            <a:extLst xmlns:a="http://schemas.openxmlformats.org/drawingml/2006/main">
              <a:ext uri="{FF2B5EF4-FFF2-40B4-BE49-F238E27FC236}">
                <a16:creationId xmlns:a16="http://schemas.microsoft.com/office/drawing/2014/main" id="{28C1FE09-FFF1-4D26-999F-4694F388E27B}"/>
              </a:ext>
            </a:extLst>
          </p:cNvPr>
          <p:cNvSpPr>
            <a:spLocks xmlns:a="http://schemas.openxmlformats.org/drawingml/2006/main" noGrp="1"/>
          </p:cNvSpPr>
          <p:nvPr/>
        </p:nvSpPr>
        <p:spPr>
          <a:xfrm xmlns:a="http://schemas.openxmlformats.org/drawingml/2006/main">
            <a:off x="11239500" y="64484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872"/>
                </a:solidFill>
                <a:latin typeface="IPAexGothic"/>
                <a:ea typeface="IPAexGothic"/>
                <a:cs typeface="IPAexGothic"/>
              </a:defRPr>
            </a:defPPr>
            <a:lvl1pPr algn="r">
              <a:buNone/>
              <a:defRPr sz="1275" b="0">
                <a:solidFill>
                  <a:srgbClr val="586872"/>
                </a:solidFill>
                <a:latin typeface="IPAexGothic"/>
                <a:ea typeface="IPAexGothic"/>
                <a:cs typeface="IPAexGothic"/>
              </a:defRPr>
            </a:lvl1pPr>
            <a:lvl2pPr algn="r">
              <a:buNone/>
              <a:defRPr sz="1275" b="0">
                <a:solidFill>
                  <a:srgbClr val="586872"/>
                </a:solidFill>
                <a:latin typeface="IPAexGothic"/>
                <a:ea typeface="IPAexGothic"/>
                <a:cs typeface="IPAexGothic"/>
              </a:defRPr>
            </a:lvl2pPr>
            <a:lvl3pPr algn="r">
              <a:buNone/>
              <a:defRPr sz="1275" b="0">
                <a:solidFill>
                  <a:srgbClr val="586872"/>
                </a:solidFill>
                <a:latin typeface="IPAexGothic"/>
                <a:ea typeface="IPAexGothic"/>
                <a:cs typeface="IPAexGothic"/>
              </a:defRPr>
            </a:lvl3pPr>
            <a:lvl4pPr algn="r">
              <a:buNone/>
              <a:defRPr sz="1275" b="0">
                <a:solidFill>
                  <a:srgbClr val="586872"/>
                </a:solidFill>
                <a:latin typeface="IPAexGothic"/>
                <a:ea typeface="IPAexGothic"/>
                <a:cs typeface="IPAexGothic"/>
              </a:defRPr>
            </a:lvl4pPr>
            <a:lvl5pPr algn="r">
              <a:buNone/>
              <a:defRPr sz="1275" b="0">
                <a:solidFill>
                  <a:srgbClr val="586872"/>
                </a:solidFill>
                <a:latin typeface="IPAexGothic"/>
                <a:ea typeface="IPAexGothic"/>
                <a:cs typeface="IPAexGothic"/>
              </a:defRPr>
            </a:lvl5pPr>
            <a:lvl6pPr algn="r">
              <a:buNone/>
              <a:defRPr sz="1275" b="0">
                <a:solidFill>
                  <a:srgbClr val="586872"/>
                </a:solidFill>
                <a:latin typeface="IPAexGothic"/>
                <a:ea typeface="IPAexGothic"/>
                <a:cs typeface="IPAexGothic"/>
              </a:defRPr>
            </a:lvl6pPr>
            <a:lvl7pPr algn="r">
              <a:buNone/>
              <a:defRPr sz="1275" b="0">
                <a:solidFill>
                  <a:srgbClr val="586872"/>
                </a:solidFill>
                <a:latin typeface="IPAexGothic"/>
                <a:ea typeface="IPAexGothic"/>
                <a:cs typeface="IPAexGothic"/>
              </a:defRPr>
            </a:lvl7pPr>
            <a:lvl8pPr algn="r">
              <a:buNone/>
              <a:defRPr sz="1275" b="0">
                <a:solidFill>
                  <a:srgbClr val="586872"/>
                </a:solidFill>
                <a:latin typeface="IPAexGothic"/>
                <a:ea typeface="IPAexGothic"/>
                <a:cs typeface="IPAexGothic"/>
              </a:defRPr>
            </a:lvl8pPr>
            <a:lvl9pPr algn="r">
              <a:buNone/>
              <a:defRPr sz="1275" b="0">
                <a:solidFill>
                  <a:srgbClr val="586872"/>
                </a:solidFill>
                <a:latin typeface="IPAexGothic"/>
                <a:ea typeface="IPAexGothic"/>
                <a:cs typeface="IPAexGothic"/>
              </a:defRPr>
            </a:lvl9pPr>
          </a:lstStyle>
          <a:p xmlns:a="http://schemas.openxmlformats.org/drawingml/2006/main">
            <a:pPr algn="r">
              <a:buNone/>
              <a:defRPr sz="1275" b="0">
                <a:solidFill>
                  <a:srgbClr val="586872"/>
                </a:solidFill>
                <a:latin typeface="IPAexGothic"/>
                <a:ea typeface="IPAexGothic"/>
                <a:cs typeface="IPAexGothic"/>
              </a:defRPr>
            </a:pPr>
            <a:r>
              <a:rPr sz="1275" b="0">
                <a:solidFill>
                  <a:srgbClr val="586872"/>
                </a:solidFill>
                <a:latin typeface="IPAexGothic"/>
                <a:ea typeface="IPAexGothic"/>
                <a:cs typeface="IPAexGothic"/>
              </a:rPr>
              <a:t>40</a:t>
            </a:r>
          </a:p>
        </p:txBody>
      </p:sp>
    </p:spTree>
    <p:extLst>
      <p:ext uri="{BB962C8B-B14F-4D97-AF65-F5344CB8AC3E}">
        <p14:creationId xmlns:p14="http://schemas.microsoft.com/office/powerpoint/2010/main" val="956625252"/>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headline">
            <a:extLst xmlns:a="http://schemas.openxmlformats.org/drawingml/2006/main">
              <a:ext uri="{FF2B5EF4-FFF2-40B4-BE49-F238E27FC236}">
                <a16:creationId xmlns:a16="http://schemas.microsoft.com/office/drawing/2014/main" id="{F5D4A4B5-24F2-4B89-B432-BC8721843D0C}"/>
              </a:ext>
            </a:extLst>
          </p:cNvPr>
          <p:cNvSpPr>
            <a:spLocks xmlns:a="http://schemas.openxmlformats.org/drawingml/2006/main" noGrp="1"/>
          </p:cNvSpPr>
          <p:nvPr/>
        </p:nvSpPr>
        <p:spPr>
          <a:xfrm xmlns:a="http://schemas.openxmlformats.org/drawingml/2006/main">
            <a:off x="590550" y="333375"/>
            <a:ext cx="1095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2B3A"/>
                </a:solidFill>
                <a:latin typeface="IPAexGothic"/>
                <a:ea typeface="IPAexGothic"/>
                <a:cs typeface="IPAexGothic"/>
              </a:defRPr>
            </a:defPPr>
            <a:lvl1pPr algn="l">
              <a:buNone/>
              <a:defRPr sz="3300" b="1">
                <a:solidFill>
                  <a:srgbClr val="172B3A"/>
                </a:solidFill>
                <a:latin typeface="IPAexGothic"/>
                <a:ea typeface="IPAexGothic"/>
                <a:cs typeface="IPAexGothic"/>
              </a:defRPr>
            </a:lvl1pPr>
            <a:lvl2pPr algn="l">
              <a:buNone/>
              <a:defRPr sz="3300" b="1">
                <a:solidFill>
                  <a:srgbClr val="172B3A"/>
                </a:solidFill>
                <a:latin typeface="IPAexGothic"/>
                <a:ea typeface="IPAexGothic"/>
                <a:cs typeface="IPAexGothic"/>
              </a:defRPr>
            </a:lvl2pPr>
            <a:lvl3pPr algn="l">
              <a:buNone/>
              <a:defRPr sz="3300" b="1">
                <a:solidFill>
                  <a:srgbClr val="172B3A"/>
                </a:solidFill>
                <a:latin typeface="IPAexGothic"/>
                <a:ea typeface="IPAexGothic"/>
                <a:cs typeface="IPAexGothic"/>
              </a:defRPr>
            </a:lvl3pPr>
            <a:lvl4pPr algn="l">
              <a:buNone/>
              <a:defRPr sz="3300" b="1">
                <a:solidFill>
                  <a:srgbClr val="172B3A"/>
                </a:solidFill>
                <a:latin typeface="IPAexGothic"/>
                <a:ea typeface="IPAexGothic"/>
                <a:cs typeface="IPAexGothic"/>
              </a:defRPr>
            </a:lvl4pPr>
            <a:lvl5pPr algn="l">
              <a:buNone/>
              <a:defRPr sz="3300" b="1">
                <a:solidFill>
                  <a:srgbClr val="172B3A"/>
                </a:solidFill>
                <a:latin typeface="IPAexGothic"/>
                <a:ea typeface="IPAexGothic"/>
                <a:cs typeface="IPAexGothic"/>
              </a:defRPr>
            </a:lvl5pPr>
            <a:lvl6pPr algn="l">
              <a:buNone/>
              <a:defRPr sz="3300" b="1">
                <a:solidFill>
                  <a:srgbClr val="172B3A"/>
                </a:solidFill>
                <a:latin typeface="IPAexGothic"/>
                <a:ea typeface="IPAexGothic"/>
                <a:cs typeface="IPAexGothic"/>
              </a:defRPr>
            </a:lvl6pPr>
            <a:lvl7pPr algn="l">
              <a:buNone/>
              <a:defRPr sz="3300" b="1">
                <a:solidFill>
                  <a:srgbClr val="172B3A"/>
                </a:solidFill>
                <a:latin typeface="IPAexGothic"/>
                <a:ea typeface="IPAexGothic"/>
                <a:cs typeface="IPAexGothic"/>
              </a:defRPr>
            </a:lvl7pPr>
            <a:lvl8pPr algn="l">
              <a:buNone/>
              <a:defRPr sz="3300" b="1">
                <a:solidFill>
                  <a:srgbClr val="172B3A"/>
                </a:solidFill>
                <a:latin typeface="IPAexGothic"/>
                <a:ea typeface="IPAexGothic"/>
                <a:cs typeface="IPAexGothic"/>
              </a:defRPr>
            </a:lvl8pPr>
            <a:lvl9pPr algn="l">
              <a:buNone/>
              <a:defRPr sz="3300" b="1">
                <a:solidFill>
                  <a:srgbClr val="172B3A"/>
                </a:solidFill>
                <a:latin typeface="IPAexGothic"/>
                <a:ea typeface="IPAexGothic"/>
                <a:cs typeface="IPAexGothic"/>
              </a:defRPr>
            </a:lvl9pPr>
          </a:lstStyle>
          <a:p xmlns:a="http://schemas.openxmlformats.org/drawingml/2006/main">
            <a:pPr algn="l">
              <a:buNone/>
              <a:defRPr sz="3300" b="1">
                <a:solidFill>
                  <a:srgbClr val="172B3A"/>
                </a:solidFill>
                <a:latin typeface="IPAexGothic"/>
                <a:ea typeface="IPAexGothic"/>
                <a:cs typeface="IPAexGothic"/>
              </a:defRPr>
            </a:pPr>
            <a:r>
              <a:rPr sz="3300" b="1">
                <a:solidFill>
                  <a:srgbClr val="172B3A"/>
                </a:solidFill>
                <a:latin typeface="IPAexGothic"/>
                <a:ea typeface="IPAexGothic"/>
                <a:cs typeface="IPAexGothic"/>
              </a:rPr>
              <a:t>⑨ 運用と継続的改善</a:t>
            </a:r>
          </a:p>
        </p:txBody>
      </p:sp>
      <p:sp>
        <p:nvSpPr>
          <p:cNvPr id="2" name="summary">
            <a:extLst xmlns:a="http://schemas.openxmlformats.org/drawingml/2006/main">
              <a:ext uri="{FF2B5EF4-FFF2-40B4-BE49-F238E27FC236}">
                <a16:creationId xmlns:a16="http://schemas.microsoft.com/office/drawing/2014/main" id="{C134F7DF-6A69-459B-9C61-370A50C0C950}"/>
              </a:ext>
            </a:extLst>
          </p:cNvPr>
          <p:cNvSpPr>
            <a:spLocks xmlns:a="http://schemas.openxmlformats.org/drawingml/2006/main" noGrp="1"/>
          </p:cNvSpPr>
          <p:nvPr/>
        </p:nvSpPr>
        <p:spPr>
          <a:xfrm xmlns:a="http://schemas.openxmlformats.org/drawingml/2006/main">
            <a:off x="609600" y="1028700"/>
            <a:ext cx="10896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872"/>
                </a:solidFill>
                <a:latin typeface="IPAexGothic"/>
                <a:ea typeface="IPAexGothic"/>
                <a:cs typeface="IPAexGothic"/>
              </a:defRPr>
            </a:defPPr>
            <a:lvl1pPr algn="l">
              <a:buNone/>
              <a:defRPr sz="1800" b="0">
                <a:solidFill>
                  <a:srgbClr val="586872"/>
                </a:solidFill>
                <a:latin typeface="IPAexGothic"/>
                <a:ea typeface="IPAexGothic"/>
                <a:cs typeface="IPAexGothic"/>
              </a:defRPr>
            </a:lvl1pPr>
            <a:lvl2pPr algn="l">
              <a:buNone/>
              <a:defRPr sz="1800" b="0">
                <a:solidFill>
                  <a:srgbClr val="586872"/>
                </a:solidFill>
                <a:latin typeface="IPAexGothic"/>
                <a:ea typeface="IPAexGothic"/>
                <a:cs typeface="IPAexGothic"/>
              </a:defRPr>
            </a:lvl2pPr>
            <a:lvl3pPr algn="l">
              <a:buNone/>
              <a:defRPr sz="1800" b="0">
                <a:solidFill>
                  <a:srgbClr val="586872"/>
                </a:solidFill>
                <a:latin typeface="IPAexGothic"/>
                <a:ea typeface="IPAexGothic"/>
                <a:cs typeface="IPAexGothic"/>
              </a:defRPr>
            </a:lvl3pPr>
            <a:lvl4pPr algn="l">
              <a:buNone/>
              <a:defRPr sz="1800" b="0">
                <a:solidFill>
                  <a:srgbClr val="586872"/>
                </a:solidFill>
                <a:latin typeface="IPAexGothic"/>
                <a:ea typeface="IPAexGothic"/>
                <a:cs typeface="IPAexGothic"/>
              </a:defRPr>
            </a:lvl4pPr>
            <a:lvl5pPr algn="l">
              <a:buNone/>
              <a:defRPr sz="1800" b="0">
                <a:solidFill>
                  <a:srgbClr val="586872"/>
                </a:solidFill>
                <a:latin typeface="IPAexGothic"/>
                <a:ea typeface="IPAexGothic"/>
                <a:cs typeface="IPAexGothic"/>
              </a:defRPr>
            </a:lvl5pPr>
            <a:lvl6pPr algn="l">
              <a:buNone/>
              <a:defRPr sz="1800" b="0">
                <a:solidFill>
                  <a:srgbClr val="586872"/>
                </a:solidFill>
                <a:latin typeface="IPAexGothic"/>
                <a:ea typeface="IPAexGothic"/>
                <a:cs typeface="IPAexGothic"/>
              </a:defRPr>
            </a:lvl6pPr>
            <a:lvl7pPr algn="l">
              <a:buNone/>
              <a:defRPr sz="1800" b="0">
                <a:solidFill>
                  <a:srgbClr val="586872"/>
                </a:solidFill>
                <a:latin typeface="IPAexGothic"/>
                <a:ea typeface="IPAexGothic"/>
                <a:cs typeface="IPAexGothic"/>
              </a:defRPr>
            </a:lvl7pPr>
            <a:lvl8pPr algn="l">
              <a:buNone/>
              <a:defRPr sz="1800" b="0">
                <a:solidFill>
                  <a:srgbClr val="586872"/>
                </a:solidFill>
                <a:latin typeface="IPAexGothic"/>
                <a:ea typeface="IPAexGothic"/>
                <a:cs typeface="IPAexGothic"/>
              </a:defRPr>
            </a:lvl8pPr>
            <a:lvl9pPr algn="l">
              <a:buNone/>
              <a:defRPr sz="1800" b="0">
                <a:solidFill>
                  <a:srgbClr val="586872"/>
                </a:solidFill>
                <a:latin typeface="IPAexGothic"/>
                <a:ea typeface="IPAexGothic"/>
                <a:cs typeface="IPAexGothic"/>
              </a:defRPr>
            </a:lvl9pPr>
          </a:lstStyle>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運用では2秒ごとに新しい30秒窓を作り、抽出・出現記録・入力生成・判定・説明を続けます。</a:t>
            </a:r>
          </a:p>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窓と出現の管理情報を維持し、削除や版更新の後もモデルと対応表の組合せを確認します。</a:t>
            </a:r>
          </a:p>
        </p:txBody>
      </p:sp>
      <p:sp>
        <p:nvSpPr>
          <p:cNvPr id="3" name="text-2">
            <a:extLst xmlns:a="http://schemas.openxmlformats.org/drawingml/2006/main">
              <a:ext uri="{FF2B5EF4-FFF2-40B4-BE49-F238E27FC236}">
                <a16:creationId xmlns:a16="http://schemas.microsoft.com/office/drawing/2014/main" id="{DDCD0D5A-C55A-4B6D-BE7D-99A25EC733F9}"/>
              </a:ext>
            </a:extLst>
          </p:cNvPr>
          <p:cNvSpPr>
            <a:spLocks xmlns:a="http://schemas.openxmlformats.org/drawingml/2006/main" noGrp="1"/>
          </p:cNvSpPr>
          <p:nvPr/>
        </p:nvSpPr>
        <p:spPr>
          <a:xfrm xmlns:a="http://schemas.openxmlformats.org/drawingml/2006/main">
            <a:off x="619125" y="1762125"/>
            <a:ext cx="5095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236487"/>
                </a:solidFill>
                <a:latin typeface="IPAexGothic"/>
                <a:ea typeface="IPAexGothic"/>
                <a:cs typeface="IPAexGothic"/>
              </a:defRPr>
            </a:defPPr>
            <a:lvl1pPr algn="l">
              <a:buNone/>
              <a:defRPr sz="2325" b="1">
                <a:solidFill>
                  <a:srgbClr val="236487"/>
                </a:solidFill>
                <a:latin typeface="IPAexGothic"/>
                <a:ea typeface="IPAexGothic"/>
                <a:cs typeface="IPAexGothic"/>
              </a:defRPr>
            </a:lvl1pPr>
            <a:lvl2pPr algn="l">
              <a:buNone/>
              <a:defRPr sz="2325" b="1">
                <a:solidFill>
                  <a:srgbClr val="236487"/>
                </a:solidFill>
                <a:latin typeface="IPAexGothic"/>
                <a:ea typeface="IPAexGothic"/>
                <a:cs typeface="IPAexGothic"/>
              </a:defRPr>
            </a:lvl2pPr>
            <a:lvl3pPr algn="l">
              <a:buNone/>
              <a:defRPr sz="2325" b="1">
                <a:solidFill>
                  <a:srgbClr val="236487"/>
                </a:solidFill>
                <a:latin typeface="IPAexGothic"/>
                <a:ea typeface="IPAexGothic"/>
                <a:cs typeface="IPAexGothic"/>
              </a:defRPr>
            </a:lvl3pPr>
            <a:lvl4pPr algn="l">
              <a:buNone/>
              <a:defRPr sz="2325" b="1">
                <a:solidFill>
                  <a:srgbClr val="236487"/>
                </a:solidFill>
                <a:latin typeface="IPAexGothic"/>
                <a:ea typeface="IPAexGothic"/>
                <a:cs typeface="IPAexGothic"/>
              </a:defRPr>
            </a:lvl4pPr>
            <a:lvl5pPr algn="l">
              <a:buNone/>
              <a:defRPr sz="2325" b="1">
                <a:solidFill>
                  <a:srgbClr val="236487"/>
                </a:solidFill>
                <a:latin typeface="IPAexGothic"/>
                <a:ea typeface="IPAexGothic"/>
                <a:cs typeface="IPAexGothic"/>
              </a:defRPr>
            </a:lvl5pPr>
            <a:lvl6pPr algn="l">
              <a:buNone/>
              <a:defRPr sz="2325" b="1">
                <a:solidFill>
                  <a:srgbClr val="236487"/>
                </a:solidFill>
                <a:latin typeface="IPAexGothic"/>
                <a:ea typeface="IPAexGothic"/>
                <a:cs typeface="IPAexGothic"/>
              </a:defRPr>
            </a:lvl6pPr>
            <a:lvl7pPr algn="l">
              <a:buNone/>
              <a:defRPr sz="2325" b="1">
                <a:solidFill>
                  <a:srgbClr val="236487"/>
                </a:solidFill>
                <a:latin typeface="IPAexGothic"/>
                <a:ea typeface="IPAexGothic"/>
                <a:cs typeface="IPAexGothic"/>
              </a:defRPr>
            </a:lvl7pPr>
            <a:lvl8pPr algn="l">
              <a:buNone/>
              <a:defRPr sz="2325" b="1">
                <a:solidFill>
                  <a:srgbClr val="236487"/>
                </a:solidFill>
                <a:latin typeface="IPAexGothic"/>
                <a:ea typeface="IPAexGothic"/>
                <a:cs typeface="IPAexGothic"/>
              </a:defRPr>
            </a:lvl8pPr>
            <a:lvl9pPr algn="l">
              <a:buNone/>
              <a:defRPr sz="2325" b="1">
                <a:solidFill>
                  <a:srgbClr val="236487"/>
                </a:solidFill>
                <a:latin typeface="IPAexGothic"/>
                <a:ea typeface="IPAexGothic"/>
                <a:cs typeface="IPAexGothic"/>
              </a:defRPr>
            </a:lvl9pPr>
          </a:lstStyle>
          <a:p xmlns:a="http://schemas.openxmlformats.org/drawingml/2006/main">
            <a:pPr algn="l">
              <a:buNone/>
              <a:defRPr sz="2325" b="1">
                <a:solidFill>
                  <a:srgbClr val="236487"/>
                </a:solidFill>
                <a:latin typeface="IPAexGothic"/>
                <a:ea typeface="IPAexGothic"/>
                <a:cs typeface="IPAexGothic"/>
              </a:defRPr>
            </a:pPr>
            <a:r>
              <a:rPr sz="2325" b="1">
                <a:solidFill>
                  <a:srgbClr val="236487"/>
                </a:solidFill>
                <a:latin typeface="IPAexGothic"/>
                <a:ea typeface="IPAexGothic"/>
                <a:cs typeface="IPAexGothic"/>
              </a:rPr>
              <a:t>継続して行うこと</a:t>
            </a:r>
          </a:p>
        </p:txBody>
      </p:sp>
      <p:sp>
        <p:nvSpPr>
          <p:cNvPr id="4" name="text-3">
            <a:extLst xmlns:a="http://schemas.openxmlformats.org/drawingml/2006/main">
              <a:ext uri="{FF2B5EF4-FFF2-40B4-BE49-F238E27FC236}">
                <a16:creationId xmlns:a16="http://schemas.microsoft.com/office/drawing/2014/main" id="{06122799-B479-4AB2-B3E0-8EE3FD04548F}"/>
              </a:ext>
            </a:extLst>
          </p:cNvPr>
          <p:cNvSpPr>
            <a:spLocks xmlns:a="http://schemas.openxmlformats.org/drawingml/2006/main" noGrp="1"/>
          </p:cNvSpPr>
          <p:nvPr/>
        </p:nvSpPr>
        <p:spPr>
          <a:xfrm xmlns:a="http://schemas.openxmlformats.org/drawingml/2006/main">
            <a:off x="619125" y="2333625"/>
            <a:ext cx="5095875"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72B3A"/>
                </a:solidFill>
                <a:latin typeface="IPAexGothic"/>
                <a:ea typeface="IPAexGothic"/>
                <a:cs typeface="IPAexGothic"/>
              </a:defRPr>
            </a:defPPr>
            <a:lvl1pPr algn="l">
              <a:buNone/>
              <a:defRPr sz="2025" b="0">
                <a:solidFill>
                  <a:srgbClr val="172B3A"/>
                </a:solidFill>
                <a:latin typeface="IPAexGothic"/>
                <a:ea typeface="IPAexGothic"/>
                <a:cs typeface="IPAexGothic"/>
              </a:defRPr>
            </a:lvl1pPr>
            <a:lvl2pPr algn="l">
              <a:buNone/>
              <a:defRPr sz="2025" b="0">
                <a:solidFill>
                  <a:srgbClr val="172B3A"/>
                </a:solidFill>
                <a:latin typeface="IPAexGothic"/>
                <a:ea typeface="IPAexGothic"/>
                <a:cs typeface="IPAexGothic"/>
              </a:defRPr>
            </a:lvl2pPr>
            <a:lvl3pPr algn="l">
              <a:buNone/>
              <a:defRPr sz="2025" b="0">
                <a:solidFill>
                  <a:srgbClr val="172B3A"/>
                </a:solidFill>
                <a:latin typeface="IPAexGothic"/>
                <a:ea typeface="IPAexGothic"/>
                <a:cs typeface="IPAexGothic"/>
              </a:defRPr>
            </a:lvl3pPr>
            <a:lvl4pPr algn="l">
              <a:buNone/>
              <a:defRPr sz="2025" b="0">
                <a:solidFill>
                  <a:srgbClr val="172B3A"/>
                </a:solidFill>
                <a:latin typeface="IPAexGothic"/>
                <a:ea typeface="IPAexGothic"/>
                <a:cs typeface="IPAexGothic"/>
              </a:defRPr>
            </a:lvl4pPr>
            <a:lvl5pPr algn="l">
              <a:buNone/>
              <a:defRPr sz="2025" b="0">
                <a:solidFill>
                  <a:srgbClr val="172B3A"/>
                </a:solidFill>
                <a:latin typeface="IPAexGothic"/>
                <a:ea typeface="IPAexGothic"/>
                <a:cs typeface="IPAexGothic"/>
              </a:defRPr>
            </a:lvl5pPr>
            <a:lvl6pPr algn="l">
              <a:buNone/>
              <a:defRPr sz="2025" b="0">
                <a:solidFill>
                  <a:srgbClr val="172B3A"/>
                </a:solidFill>
                <a:latin typeface="IPAexGothic"/>
                <a:ea typeface="IPAexGothic"/>
                <a:cs typeface="IPAexGothic"/>
              </a:defRPr>
            </a:lvl6pPr>
            <a:lvl7pPr algn="l">
              <a:buNone/>
              <a:defRPr sz="2025" b="0">
                <a:solidFill>
                  <a:srgbClr val="172B3A"/>
                </a:solidFill>
                <a:latin typeface="IPAexGothic"/>
                <a:ea typeface="IPAexGothic"/>
                <a:cs typeface="IPAexGothic"/>
              </a:defRPr>
            </a:lvl7pPr>
            <a:lvl8pPr algn="l">
              <a:buNone/>
              <a:defRPr sz="2025" b="0">
                <a:solidFill>
                  <a:srgbClr val="172B3A"/>
                </a:solidFill>
                <a:latin typeface="IPAexGothic"/>
                <a:ea typeface="IPAexGothic"/>
                <a:cs typeface="IPAexGothic"/>
              </a:defRPr>
            </a:lvl8pPr>
            <a:lvl9pPr algn="l">
              <a:buNone/>
              <a:defRPr sz="2025" b="0">
                <a:solidFill>
                  <a:srgbClr val="172B3A"/>
                </a:solidFill>
                <a:latin typeface="IPAexGothic"/>
                <a:ea typeface="IPAexGothic"/>
                <a:cs typeface="IPAexGothic"/>
              </a:defRPr>
            </a:lvl9pPr>
          </a:lstStyle>
          <a:p xmlns:a="http://schemas.openxmlformats.org/drawingml/2006/main">
            <a:pPr algn="l">
              <a:buNone/>
              <a:defRPr sz="2025" b="0">
                <a:solidFill>
                  <a:srgbClr val="172B3A"/>
                </a:solidFill>
                <a:latin typeface="IPAexGothic"/>
                <a:ea typeface="IPAexGothic"/>
                <a:cs typeface="IPAexGothic"/>
              </a:defRPr>
            </a:pPr>
            <a:r>
              <a:rPr sz="2025" b="0">
                <a:solidFill>
                  <a:srgbClr val="172B3A"/>
                </a:solidFill>
                <a:latin typeface="IPAexGothic"/>
                <a:ea typeface="IPAexGothic"/>
                <a:cs typeface="IPAexGothic"/>
              </a:rPr>
              <a:t>①で新規データを取得し、</a:t>
            </a:r>
          </a:p>
          <a:p xmlns:a="http://schemas.openxmlformats.org/drawingml/2006/main">
            <a:pPr algn="l">
              <a:buNone/>
              <a:defRPr sz="2025" b="0">
                <a:solidFill>
                  <a:srgbClr val="172B3A"/>
                </a:solidFill>
                <a:latin typeface="IPAexGothic"/>
                <a:ea typeface="IPAexGothic"/>
                <a:cs typeface="IPAexGothic"/>
              </a:defRPr>
            </a:pPr>
            <a:r>
              <a:rPr sz="2025" b="0">
                <a:solidFill>
                  <a:srgbClr val="172B3A"/>
                </a:solidFill>
                <a:latin typeface="IPAexGothic"/>
                <a:ea typeface="IPAexGothic"/>
                <a:cs typeface="IPAexGothic"/>
              </a:rPr>
              <a:t>②で照合と出現記録を継続する。</a:t>
            </a:r>
          </a:p>
          <a:p xmlns:a="http://schemas.openxmlformats.org/drawingml/2006/main">
            <a:r>
              <a:t/>
            </a:r>
          </a:p>
          <a:p xmlns:a="http://schemas.openxmlformats.org/drawingml/2006/main">
            <a:pPr algn="l">
              <a:buNone/>
              <a:defRPr sz="2025" b="0">
                <a:solidFill>
                  <a:srgbClr val="172B3A"/>
                </a:solidFill>
                <a:latin typeface="IPAexGothic"/>
                <a:ea typeface="IPAexGothic"/>
                <a:cs typeface="IPAexGothic"/>
              </a:defRPr>
            </a:pPr>
            <a:r>
              <a:rPr sz="2025" b="0">
                <a:solidFill>
                  <a:srgbClr val="172B3A"/>
                </a:solidFill>
                <a:latin typeface="IPAexGothic"/>
                <a:ea typeface="IPAexGothic"/>
                <a:cs typeface="IPAexGothic"/>
              </a:rPr>
              <a:t>⑥⑦の推論・説明と保存状況を記録し、</a:t>
            </a:r>
          </a:p>
          <a:p xmlns:a="http://schemas.openxmlformats.org/drawingml/2006/main">
            <a:pPr algn="l">
              <a:buNone/>
              <a:defRPr sz="2025" b="0">
                <a:solidFill>
                  <a:srgbClr val="172B3A"/>
                </a:solidFill>
                <a:latin typeface="IPAexGothic"/>
                <a:ea typeface="IPAexGothic"/>
                <a:cs typeface="IPAexGothic"/>
              </a:defRPr>
            </a:pPr>
            <a:r>
              <a:rPr sz="2025" b="0">
                <a:solidFill>
                  <a:srgbClr val="172B3A"/>
                </a:solidFill>
                <a:latin typeface="IPAexGothic"/>
                <a:ea typeface="IPAexGothic"/>
                <a:cs typeface="IPAexGothic"/>
              </a:rPr>
              <a:t>⑧で変化を監視する。</a:t>
            </a:r>
          </a:p>
          <a:p xmlns:a="http://schemas.openxmlformats.org/drawingml/2006/main">
            <a:r>
              <a:t/>
            </a:r>
          </a:p>
          <a:p xmlns:a="http://schemas.openxmlformats.org/drawingml/2006/main">
            <a:pPr algn="l">
              <a:buNone/>
              <a:defRPr sz="2025" b="0">
                <a:solidFill>
                  <a:srgbClr val="172B3A"/>
                </a:solidFill>
                <a:latin typeface="IPAexGothic"/>
                <a:ea typeface="IPAexGothic"/>
                <a:cs typeface="IPAexGothic"/>
              </a:defRPr>
            </a:pPr>
            <a:r>
              <a:rPr sz="2025" b="0">
                <a:solidFill>
                  <a:srgbClr val="172B3A"/>
                </a:solidFill>
                <a:latin typeface="IPAexGothic"/>
                <a:ea typeface="IPAexGothic"/>
                <a:cs typeface="IPAexGothic"/>
              </a:rPr>
              <a:t>更新の条件を満たしたら、</a:t>
            </a:r>
          </a:p>
          <a:p xmlns:a="http://schemas.openxmlformats.org/drawingml/2006/main">
            <a:pPr algn="l">
              <a:buNone/>
              <a:defRPr sz="2025" b="0">
                <a:solidFill>
                  <a:srgbClr val="172B3A"/>
                </a:solidFill>
                <a:latin typeface="IPAexGothic"/>
                <a:ea typeface="IPAexGothic"/>
                <a:cs typeface="IPAexGothic"/>
              </a:defRPr>
            </a:pPr>
            <a:r>
              <a:rPr sz="2025" b="0">
                <a:solidFill>
                  <a:srgbClr val="172B3A"/>
                </a:solidFill>
                <a:latin typeface="IPAexGothic"/>
                <a:ea typeface="IPAexGothic"/>
                <a:cs typeface="IPAexGothic"/>
              </a:rPr>
              <a:t>停止・再抽出・再評価の処理へ進む。</a:t>
            </a:r>
          </a:p>
        </p:txBody>
      </p:sp>
      <p:sp>
        <p:nvSpPr>
          <p:cNvPr id="5" name="text-4">
            <a:extLst xmlns:a="http://schemas.openxmlformats.org/drawingml/2006/main">
              <a:ext uri="{FF2B5EF4-FFF2-40B4-BE49-F238E27FC236}">
                <a16:creationId xmlns:a16="http://schemas.microsoft.com/office/drawing/2014/main" id="{155D6A6B-28BA-4CA4-80AE-07B86FAEF8C3}"/>
              </a:ext>
            </a:extLst>
          </p:cNvPr>
          <p:cNvSpPr>
            <a:spLocks xmlns:a="http://schemas.openxmlformats.org/drawingml/2006/main" noGrp="1"/>
          </p:cNvSpPr>
          <p:nvPr/>
        </p:nvSpPr>
        <p:spPr>
          <a:xfrm xmlns:a="http://schemas.openxmlformats.org/drawingml/2006/main">
            <a:off x="6477000" y="1762125"/>
            <a:ext cx="5095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247C76"/>
                </a:solidFill>
                <a:latin typeface="IPAexGothic"/>
                <a:ea typeface="IPAexGothic"/>
                <a:cs typeface="IPAexGothic"/>
              </a:defRPr>
            </a:defPPr>
            <a:lvl1pPr algn="l">
              <a:buNone/>
              <a:defRPr sz="2325" b="1">
                <a:solidFill>
                  <a:srgbClr val="247C76"/>
                </a:solidFill>
                <a:latin typeface="IPAexGothic"/>
                <a:ea typeface="IPAexGothic"/>
                <a:cs typeface="IPAexGothic"/>
              </a:defRPr>
            </a:lvl1pPr>
            <a:lvl2pPr algn="l">
              <a:buNone/>
              <a:defRPr sz="2325" b="1">
                <a:solidFill>
                  <a:srgbClr val="247C76"/>
                </a:solidFill>
                <a:latin typeface="IPAexGothic"/>
                <a:ea typeface="IPAexGothic"/>
                <a:cs typeface="IPAexGothic"/>
              </a:defRPr>
            </a:lvl2pPr>
            <a:lvl3pPr algn="l">
              <a:buNone/>
              <a:defRPr sz="2325" b="1">
                <a:solidFill>
                  <a:srgbClr val="247C76"/>
                </a:solidFill>
                <a:latin typeface="IPAexGothic"/>
                <a:ea typeface="IPAexGothic"/>
                <a:cs typeface="IPAexGothic"/>
              </a:defRPr>
            </a:lvl3pPr>
            <a:lvl4pPr algn="l">
              <a:buNone/>
              <a:defRPr sz="2325" b="1">
                <a:solidFill>
                  <a:srgbClr val="247C76"/>
                </a:solidFill>
                <a:latin typeface="IPAexGothic"/>
                <a:ea typeface="IPAexGothic"/>
                <a:cs typeface="IPAexGothic"/>
              </a:defRPr>
            </a:lvl4pPr>
            <a:lvl5pPr algn="l">
              <a:buNone/>
              <a:defRPr sz="2325" b="1">
                <a:solidFill>
                  <a:srgbClr val="247C76"/>
                </a:solidFill>
                <a:latin typeface="IPAexGothic"/>
                <a:ea typeface="IPAexGothic"/>
                <a:cs typeface="IPAexGothic"/>
              </a:defRPr>
            </a:lvl5pPr>
            <a:lvl6pPr algn="l">
              <a:buNone/>
              <a:defRPr sz="2325" b="1">
                <a:solidFill>
                  <a:srgbClr val="247C76"/>
                </a:solidFill>
                <a:latin typeface="IPAexGothic"/>
                <a:ea typeface="IPAexGothic"/>
                <a:cs typeface="IPAexGothic"/>
              </a:defRPr>
            </a:lvl6pPr>
            <a:lvl7pPr algn="l">
              <a:buNone/>
              <a:defRPr sz="2325" b="1">
                <a:solidFill>
                  <a:srgbClr val="247C76"/>
                </a:solidFill>
                <a:latin typeface="IPAexGothic"/>
                <a:ea typeface="IPAexGothic"/>
                <a:cs typeface="IPAexGothic"/>
              </a:defRPr>
            </a:lvl7pPr>
            <a:lvl8pPr algn="l">
              <a:buNone/>
              <a:defRPr sz="2325" b="1">
                <a:solidFill>
                  <a:srgbClr val="247C76"/>
                </a:solidFill>
                <a:latin typeface="IPAexGothic"/>
                <a:ea typeface="IPAexGothic"/>
                <a:cs typeface="IPAexGothic"/>
              </a:defRPr>
            </a:lvl8pPr>
            <a:lvl9pPr algn="l">
              <a:buNone/>
              <a:defRPr sz="2325" b="1">
                <a:solidFill>
                  <a:srgbClr val="247C76"/>
                </a:solidFill>
                <a:latin typeface="IPAexGothic"/>
                <a:ea typeface="IPAexGothic"/>
                <a:cs typeface="IPAexGothic"/>
              </a:defRPr>
            </a:lvl9pPr>
          </a:lstStyle>
          <a:p xmlns:a="http://schemas.openxmlformats.org/drawingml/2006/main">
            <a:pPr algn="l">
              <a:buNone/>
              <a:defRPr sz="2325" b="1">
                <a:solidFill>
                  <a:srgbClr val="247C76"/>
                </a:solidFill>
                <a:latin typeface="IPAexGothic"/>
                <a:ea typeface="IPAexGothic"/>
                <a:cs typeface="IPAexGothic"/>
              </a:defRPr>
            </a:pPr>
            <a:r>
              <a:rPr sz="2325" b="1">
                <a:solidFill>
                  <a:srgbClr val="247C76"/>
                </a:solidFill>
                <a:latin typeface="IPAexGothic"/>
                <a:ea typeface="IPAexGothic"/>
                <a:cs typeface="IPAexGothic"/>
              </a:rPr>
              <a:t>運用で確認する範囲</a:t>
            </a:r>
          </a:p>
        </p:txBody>
      </p:sp>
      <p:sp>
        <p:nvSpPr>
          <p:cNvPr id="6" name="text-5">
            <a:extLst xmlns:a="http://schemas.openxmlformats.org/drawingml/2006/main">
              <a:ext uri="{FF2B5EF4-FFF2-40B4-BE49-F238E27FC236}">
                <a16:creationId xmlns:a16="http://schemas.microsoft.com/office/drawing/2014/main" id="{9962F29D-F5FD-4FE4-9E88-825E26F96CD7}"/>
              </a:ext>
            </a:extLst>
          </p:cNvPr>
          <p:cNvSpPr>
            <a:spLocks xmlns:a="http://schemas.openxmlformats.org/drawingml/2006/main" noGrp="1"/>
          </p:cNvSpPr>
          <p:nvPr/>
        </p:nvSpPr>
        <p:spPr>
          <a:xfrm xmlns:a="http://schemas.openxmlformats.org/drawingml/2006/main">
            <a:off x="6477000" y="2333625"/>
            <a:ext cx="5095875"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72B3A"/>
                </a:solidFill>
                <a:latin typeface="IPAexGothic"/>
                <a:ea typeface="IPAexGothic"/>
                <a:cs typeface="IPAexGothic"/>
              </a:defRPr>
            </a:defPPr>
            <a:lvl1pPr algn="l">
              <a:buNone/>
              <a:defRPr sz="2025" b="0">
                <a:solidFill>
                  <a:srgbClr val="172B3A"/>
                </a:solidFill>
                <a:latin typeface="IPAexGothic"/>
                <a:ea typeface="IPAexGothic"/>
                <a:cs typeface="IPAexGothic"/>
              </a:defRPr>
            </a:lvl1pPr>
            <a:lvl2pPr algn="l">
              <a:buNone/>
              <a:defRPr sz="2025" b="0">
                <a:solidFill>
                  <a:srgbClr val="172B3A"/>
                </a:solidFill>
                <a:latin typeface="IPAexGothic"/>
                <a:ea typeface="IPAexGothic"/>
                <a:cs typeface="IPAexGothic"/>
              </a:defRPr>
            </a:lvl2pPr>
            <a:lvl3pPr algn="l">
              <a:buNone/>
              <a:defRPr sz="2025" b="0">
                <a:solidFill>
                  <a:srgbClr val="172B3A"/>
                </a:solidFill>
                <a:latin typeface="IPAexGothic"/>
                <a:ea typeface="IPAexGothic"/>
                <a:cs typeface="IPAexGothic"/>
              </a:defRPr>
            </a:lvl3pPr>
            <a:lvl4pPr algn="l">
              <a:buNone/>
              <a:defRPr sz="2025" b="0">
                <a:solidFill>
                  <a:srgbClr val="172B3A"/>
                </a:solidFill>
                <a:latin typeface="IPAexGothic"/>
                <a:ea typeface="IPAexGothic"/>
                <a:cs typeface="IPAexGothic"/>
              </a:defRPr>
            </a:lvl4pPr>
            <a:lvl5pPr algn="l">
              <a:buNone/>
              <a:defRPr sz="2025" b="0">
                <a:solidFill>
                  <a:srgbClr val="172B3A"/>
                </a:solidFill>
                <a:latin typeface="IPAexGothic"/>
                <a:ea typeface="IPAexGothic"/>
                <a:cs typeface="IPAexGothic"/>
              </a:defRPr>
            </a:lvl5pPr>
            <a:lvl6pPr algn="l">
              <a:buNone/>
              <a:defRPr sz="2025" b="0">
                <a:solidFill>
                  <a:srgbClr val="172B3A"/>
                </a:solidFill>
                <a:latin typeface="IPAexGothic"/>
                <a:ea typeface="IPAexGothic"/>
                <a:cs typeface="IPAexGothic"/>
              </a:defRPr>
            </a:lvl6pPr>
            <a:lvl7pPr algn="l">
              <a:buNone/>
              <a:defRPr sz="2025" b="0">
                <a:solidFill>
                  <a:srgbClr val="172B3A"/>
                </a:solidFill>
                <a:latin typeface="IPAexGothic"/>
                <a:ea typeface="IPAexGothic"/>
                <a:cs typeface="IPAexGothic"/>
              </a:defRPr>
            </a:lvl7pPr>
            <a:lvl8pPr algn="l">
              <a:buNone/>
              <a:defRPr sz="2025" b="0">
                <a:solidFill>
                  <a:srgbClr val="172B3A"/>
                </a:solidFill>
                <a:latin typeface="IPAexGothic"/>
                <a:ea typeface="IPAexGothic"/>
                <a:cs typeface="IPAexGothic"/>
              </a:defRPr>
            </a:lvl8pPr>
            <a:lvl9pPr algn="l">
              <a:buNone/>
              <a:defRPr sz="2025" b="0">
                <a:solidFill>
                  <a:srgbClr val="172B3A"/>
                </a:solidFill>
                <a:latin typeface="IPAexGothic"/>
                <a:ea typeface="IPAexGothic"/>
                <a:cs typeface="IPAexGothic"/>
              </a:defRPr>
            </a:lvl9pPr>
          </a:lstStyle>
          <a:p xmlns:a="http://schemas.openxmlformats.org/drawingml/2006/main">
            <a:pPr algn="l">
              <a:buNone/>
              <a:defRPr sz="2025" b="0">
                <a:solidFill>
                  <a:srgbClr val="172B3A"/>
                </a:solidFill>
                <a:latin typeface="IPAexGothic"/>
                <a:ea typeface="IPAexGothic"/>
                <a:cs typeface="IPAexGothic"/>
              </a:defRPr>
            </a:pPr>
            <a:r>
              <a:rPr sz="2025" b="0">
                <a:solidFill>
                  <a:srgbClr val="172B3A"/>
                </a:solidFill>
                <a:latin typeface="IPAexGothic"/>
                <a:ea typeface="IPAexGothic"/>
                <a:cs typeface="IPAexGothic"/>
              </a:rPr>
              <a:t>現在利用できるモデル・対応表・版と、</a:t>
            </a:r>
          </a:p>
          <a:p xmlns:a="http://schemas.openxmlformats.org/drawingml/2006/main">
            <a:pPr algn="l">
              <a:buNone/>
              <a:defRPr sz="2025" b="0">
                <a:solidFill>
                  <a:srgbClr val="172B3A"/>
                </a:solidFill>
                <a:latin typeface="IPAexGothic"/>
                <a:ea typeface="IPAexGothic"/>
                <a:cs typeface="IPAexGothic"/>
              </a:defRPr>
            </a:pPr>
            <a:r>
              <a:rPr sz="2025" b="0">
                <a:solidFill>
                  <a:srgbClr val="172B3A"/>
                </a:solidFill>
                <a:latin typeface="IPAexGothic"/>
                <a:ea typeface="IPAexGothic"/>
                <a:cs typeface="IPAexGothic"/>
              </a:rPr>
              <a:t>削除を許可した運転条件を管理する。</a:t>
            </a:r>
          </a:p>
          <a:p xmlns:a="http://schemas.openxmlformats.org/drawingml/2006/main">
            <a:r>
              <a:t/>
            </a:r>
          </a:p>
          <a:p xmlns:a="http://schemas.openxmlformats.org/drawingml/2006/main">
            <a:pPr algn="l">
              <a:buNone/>
              <a:defRPr sz="2025" b="0">
                <a:solidFill>
                  <a:srgbClr val="172B3A"/>
                </a:solidFill>
                <a:latin typeface="IPAexGothic"/>
                <a:ea typeface="IPAexGothic"/>
                <a:cs typeface="IPAexGothic"/>
              </a:defRPr>
            </a:pPr>
            <a:r>
              <a:rPr sz="2025" b="0">
                <a:solidFill>
                  <a:srgbClr val="172B3A"/>
                </a:solidFill>
                <a:latin typeface="IPAexGothic"/>
                <a:ea typeface="IPAexGothic"/>
                <a:cs typeface="IPAexGothic"/>
              </a:rPr>
              <a:t>保存量、見逃し・誤警報、保持構成、</a:t>
            </a:r>
          </a:p>
          <a:p xmlns:a="http://schemas.openxmlformats.org/drawingml/2006/main">
            <a:pPr algn="l">
              <a:buNone/>
              <a:defRPr sz="2025" b="0">
                <a:solidFill>
                  <a:srgbClr val="172B3A"/>
                </a:solidFill>
                <a:latin typeface="IPAexGothic"/>
                <a:ea typeface="IPAexGothic"/>
                <a:cs typeface="IPAexGothic"/>
              </a:defRPr>
            </a:pPr>
            <a:r>
              <a:rPr sz="2025" b="0">
                <a:solidFill>
                  <a:srgbClr val="172B3A"/>
                </a:solidFill>
                <a:latin typeface="IPAexGothic"/>
                <a:ea typeface="IPAexGothic"/>
                <a:cs typeface="IPAexGothic"/>
              </a:rPr>
              <a:t>説明で参照できる統計の範囲を確認する。</a:t>
            </a:r>
          </a:p>
          <a:p xmlns:a="http://schemas.openxmlformats.org/drawingml/2006/main">
            <a:r>
              <a:t/>
            </a:r>
          </a:p>
          <a:p xmlns:a="http://schemas.openxmlformats.org/drawingml/2006/main">
            <a:pPr algn="l">
              <a:buNone/>
              <a:defRPr sz="2025" b="0">
                <a:solidFill>
                  <a:srgbClr val="172B3A"/>
                </a:solidFill>
                <a:latin typeface="IPAexGothic"/>
                <a:ea typeface="IPAexGothic"/>
                <a:cs typeface="IPAexGothic"/>
              </a:defRPr>
            </a:pPr>
            <a:r>
              <a:rPr sz="2025" b="0">
                <a:solidFill>
                  <a:srgbClr val="172B3A"/>
                </a:solidFill>
                <a:latin typeface="IPAexGothic"/>
                <a:ea typeface="IPAexGothic"/>
                <a:cs typeface="IPAexGothic"/>
              </a:rPr>
              <a:t>実データで効果を検証し、</a:t>
            </a:r>
          </a:p>
          <a:p xmlns:a="http://schemas.openxmlformats.org/drawingml/2006/main">
            <a:pPr algn="l">
              <a:buNone/>
              <a:defRPr sz="2025" b="0">
                <a:solidFill>
                  <a:srgbClr val="172B3A"/>
                </a:solidFill>
                <a:latin typeface="IPAexGothic"/>
                <a:ea typeface="IPAexGothic"/>
                <a:cs typeface="IPAexGothic"/>
              </a:defRPr>
            </a:pPr>
            <a:r>
              <a:rPr sz="2025" b="0">
                <a:solidFill>
                  <a:srgbClr val="172B3A"/>
                </a:solidFill>
                <a:latin typeface="IPAexGothic"/>
                <a:ea typeface="IPAexGothic"/>
                <a:cs typeface="IPAexGothic"/>
              </a:rPr>
              <a:t>確認済みの条件を更新する。</a:t>
            </a:r>
          </a:p>
        </p:txBody>
      </p:sp>
      <p:sp>
        <p:nvSpPr>
          <p:cNvPr id="7" name="text-6">
            <a:extLst xmlns:a="http://schemas.openxmlformats.org/drawingml/2006/main">
              <a:ext uri="{FF2B5EF4-FFF2-40B4-BE49-F238E27FC236}">
                <a16:creationId xmlns:a16="http://schemas.microsoft.com/office/drawing/2014/main" id="{A941B399-2EDF-467F-B75E-12E802CA4B75}"/>
              </a:ext>
            </a:extLst>
          </p:cNvPr>
          <p:cNvSpPr>
            <a:spLocks xmlns:a="http://schemas.openxmlformats.org/drawingml/2006/main" noGrp="1"/>
          </p:cNvSpPr>
          <p:nvPr/>
        </p:nvSpPr>
        <p:spPr>
          <a:xfrm xmlns:a="http://schemas.openxmlformats.org/drawingml/2006/main">
            <a:off x="609600" y="5953125"/>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86872"/>
                </a:solidFill>
                <a:latin typeface="IPAexGothic"/>
                <a:ea typeface="IPAexGothic"/>
                <a:cs typeface="IPAexGothic"/>
              </a:defRPr>
            </a:defPPr>
            <a:lvl1pPr algn="l">
              <a:buNone/>
              <a:defRPr sz="1575" b="0">
                <a:solidFill>
                  <a:srgbClr val="586872"/>
                </a:solidFill>
                <a:latin typeface="IPAexGothic"/>
                <a:ea typeface="IPAexGothic"/>
                <a:cs typeface="IPAexGothic"/>
              </a:defRPr>
            </a:lvl1pPr>
            <a:lvl2pPr algn="l">
              <a:buNone/>
              <a:defRPr sz="1575" b="0">
                <a:solidFill>
                  <a:srgbClr val="586872"/>
                </a:solidFill>
                <a:latin typeface="IPAexGothic"/>
                <a:ea typeface="IPAexGothic"/>
                <a:cs typeface="IPAexGothic"/>
              </a:defRPr>
            </a:lvl2pPr>
            <a:lvl3pPr algn="l">
              <a:buNone/>
              <a:defRPr sz="1575" b="0">
                <a:solidFill>
                  <a:srgbClr val="586872"/>
                </a:solidFill>
                <a:latin typeface="IPAexGothic"/>
                <a:ea typeface="IPAexGothic"/>
                <a:cs typeface="IPAexGothic"/>
              </a:defRPr>
            </a:lvl3pPr>
            <a:lvl4pPr algn="l">
              <a:buNone/>
              <a:defRPr sz="1575" b="0">
                <a:solidFill>
                  <a:srgbClr val="586872"/>
                </a:solidFill>
                <a:latin typeface="IPAexGothic"/>
                <a:ea typeface="IPAexGothic"/>
                <a:cs typeface="IPAexGothic"/>
              </a:defRPr>
            </a:lvl4pPr>
            <a:lvl5pPr algn="l">
              <a:buNone/>
              <a:defRPr sz="1575" b="0">
                <a:solidFill>
                  <a:srgbClr val="586872"/>
                </a:solidFill>
                <a:latin typeface="IPAexGothic"/>
                <a:ea typeface="IPAexGothic"/>
                <a:cs typeface="IPAexGothic"/>
              </a:defRPr>
            </a:lvl5pPr>
            <a:lvl6pPr algn="l">
              <a:buNone/>
              <a:defRPr sz="1575" b="0">
                <a:solidFill>
                  <a:srgbClr val="586872"/>
                </a:solidFill>
                <a:latin typeface="IPAexGothic"/>
                <a:ea typeface="IPAexGothic"/>
                <a:cs typeface="IPAexGothic"/>
              </a:defRPr>
            </a:lvl6pPr>
            <a:lvl7pPr algn="l">
              <a:buNone/>
              <a:defRPr sz="1575" b="0">
                <a:solidFill>
                  <a:srgbClr val="586872"/>
                </a:solidFill>
                <a:latin typeface="IPAexGothic"/>
                <a:ea typeface="IPAexGothic"/>
                <a:cs typeface="IPAexGothic"/>
              </a:defRPr>
            </a:lvl7pPr>
            <a:lvl8pPr algn="l">
              <a:buNone/>
              <a:defRPr sz="1575" b="0">
                <a:solidFill>
                  <a:srgbClr val="586872"/>
                </a:solidFill>
                <a:latin typeface="IPAexGothic"/>
                <a:ea typeface="IPAexGothic"/>
                <a:cs typeface="IPAexGothic"/>
              </a:defRPr>
            </a:lvl8pPr>
            <a:lvl9pPr algn="l">
              <a:buNone/>
              <a:defRPr sz="1575" b="0">
                <a:solidFill>
                  <a:srgbClr val="586872"/>
                </a:solidFill>
                <a:latin typeface="IPAexGothic"/>
                <a:ea typeface="IPAexGothic"/>
                <a:cs typeface="IPAexGothic"/>
              </a:defRPr>
            </a:lvl9pPr>
          </a:lstStyle>
          <a:p xmlns:a="http://schemas.openxmlformats.org/drawingml/2006/main">
            <a:pPr algn="l">
              <a:buNone/>
              <a:defRPr sz="1575" b="0">
                <a:solidFill>
                  <a:srgbClr val="586872"/>
                </a:solidFill>
                <a:latin typeface="IPAexGothic"/>
                <a:ea typeface="IPAexGothic"/>
                <a:cs typeface="IPAexGothic"/>
              </a:defRPr>
            </a:pPr>
            <a:r>
              <a:rPr sz="1575" b="0">
                <a:solidFill>
                  <a:srgbClr val="586872"/>
                </a:solidFill>
                <a:latin typeface="IPAexGothic"/>
                <a:ea typeface="IPAexGothic"/>
                <a:cs typeface="IPAexGothic"/>
              </a:rPr>
              <a:t>保存量の削減や未知パターンの発見、将来性能を保証するものではない</a:t>
            </a:r>
          </a:p>
        </p:txBody>
      </p:sp>
      <p:sp>
        <p:nvSpPr>
          <p:cNvPr id="8" name="page-number">
            <a:extLst xmlns:a="http://schemas.openxmlformats.org/drawingml/2006/main">
              <a:ext uri="{FF2B5EF4-FFF2-40B4-BE49-F238E27FC236}">
                <a16:creationId xmlns:a16="http://schemas.microsoft.com/office/drawing/2014/main" id="{61F4227C-FCB3-490B-B0E0-2E2948F1682B}"/>
              </a:ext>
            </a:extLst>
          </p:cNvPr>
          <p:cNvSpPr>
            <a:spLocks xmlns:a="http://schemas.openxmlformats.org/drawingml/2006/main" noGrp="1"/>
          </p:cNvSpPr>
          <p:nvPr/>
        </p:nvSpPr>
        <p:spPr>
          <a:xfrm xmlns:a="http://schemas.openxmlformats.org/drawingml/2006/main">
            <a:off x="11239500" y="64484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872"/>
                </a:solidFill>
                <a:latin typeface="IPAexGothic"/>
                <a:ea typeface="IPAexGothic"/>
                <a:cs typeface="IPAexGothic"/>
              </a:defRPr>
            </a:defPPr>
            <a:lvl1pPr algn="r">
              <a:buNone/>
              <a:defRPr sz="1275" b="0">
                <a:solidFill>
                  <a:srgbClr val="586872"/>
                </a:solidFill>
                <a:latin typeface="IPAexGothic"/>
                <a:ea typeface="IPAexGothic"/>
                <a:cs typeface="IPAexGothic"/>
              </a:defRPr>
            </a:lvl1pPr>
            <a:lvl2pPr algn="r">
              <a:buNone/>
              <a:defRPr sz="1275" b="0">
                <a:solidFill>
                  <a:srgbClr val="586872"/>
                </a:solidFill>
                <a:latin typeface="IPAexGothic"/>
                <a:ea typeface="IPAexGothic"/>
                <a:cs typeface="IPAexGothic"/>
              </a:defRPr>
            </a:lvl2pPr>
            <a:lvl3pPr algn="r">
              <a:buNone/>
              <a:defRPr sz="1275" b="0">
                <a:solidFill>
                  <a:srgbClr val="586872"/>
                </a:solidFill>
                <a:latin typeface="IPAexGothic"/>
                <a:ea typeface="IPAexGothic"/>
                <a:cs typeface="IPAexGothic"/>
              </a:defRPr>
            </a:lvl3pPr>
            <a:lvl4pPr algn="r">
              <a:buNone/>
              <a:defRPr sz="1275" b="0">
                <a:solidFill>
                  <a:srgbClr val="586872"/>
                </a:solidFill>
                <a:latin typeface="IPAexGothic"/>
                <a:ea typeface="IPAexGothic"/>
                <a:cs typeface="IPAexGothic"/>
              </a:defRPr>
            </a:lvl4pPr>
            <a:lvl5pPr algn="r">
              <a:buNone/>
              <a:defRPr sz="1275" b="0">
                <a:solidFill>
                  <a:srgbClr val="586872"/>
                </a:solidFill>
                <a:latin typeface="IPAexGothic"/>
                <a:ea typeface="IPAexGothic"/>
                <a:cs typeface="IPAexGothic"/>
              </a:defRPr>
            </a:lvl5pPr>
            <a:lvl6pPr algn="r">
              <a:buNone/>
              <a:defRPr sz="1275" b="0">
                <a:solidFill>
                  <a:srgbClr val="586872"/>
                </a:solidFill>
                <a:latin typeface="IPAexGothic"/>
                <a:ea typeface="IPAexGothic"/>
                <a:cs typeface="IPAexGothic"/>
              </a:defRPr>
            </a:lvl6pPr>
            <a:lvl7pPr algn="r">
              <a:buNone/>
              <a:defRPr sz="1275" b="0">
                <a:solidFill>
                  <a:srgbClr val="586872"/>
                </a:solidFill>
                <a:latin typeface="IPAexGothic"/>
                <a:ea typeface="IPAexGothic"/>
                <a:cs typeface="IPAexGothic"/>
              </a:defRPr>
            </a:lvl7pPr>
            <a:lvl8pPr algn="r">
              <a:buNone/>
              <a:defRPr sz="1275" b="0">
                <a:solidFill>
                  <a:srgbClr val="586872"/>
                </a:solidFill>
                <a:latin typeface="IPAexGothic"/>
                <a:ea typeface="IPAexGothic"/>
                <a:cs typeface="IPAexGothic"/>
              </a:defRPr>
            </a:lvl8pPr>
            <a:lvl9pPr algn="r">
              <a:buNone/>
              <a:defRPr sz="1275" b="0">
                <a:solidFill>
                  <a:srgbClr val="586872"/>
                </a:solidFill>
                <a:latin typeface="IPAexGothic"/>
                <a:ea typeface="IPAexGothic"/>
                <a:cs typeface="IPAexGothic"/>
              </a:defRPr>
            </a:lvl9pPr>
          </a:lstStyle>
          <a:p xmlns:a="http://schemas.openxmlformats.org/drawingml/2006/main">
            <a:pPr algn="r">
              <a:buNone/>
              <a:defRPr sz="1275" b="0">
                <a:solidFill>
                  <a:srgbClr val="586872"/>
                </a:solidFill>
                <a:latin typeface="IPAexGothic"/>
                <a:ea typeface="IPAexGothic"/>
                <a:cs typeface="IPAexGothic"/>
              </a:defRPr>
            </a:pPr>
            <a:r>
              <a:rPr sz="1275" b="0">
                <a:solidFill>
                  <a:srgbClr val="586872"/>
                </a:solidFill>
                <a:latin typeface="IPAexGothic"/>
                <a:ea typeface="IPAexGothic"/>
                <a:cs typeface="IPAexGothic"/>
              </a:rPr>
              <a:t>41</a:t>
            </a:r>
          </a:p>
        </p:txBody>
      </p:sp>
    </p:spTree>
    <p:extLst>
      <p:ext uri="{BB962C8B-B14F-4D97-AF65-F5344CB8AC3E}">
        <p14:creationId xmlns:p14="http://schemas.microsoft.com/office/powerpoint/2010/main" val="859346917"/>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headline">
            <a:extLst xmlns:a="http://schemas.openxmlformats.org/drawingml/2006/main">
              <a:ext uri="{FF2B5EF4-FFF2-40B4-BE49-F238E27FC236}">
                <a16:creationId xmlns:a16="http://schemas.microsoft.com/office/drawing/2014/main" id="{91071E2C-00C7-4DD6-BA8E-97B24BF212C8}"/>
              </a:ext>
            </a:extLst>
          </p:cNvPr>
          <p:cNvSpPr>
            <a:spLocks xmlns:a="http://schemas.openxmlformats.org/drawingml/2006/main" noGrp="1"/>
          </p:cNvSpPr>
          <p:nvPr/>
        </p:nvSpPr>
        <p:spPr>
          <a:xfrm xmlns:a="http://schemas.openxmlformats.org/drawingml/2006/main">
            <a:off x="590550" y="333375"/>
            <a:ext cx="1095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72B3A"/>
                </a:solidFill>
                <a:latin typeface="IPAexGothic"/>
                <a:ea typeface="IPAexGothic"/>
                <a:cs typeface="IPAexGothic"/>
              </a:defRPr>
            </a:defPPr>
            <a:lvl1pPr algn="l">
              <a:buNone/>
              <a:defRPr sz="3300" b="1">
                <a:solidFill>
                  <a:srgbClr val="172B3A"/>
                </a:solidFill>
                <a:latin typeface="IPAexGothic"/>
                <a:ea typeface="IPAexGothic"/>
                <a:cs typeface="IPAexGothic"/>
              </a:defRPr>
            </a:lvl1pPr>
            <a:lvl2pPr algn="l">
              <a:buNone/>
              <a:defRPr sz="3300" b="1">
                <a:solidFill>
                  <a:srgbClr val="172B3A"/>
                </a:solidFill>
                <a:latin typeface="IPAexGothic"/>
                <a:ea typeface="IPAexGothic"/>
                <a:cs typeface="IPAexGothic"/>
              </a:defRPr>
            </a:lvl2pPr>
            <a:lvl3pPr algn="l">
              <a:buNone/>
              <a:defRPr sz="3300" b="1">
                <a:solidFill>
                  <a:srgbClr val="172B3A"/>
                </a:solidFill>
                <a:latin typeface="IPAexGothic"/>
                <a:ea typeface="IPAexGothic"/>
                <a:cs typeface="IPAexGothic"/>
              </a:defRPr>
            </a:lvl3pPr>
            <a:lvl4pPr algn="l">
              <a:buNone/>
              <a:defRPr sz="3300" b="1">
                <a:solidFill>
                  <a:srgbClr val="172B3A"/>
                </a:solidFill>
                <a:latin typeface="IPAexGothic"/>
                <a:ea typeface="IPAexGothic"/>
                <a:cs typeface="IPAexGothic"/>
              </a:defRPr>
            </a:lvl4pPr>
            <a:lvl5pPr algn="l">
              <a:buNone/>
              <a:defRPr sz="3300" b="1">
                <a:solidFill>
                  <a:srgbClr val="172B3A"/>
                </a:solidFill>
                <a:latin typeface="IPAexGothic"/>
                <a:ea typeface="IPAexGothic"/>
                <a:cs typeface="IPAexGothic"/>
              </a:defRPr>
            </a:lvl5pPr>
            <a:lvl6pPr algn="l">
              <a:buNone/>
              <a:defRPr sz="3300" b="1">
                <a:solidFill>
                  <a:srgbClr val="172B3A"/>
                </a:solidFill>
                <a:latin typeface="IPAexGothic"/>
                <a:ea typeface="IPAexGothic"/>
                <a:cs typeface="IPAexGothic"/>
              </a:defRPr>
            </a:lvl6pPr>
            <a:lvl7pPr algn="l">
              <a:buNone/>
              <a:defRPr sz="3300" b="1">
                <a:solidFill>
                  <a:srgbClr val="172B3A"/>
                </a:solidFill>
                <a:latin typeface="IPAexGothic"/>
                <a:ea typeface="IPAexGothic"/>
                <a:cs typeface="IPAexGothic"/>
              </a:defRPr>
            </a:lvl7pPr>
            <a:lvl8pPr algn="l">
              <a:buNone/>
              <a:defRPr sz="3300" b="1">
                <a:solidFill>
                  <a:srgbClr val="172B3A"/>
                </a:solidFill>
                <a:latin typeface="IPAexGothic"/>
                <a:ea typeface="IPAexGothic"/>
                <a:cs typeface="IPAexGothic"/>
              </a:defRPr>
            </a:lvl8pPr>
            <a:lvl9pPr algn="l">
              <a:buNone/>
              <a:defRPr sz="3300" b="1">
                <a:solidFill>
                  <a:srgbClr val="172B3A"/>
                </a:solidFill>
                <a:latin typeface="IPAexGothic"/>
                <a:ea typeface="IPAexGothic"/>
                <a:cs typeface="IPAexGothic"/>
              </a:defRPr>
            </a:lvl9pPr>
          </a:lstStyle>
          <a:p xmlns:a="http://schemas.openxmlformats.org/drawingml/2006/main">
            <a:pPr algn="l">
              <a:buNone/>
              <a:defRPr sz="3300" b="1">
                <a:solidFill>
                  <a:srgbClr val="172B3A"/>
                </a:solidFill>
                <a:latin typeface="IPAexGothic"/>
                <a:ea typeface="IPAexGothic"/>
                <a:cs typeface="IPAexGothic"/>
              </a:defRPr>
            </a:pPr>
            <a:r>
              <a:rPr sz="3300" b="1">
                <a:solidFill>
                  <a:srgbClr val="172B3A"/>
                </a:solidFill>
                <a:latin typeface="IPAexGothic"/>
                <a:ea typeface="IPAexGothic"/>
                <a:cs typeface="IPAexGothic"/>
              </a:rPr>
              <a:t>別条件で削除を確認した既存の計算例</a:t>
            </a:r>
          </a:p>
        </p:txBody>
      </p:sp>
      <p:sp>
        <p:nvSpPr>
          <p:cNvPr id="2" name="summary">
            <a:extLst xmlns:a="http://schemas.openxmlformats.org/drawingml/2006/main">
              <a:ext uri="{FF2B5EF4-FFF2-40B4-BE49-F238E27FC236}">
                <a16:creationId xmlns:a16="http://schemas.microsoft.com/office/drawing/2014/main" id="{2444D095-4C45-4FE9-A4C2-1A43CE511178}"/>
              </a:ext>
            </a:extLst>
          </p:cNvPr>
          <p:cNvSpPr>
            <a:spLocks xmlns:a="http://schemas.openxmlformats.org/drawingml/2006/main" noGrp="1"/>
          </p:cNvSpPr>
          <p:nvPr/>
        </p:nvSpPr>
        <p:spPr>
          <a:xfrm xmlns:a="http://schemas.openxmlformats.org/drawingml/2006/main">
            <a:off x="609600" y="1028700"/>
            <a:ext cx="10896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86872"/>
                </a:solidFill>
                <a:latin typeface="IPAexGothic"/>
                <a:ea typeface="IPAexGothic"/>
                <a:cs typeface="IPAexGothic"/>
              </a:defRPr>
            </a:defPPr>
            <a:lvl1pPr algn="l">
              <a:buNone/>
              <a:defRPr sz="1800" b="0">
                <a:solidFill>
                  <a:srgbClr val="586872"/>
                </a:solidFill>
                <a:latin typeface="IPAexGothic"/>
                <a:ea typeface="IPAexGothic"/>
                <a:cs typeface="IPAexGothic"/>
              </a:defRPr>
            </a:lvl1pPr>
            <a:lvl2pPr algn="l">
              <a:buNone/>
              <a:defRPr sz="1800" b="0">
                <a:solidFill>
                  <a:srgbClr val="586872"/>
                </a:solidFill>
                <a:latin typeface="IPAexGothic"/>
                <a:ea typeface="IPAexGothic"/>
                <a:cs typeface="IPAexGothic"/>
              </a:defRPr>
            </a:lvl2pPr>
            <a:lvl3pPr algn="l">
              <a:buNone/>
              <a:defRPr sz="1800" b="0">
                <a:solidFill>
                  <a:srgbClr val="586872"/>
                </a:solidFill>
                <a:latin typeface="IPAexGothic"/>
                <a:ea typeface="IPAexGothic"/>
                <a:cs typeface="IPAexGothic"/>
              </a:defRPr>
            </a:lvl3pPr>
            <a:lvl4pPr algn="l">
              <a:buNone/>
              <a:defRPr sz="1800" b="0">
                <a:solidFill>
                  <a:srgbClr val="586872"/>
                </a:solidFill>
                <a:latin typeface="IPAexGothic"/>
                <a:ea typeface="IPAexGothic"/>
                <a:cs typeface="IPAexGothic"/>
              </a:defRPr>
            </a:lvl4pPr>
            <a:lvl5pPr algn="l">
              <a:buNone/>
              <a:defRPr sz="1800" b="0">
                <a:solidFill>
                  <a:srgbClr val="586872"/>
                </a:solidFill>
                <a:latin typeface="IPAexGothic"/>
                <a:ea typeface="IPAexGothic"/>
                <a:cs typeface="IPAexGothic"/>
              </a:defRPr>
            </a:lvl5pPr>
            <a:lvl6pPr algn="l">
              <a:buNone/>
              <a:defRPr sz="1800" b="0">
                <a:solidFill>
                  <a:srgbClr val="586872"/>
                </a:solidFill>
                <a:latin typeface="IPAexGothic"/>
                <a:ea typeface="IPAexGothic"/>
                <a:cs typeface="IPAexGothic"/>
              </a:defRPr>
            </a:lvl6pPr>
            <a:lvl7pPr algn="l">
              <a:buNone/>
              <a:defRPr sz="1800" b="0">
                <a:solidFill>
                  <a:srgbClr val="586872"/>
                </a:solidFill>
                <a:latin typeface="IPAexGothic"/>
                <a:ea typeface="IPAexGothic"/>
                <a:cs typeface="IPAexGothic"/>
              </a:defRPr>
            </a:lvl7pPr>
            <a:lvl8pPr algn="l">
              <a:buNone/>
              <a:defRPr sz="1800" b="0">
                <a:solidFill>
                  <a:srgbClr val="586872"/>
                </a:solidFill>
                <a:latin typeface="IPAexGothic"/>
                <a:ea typeface="IPAexGothic"/>
                <a:cs typeface="IPAexGothic"/>
              </a:defRPr>
            </a:lvl8pPr>
            <a:lvl9pPr algn="l">
              <a:buNone/>
              <a:defRPr sz="1800" b="0">
                <a:solidFill>
                  <a:srgbClr val="586872"/>
                </a:solidFill>
                <a:latin typeface="IPAexGothic"/>
                <a:ea typeface="IPAexGothic"/>
                <a:cs typeface="IPAexGothic"/>
              </a:defRPr>
            </a:lvl9pPr>
          </a:lstStyle>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この結果は固定事象ルール・60秒区間などによる以前の生成ログ実験で、三評価に合格しました。</a:t>
            </a:r>
          </a:p>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本文の「蓄積波形から定義を学ぶ30秒窓方式」を、この削減率や判定一致で検証済みとは扱いません。</a:t>
            </a:r>
          </a:p>
        </p:txBody>
      </p:sp>
      <p:sp>
        <p:nvSpPr>
          <p:cNvPr id="3" name="text-2">
            <a:extLst xmlns:a="http://schemas.openxmlformats.org/drawingml/2006/main">
              <a:ext uri="{FF2B5EF4-FFF2-40B4-BE49-F238E27FC236}">
                <a16:creationId xmlns:a16="http://schemas.microsoft.com/office/drawing/2014/main" id="{824CC137-EC55-4D50-A01F-9578F738FA23}"/>
              </a:ext>
            </a:extLst>
          </p:cNvPr>
          <p:cNvSpPr>
            <a:spLocks xmlns:a="http://schemas.openxmlformats.org/drawingml/2006/main" noGrp="1"/>
          </p:cNvSpPr>
          <p:nvPr/>
        </p:nvSpPr>
        <p:spPr>
          <a:xfrm xmlns:a="http://schemas.openxmlformats.org/drawingml/2006/main">
            <a:off x="11239500" y="644842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872"/>
                </a:solidFill>
                <a:latin typeface="IPAexGothic"/>
                <a:ea typeface="IPAexGothic"/>
                <a:cs typeface="IPAexGothic"/>
              </a:defRPr>
            </a:defPPr>
            <a:lvl1pPr algn="r">
              <a:buNone/>
              <a:defRPr sz="1275" b="0">
                <a:solidFill>
                  <a:srgbClr val="586872"/>
                </a:solidFill>
                <a:latin typeface="IPAexGothic"/>
                <a:ea typeface="IPAexGothic"/>
                <a:cs typeface="IPAexGothic"/>
              </a:defRPr>
            </a:lvl1pPr>
            <a:lvl2pPr algn="r">
              <a:buNone/>
              <a:defRPr sz="1275" b="0">
                <a:solidFill>
                  <a:srgbClr val="586872"/>
                </a:solidFill>
                <a:latin typeface="IPAexGothic"/>
                <a:ea typeface="IPAexGothic"/>
                <a:cs typeface="IPAexGothic"/>
              </a:defRPr>
            </a:lvl2pPr>
            <a:lvl3pPr algn="r">
              <a:buNone/>
              <a:defRPr sz="1275" b="0">
                <a:solidFill>
                  <a:srgbClr val="586872"/>
                </a:solidFill>
                <a:latin typeface="IPAexGothic"/>
                <a:ea typeface="IPAexGothic"/>
                <a:cs typeface="IPAexGothic"/>
              </a:defRPr>
            </a:lvl3pPr>
            <a:lvl4pPr algn="r">
              <a:buNone/>
              <a:defRPr sz="1275" b="0">
                <a:solidFill>
                  <a:srgbClr val="586872"/>
                </a:solidFill>
                <a:latin typeface="IPAexGothic"/>
                <a:ea typeface="IPAexGothic"/>
                <a:cs typeface="IPAexGothic"/>
              </a:defRPr>
            </a:lvl4pPr>
            <a:lvl5pPr algn="r">
              <a:buNone/>
              <a:defRPr sz="1275" b="0">
                <a:solidFill>
                  <a:srgbClr val="586872"/>
                </a:solidFill>
                <a:latin typeface="IPAexGothic"/>
                <a:ea typeface="IPAexGothic"/>
                <a:cs typeface="IPAexGothic"/>
              </a:defRPr>
            </a:lvl5pPr>
            <a:lvl6pPr algn="r">
              <a:buNone/>
              <a:defRPr sz="1275" b="0">
                <a:solidFill>
                  <a:srgbClr val="586872"/>
                </a:solidFill>
                <a:latin typeface="IPAexGothic"/>
                <a:ea typeface="IPAexGothic"/>
                <a:cs typeface="IPAexGothic"/>
              </a:defRPr>
            </a:lvl6pPr>
            <a:lvl7pPr algn="r">
              <a:buNone/>
              <a:defRPr sz="1275" b="0">
                <a:solidFill>
                  <a:srgbClr val="586872"/>
                </a:solidFill>
                <a:latin typeface="IPAexGothic"/>
                <a:ea typeface="IPAexGothic"/>
                <a:cs typeface="IPAexGothic"/>
              </a:defRPr>
            </a:lvl7pPr>
            <a:lvl8pPr algn="r">
              <a:buNone/>
              <a:defRPr sz="1275" b="0">
                <a:solidFill>
                  <a:srgbClr val="586872"/>
                </a:solidFill>
                <a:latin typeface="IPAexGothic"/>
                <a:ea typeface="IPAexGothic"/>
                <a:cs typeface="IPAexGothic"/>
              </a:defRPr>
            </a:lvl8pPr>
            <a:lvl9pPr algn="r">
              <a:buNone/>
              <a:defRPr sz="1275" b="0">
                <a:solidFill>
                  <a:srgbClr val="586872"/>
                </a:solidFill>
                <a:latin typeface="IPAexGothic"/>
                <a:ea typeface="IPAexGothic"/>
                <a:cs typeface="IPAexGothic"/>
              </a:defRPr>
            </a:lvl9pPr>
          </a:lstStyle>
          <a:p xmlns:a="http://schemas.openxmlformats.org/drawingml/2006/main">
            <a:pPr algn="r">
              <a:buNone/>
              <a:defRPr sz="1275" b="0">
                <a:solidFill>
                  <a:srgbClr val="586872"/>
                </a:solidFill>
                <a:latin typeface="IPAexGothic"/>
                <a:ea typeface="IPAexGothic"/>
                <a:cs typeface="IPAexGothic"/>
              </a:defRPr>
            </a:pPr>
            <a:r>
              <a:rPr sz="1275" b="0">
                <a:solidFill>
                  <a:srgbClr val="586872"/>
                </a:solidFill>
                <a:latin typeface="IPAexGothic"/>
                <a:ea typeface="IPAexGothic"/>
                <a:cs typeface="IPAexGothic"/>
              </a:rPr>
              <a:t>42</a:t>
            </a:r>
          </a:p>
        </p:txBody>
      </p:sp>
      <p:sp>
        <p:nvSpPr>
          <p:cNvPr id="4" name="text-3">
            <a:extLst xmlns:a="http://schemas.openxmlformats.org/drawingml/2006/main">
              <a:ext uri="{FF2B5EF4-FFF2-40B4-BE49-F238E27FC236}">
                <a16:creationId xmlns:a16="http://schemas.microsoft.com/office/drawing/2014/main" id="{418EA53C-561D-4251-8007-33E1E1907A0B}"/>
              </a:ext>
            </a:extLst>
          </p:cNvPr>
          <p:cNvSpPr>
            <a:spLocks xmlns:a="http://schemas.openxmlformats.org/drawingml/2006/main" noGrp="1"/>
          </p:cNvSpPr>
          <p:nvPr/>
        </p:nvSpPr>
        <p:spPr>
          <a:xfrm xmlns:a="http://schemas.openxmlformats.org/drawingml/2006/main">
            <a:off x="723900" y="1666875"/>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86872"/>
                </a:solidFill>
                <a:latin typeface="IPAexGothic"/>
                <a:ea typeface="IPAexGothic"/>
                <a:cs typeface="IPAexGothic"/>
              </a:defRPr>
            </a:defPPr>
            <a:lvl1pPr algn="l">
              <a:buNone/>
              <a:defRPr sz="1650" b="0">
                <a:solidFill>
                  <a:srgbClr val="586872"/>
                </a:solidFill>
                <a:latin typeface="IPAexGothic"/>
                <a:ea typeface="IPAexGothic"/>
                <a:cs typeface="IPAexGothic"/>
              </a:defRPr>
            </a:lvl1pPr>
            <a:lvl2pPr algn="l">
              <a:buNone/>
              <a:defRPr sz="1650" b="0">
                <a:solidFill>
                  <a:srgbClr val="586872"/>
                </a:solidFill>
                <a:latin typeface="IPAexGothic"/>
                <a:ea typeface="IPAexGothic"/>
                <a:cs typeface="IPAexGothic"/>
              </a:defRPr>
            </a:lvl2pPr>
            <a:lvl3pPr algn="l">
              <a:buNone/>
              <a:defRPr sz="1650" b="0">
                <a:solidFill>
                  <a:srgbClr val="586872"/>
                </a:solidFill>
                <a:latin typeface="IPAexGothic"/>
                <a:ea typeface="IPAexGothic"/>
                <a:cs typeface="IPAexGothic"/>
              </a:defRPr>
            </a:lvl3pPr>
            <a:lvl4pPr algn="l">
              <a:buNone/>
              <a:defRPr sz="1650" b="0">
                <a:solidFill>
                  <a:srgbClr val="586872"/>
                </a:solidFill>
                <a:latin typeface="IPAexGothic"/>
                <a:ea typeface="IPAexGothic"/>
                <a:cs typeface="IPAexGothic"/>
              </a:defRPr>
            </a:lvl4pPr>
            <a:lvl5pPr algn="l">
              <a:buNone/>
              <a:defRPr sz="1650" b="0">
                <a:solidFill>
                  <a:srgbClr val="586872"/>
                </a:solidFill>
                <a:latin typeface="IPAexGothic"/>
                <a:ea typeface="IPAexGothic"/>
                <a:cs typeface="IPAexGothic"/>
              </a:defRPr>
            </a:lvl5pPr>
            <a:lvl6pPr algn="l">
              <a:buNone/>
              <a:defRPr sz="1650" b="0">
                <a:solidFill>
                  <a:srgbClr val="586872"/>
                </a:solidFill>
                <a:latin typeface="IPAexGothic"/>
                <a:ea typeface="IPAexGothic"/>
                <a:cs typeface="IPAexGothic"/>
              </a:defRPr>
            </a:lvl6pPr>
            <a:lvl7pPr algn="l">
              <a:buNone/>
              <a:defRPr sz="1650" b="0">
                <a:solidFill>
                  <a:srgbClr val="586872"/>
                </a:solidFill>
                <a:latin typeface="IPAexGothic"/>
                <a:ea typeface="IPAexGothic"/>
                <a:cs typeface="IPAexGothic"/>
              </a:defRPr>
            </a:lvl7pPr>
            <a:lvl8pPr algn="l">
              <a:buNone/>
              <a:defRPr sz="1650" b="0">
                <a:solidFill>
                  <a:srgbClr val="586872"/>
                </a:solidFill>
                <a:latin typeface="IPAexGothic"/>
                <a:ea typeface="IPAexGothic"/>
                <a:cs typeface="IPAexGothic"/>
              </a:defRPr>
            </a:lvl8pPr>
            <a:lvl9pPr algn="l">
              <a:buNone/>
              <a:defRPr sz="1650" b="0">
                <a:solidFill>
                  <a:srgbClr val="586872"/>
                </a:solidFill>
                <a:latin typeface="IPAexGothic"/>
                <a:ea typeface="IPAexGothic"/>
                <a:cs typeface="IPAexGothic"/>
              </a:defRPr>
            </a:lvl9pPr>
          </a:lstStyle>
          <a:p xmlns:a="http://schemas.openxmlformats.org/drawingml/2006/main">
            <a:pPr algn="l">
              <a:buNone/>
              <a:defRPr sz="1650" b="0">
                <a:solidFill>
                  <a:srgbClr val="586872"/>
                </a:solidFill>
                <a:latin typeface="IPAexGothic"/>
                <a:ea typeface="IPAexGothic"/>
                <a:cs typeface="IPAexGothic"/>
              </a:defRPr>
            </a:pPr>
            <a:r>
              <a:rPr sz="1650" b="0">
                <a:solidFill>
                  <a:srgbClr val="586872"/>
                </a:solidFill>
                <a:latin typeface="IPAexGothic"/>
                <a:ea typeface="IPAexGothic"/>
                <a:cs typeface="IPAexGothic"/>
              </a:rPr>
              <a:t>容量（MB）</a:t>
            </a:r>
          </a:p>
        </p:txBody>
      </p:sp>
      <p:graphicFrame>
        <p:nvGraphicFramePr>
          <p:cNvPr id="5" name="Chart">
            <a:extLst xmlns:a="http://schemas.openxmlformats.org/drawingml/2006/main">
              <a:ext uri="{FF2B5EF4-FFF2-40B4-BE49-F238E27FC236}">
                <a16:creationId xmlns:a16="http://schemas.microsoft.com/office/drawing/2014/main" id="{E03147A0-22CC-480B-8B64-03F5D9E2F1E3}"/>
              </a:ext>
            </a:extLst>
          </p:cNvPr>
          <p:cNvGraphicFramePr/>
          <p:nvPr/>
        </p:nvGraphicFramePr>
        <p:xfrm>
          <a:off xmlns:a="http://schemas.openxmlformats.org/drawingml/2006/main" x="609600" y="1819275"/>
          <a:ext xmlns:a="http://schemas.openxmlformats.org/drawingml/2006/main" cx="5524500" cy="3257550"/>
        </p:xfrm>
        <a:graphic xmlns:a="http://schemas.openxmlformats.org/drawingml/2006/main">
          <a:graphicData uri="http://schemas.openxmlformats.org/drawingml/2006/chart">
            <c:chart xmlns:r="http://schemas.openxmlformats.org/officeDocument/2006/relationships" xmlns:c="http://schemas.openxmlformats.org/drawingml/2006/chart" r:id="R253782f707674e55"/>
          </a:graphicData>
        </a:graphic>
      </p:graphicFrame>
      <p:sp>
        <p:nvSpPr>
          <p:cNvPr id="6" name="text-4">
            <a:extLst xmlns:a="http://schemas.openxmlformats.org/drawingml/2006/main">
              <a:ext uri="{FF2B5EF4-FFF2-40B4-BE49-F238E27FC236}">
                <a16:creationId xmlns:a16="http://schemas.microsoft.com/office/drawing/2014/main" id="{7D08E9B6-85D2-4726-A501-AB1874AB14F2}"/>
              </a:ext>
            </a:extLst>
          </p:cNvPr>
          <p:cNvSpPr>
            <a:spLocks xmlns:a="http://schemas.openxmlformats.org/drawingml/2006/main" noGrp="1"/>
          </p:cNvSpPr>
          <p:nvPr/>
        </p:nvSpPr>
        <p:spPr>
          <a:xfrm xmlns:a="http://schemas.openxmlformats.org/drawingml/2006/main">
            <a:off x="619125" y="5276850"/>
            <a:ext cx="5619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247C76"/>
                </a:solidFill>
                <a:latin typeface="IPAexGothic"/>
                <a:ea typeface="IPAexGothic"/>
                <a:cs typeface="IPAexGothic"/>
              </a:defRPr>
            </a:defPPr>
            <a:lvl1pPr algn="l">
              <a:buNone/>
              <a:defRPr sz="2175" b="1">
                <a:solidFill>
                  <a:srgbClr val="247C76"/>
                </a:solidFill>
                <a:latin typeface="IPAexGothic"/>
                <a:ea typeface="IPAexGothic"/>
                <a:cs typeface="IPAexGothic"/>
              </a:defRPr>
            </a:lvl1pPr>
            <a:lvl2pPr algn="l">
              <a:buNone/>
              <a:defRPr sz="2175" b="1">
                <a:solidFill>
                  <a:srgbClr val="247C76"/>
                </a:solidFill>
                <a:latin typeface="IPAexGothic"/>
                <a:ea typeface="IPAexGothic"/>
                <a:cs typeface="IPAexGothic"/>
              </a:defRPr>
            </a:lvl2pPr>
            <a:lvl3pPr algn="l">
              <a:buNone/>
              <a:defRPr sz="2175" b="1">
                <a:solidFill>
                  <a:srgbClr val="247C76"/>
                </a:solidFill>
                <a:latin typeface="IPAexGothic"/>
                <a:ea typeface="IPAexGothic"/>
                <a:cs typeface="IPAexGothic"/>
              </a:defRPr>
            </a:lvl3pPr>
            <a:lvl4pPr algn="l">
              <a:buNone/>
              <a:defRPr sz="2175" b="1">
                <a:solidFill>
                  <a:srgbClr val="247C76"/>
                </a:solidFill>
                <a:latin typeface="IPAexGothic"/>
                <a:ea typeface="IPAexGothic"/>
                <a:cs typeface="IPAexGothic"/>
              </a:defRPr>
            </a:lvl4pPr>
            <a:lvl5pPr algn="l">
              <a:buNone/>
              <a:defRPr sz="2175" b="1">
                <a:solidFill>
                  <a:srgbClr val="247C76"/>
                </a:solidFill>
                <a:latin typeface="IPAexGothic"/>
                <a:ea typeface="IPAexGothic"/>
                <a:cs typeface="IPAexGothic"/>
              </a:defRPr>
            </a:lvl5pPr>
            <a:lvl6pPr algn="l">
              <a:buNone/>
              <a:defRPr sz="2175" b="1">
                <a:solidFill>
                  <a:srgbClr val="247C76"/>
                </a:solidFill>
                <a:latin typeface="IPAexGothic"/>
                <a:ea typeface="IPAexGothic"/>
                <a:cs typeface="IPAexGothic"/>
              </a:defRPr>
            </a:lvl6pPr>
            <a:lvl7pPr algn="l">
              <a:buNone/>
              <a:defRPr sz="2175" b="1">
                <a:solidFill>
                  <a:srgbClr val="247C76"/>
                </a:solidFill>
                <a:latin typeface="IPAexGothic"/>
                <a:ea typeface="IPAexGothic"/>
                <a:cs typeface="IPAexGothic"/>
              </a:defRPr>
            </a:lvl7pPr>
            <a:lvl8pPr algn="l">
              <a:buNone/>
              <a:defRPr sz="2175" b="1">
                <a:solidFill>
                  <a:srgbClr val="247C76"/>
                </a:solidFill>
                <a:latin typeface="IPAexGothic"/>
                <a:ea typeface="IPAexGothic"/>
                <a:cs typeface="IPAexGothic"/>
              </a:defRPr>
            </a:lvl8pPr>
            <a:lvl9pPr algn="l">
              <a:buNone/>
              <a:defRPr sz="2175" b="1">
                <a:solidFill>
                  <a:srgbClr val="247C76"/>
                </a:solidFill>
                <a:latin typeface="IPAexGothic"/>
                <a:ea typeface="IPAexGothic"/>
                <a:cs typeface="IPAexGothic"/>
              </a:defRPr>
            </a:lvl9pPr>
          </a:lstStyle>
          <a:p xmlns:a="http://schemas.openxmlformats.org/drawingml/2006/main">
            <a:pPr algn="l">
              <a:buNone/>
              <a:defRPr sz="2175" b="1">
                <a:solidFill>
                  <a:srgbClr val="247C76"/>
                </a:solidFill>
                <a:latin typeface="IPAexGothic"/>
                <a:ea typeface="IPAexGothic"/>
                <a:cs typeface="IPAexGothic"/>
              </a:defRPr>
            </a:pPr>
            <a:r>
              <a:rPr sz="2175" b="1">
                <a:solidFill>
                  <a:srgbClr val="247C76"/>
                </a:solidFill>
                <a:latin typeface="IPAexGothic"/>
                <a:ea typeface="IPAexGothic"/>
                <a:cs typeface="IPAexGothic"/>
              </a:rPr>
              <a:t>学習用元CSV容量を74.82%削減</a:t>
            </a:r>
          </a:p>
        </p:txBody>
      </p:sp>
      <p:sp>
        <p:nvSpPr>
          <p:cNvPr id="7" name="text-5">
            <a:extLst xmlns:a="http://schemas.openxmlformats.org/drawingml/2006/main">
              <a:ext uri="{FF2B5EF4-FFF2-40B4-BE49-F238E27FC236}">
                <a16:creationId xmlns:a16="http://schemas.microsoft.com/office/drawing/2014/main" id="{FD06539F-8BDC-43CB-8CFF-D95F39A2FF89}"/>
              </a:ext>
            </a:extLst>
          </p:cNvPr>
          <p:cNvSpPr>
            <a:spLocks xmlns:a="http://schemas.openxmlformats.org/drawingml/2006/main" noGrp="1"/>
          </p:cNvSpPr>
          <p:nvPr/>
        </p:nvSpPr>
        <p:spPr>
          <a:xfrm xmlns:a="http://schemas.openxmlformats.org/drawingml/2006/main">
            <a:off x="6724650" y="1771650"/>
            <a:ext cx="4857750" cy="3867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B3A"/>
                </a:solidFill>
                <a:latin typeface="IPAexGothic"/>
                <a:ea typeface="IPAexGothic"/>
                <a:cs typeface="IPAexGothic"/>
              </a:defRPr>
            </a:defPPr>
            <a:lvl1pPr algn="l">
              <a:buNone/>
              <a:defRPr sz="2025" b="0">
                <a:solidFill>
                  <a:srgbClr val="172B3A"/>
                </a:solidFill>
                <a:latin typeface="IPAexGothic"/>
                <a:ea typeface="IPAexGothic"/>
                <a:cs typeface="IPAexGothic"/>
              </a:defRPr>
            </a:lvl1pPr>
            <a:lvl2pPr algn="l">
              <a:buNone/>
              <a:defRPr sz="2025" b="0">
                <a:solidFill>
                  <a:srgbClr val="172B3A"/>
                </a:solidFill>
                <a:latin typeface="IPAexGothic"/>
                <a:ea typeface="IPAexGothic"/>
                <a:cs typeface="IPAexGothic"/>
              </a:defRPr>
            </a:lvl2pPr>
            <a:lvl3pPr algn="l">
              <a:buNone/>
              <a:defRPr sz="2025" b="0">
                <a:solidFill>
                  <a:srgbClr val="172B3A"/>
                </a:solidFill>
                <a:latin typeface="IPAexGothic"/>
                <a:ea typeface="IPAexGothic"/>
                <a:cs typeface="IPAexGothic"/>
              </a:defRPr>
            </a:lvl3pPr>
            <a:lvl4pPr algn="l">
              <a:buNone/>
              <a:defRPr sz="2025" b="0">
                <a:solidFill>
                  <a:srgbClr val="172B3A"/>
                </a:solidFill>
                <a:latin typeface="IPAexGothic"/>
                <a:ea typeface="IPAexGothic"/>
                <a:cs typeface="IPAexGothic"/>
              </a:defRPr>
            </a:lvl4pPr>
            <a:lvl5pPr algn="l">
              <a:buNone/>
              <a:defRPr sz="2025" b="0">
                <a:solidFill>
                  <a:srgbClr val="172B3A"/>
                </a:solidFill>
                <a:latin typeface="IPAexGothic"/>
                <a:ea typeface="IPAexGothic"/>
                <a:cs typeface="IPAexGothic"/>
              </a:defRPr>
            </a:lvl5pPr>
            <a:lvl6pPr algn="l">
              <a:buNone/>
              <a:defRPr sz="2025" b="0">
                <a:solidFill>
                  <a:srgbClr val="172B3A"/>
                </a:solidFill>
                <a:latin typeface="IPAexGothic"/>
                <a:ea typeface="IPAexGothic"/>
                <a:cs typeface="IPAexGothic"/>
              </a:defRPr>
            </a:lvl6pPr>
            <a:lvl7pPr algn="l">
              <a:buNone/>
              <a:defRPr sz="2025" b="0">
                <a:solidFill>
                  <a:srgbClr val="172B3A"/>
                </a:solidFill>
                <a:latin typeface="IPAexGothic"/>
                <a:ea typeface="IPAexGothic"/>
                <a:cs typeface="IPAexGothic"/>
              </a:defRPr>
            </a:lvl7pPr>
            <a:lvl8pPr algn="l">
              <a:buNone/>
              <a:defRPr sz="2025" b="0">
                <a:solidFill>
                  <a:srgbClr val="172B3A"/>
                </a:solidFill>
                <a:latin typeface="IPAexGothic"/>
                <a:ea typeface="IPAexGothic"/>
                <a:cs typeface="IPAexGothic"/>
              </a:defRPr>
            </a:lvl8pPr>
            <a:lvl9pPr algn="l">
              <a:buNone/>
              <a:defRPr sz="2025" b="0">
                <a:solidFill>
                  <a:srgbClr val="172B3A"/>
                </a:solidFill>
                <a:latin typeface="IPAexGothic"/>
                <a:ea typeface="IPAexGothic"/>
                <a:cs typeface="IPAexGothic"/>
              </a:defRPr>
            </a:lvl9pPr>
          </a:lstStyle>
          <a:p xmlns:a="http://schemas.openxmlformats.org/drawingml/2006/main">
            <a:pPr algn="l">
              <a:buNone/>
              <a:defRPr sz="2025" b="0">
                <a:solidFill>
                  <a:srgbClr val="172B3A"/>
                </a:solidFill>
                <a:latin typeface="IPAexGothic"/>
                <a:ea typeface="IPAexGothic"/>
                <a:cs typeface="IPAexGothic"/>
              </a:defRPr>
            </a:pPr>
            <a:r>
              <a:rPr sz="2025" b="0">
                <a:solidFill>
                  <a:srgbClr val="172B3A"/>
                </a:solidFill>
                <a:latin typeface="IPAexGothic"/>
                <a:ea typeface="IPAexGothic"/>
                <a:cs typeface="IPAexGothic"/>
              </a:rPr>
              <a:t>1,632件のうち1,221件を削除</a:t>
            </a:r>
          </a:p>
          <a:p xmlns:a="http://schemas.openxmlformats.org/drawingml/2006/main">
            <a:pPr algn="l">
              <a:buNone/>
              <a:defRPr sz="2025" b="0">
                <a:solidFill>
                  <a:srgbClr val="172B3A"/>
                </a:solidFill>
                <a:latin typeface="IPAexGothic"/>
                <a:ea typeface="IPAexGothic"/>
                <a:cs typeface="IPAexGothic"/>
              </a:defRPr>
            </a:pPr>
            <a:r>
              <a:rPr sz="2025" b="0">
                <a:solidFill>
                  <a:srgbClr val="172B3A"/>
                </a:solidFill>
                <a:latin typeface="IPAexGothic"/>
                <a:ea typeface="IPAexGothic"/>
                <a:cs typeface="IPAexGothic"/>
              </a:rPr>
              <a:t>典型219件と境界未知192件を保持</a:t>
            </a:r>
          </a:p>
          <a:p xmlns:a="http://schemas.openxmlformats.org/drawingml/2006/main">
            <a:r>
              <a:t/>
            </a:r>
          </a:p>
          <a:p xmlns:a="http://schemas.openxmlformats.org/drawingml/2006/main">
            <a:pPr algn="l">
              <a:buNone/>
              <a:defRPr sz="2025" b="0">
                <a:solidFill>
                  <a:srgbClr val="172B3A"/>
                </a:solidFill>
                <a:latin typeface="IPAexGothic"/>
                <a:ea typeface="IPAexGothic"/>
                <a:cs typeface="IPAexGothic"/>
              </a:defRPr>
            </a:pPr>
            <a:r>
              <a:rPr sz="2025" b="0">
                <a:solidFill>
                  <a:srgbClr val="172B3A"/>
                </a:solidFill>
                <a:latin typeface="IPAexGothic"/>
                <a:ea typeface="IPAexGothic"/>
                <a:cs typeface="IPAexGothic"/>
              </a:rPr>
              <a:t>典型の検証3,600件で判定一致</a:t>
            </a:r>
          </a:p>
          <a:p xmlns:a="http://schemas.openxmlformats.org/drawingml/2006/main">
            <a:pPr algn="l">
              <a:buNone/>
              <a:defRPr sz="2025" b="0">
                <a:solidFill>
                  <a:srgbClr val="172B3A"/>
                </a:solidFill>
                <a:latin typeface="IPAexGothic"/>
                <a:ea typeface="IPAexGothic"/>
                <a:cs typeface="IPAexGothic"/>
              </a:defRPr>
            </a:pPr>
            <a:r>
              <a:rPr sz="2025" b="0">
                <a:solidFill>
                  <a:srgbClr val="172B3A"/>
                </a:solidFill>
                <a:latin typeface="IPAexGothic"/>
                <a:ea typeface="IPAexGothic"/>
                <a:cs typeface="IPAexGothic"/>
              </a:rPr>
              <a:t>異常検出率は両方82.57%</a:t>
            </a:r>
          </a:p>
          <a:p xmlns:a="http://schemas.openxmlformats.org/drawingml/2006/main">
            <a:pPr algn="l">
              <a:buNone/>
              <a:defRPr sz="2025" b="0">
                <a:solidFill>
                  <a:srgbClr val="172B3A"/>
                </a:solidFill>
                <a:latin typeface="IPAexGothic"/>
                <a:ea typeface="IPAexGothic"/>
                <a:cs typeface="IPAexGothic"/>
              </a:defRPr>
            </a:pPr>
            <a:r>
              <a:rPr sz="2025" b="0">
                <a:solidFill>
                  <a:srgbClr val="172B3A"/>
                </a:solidFill>
                <a:latin typeface="IPAexGothic"/>
                <a:ea typeface="IPAexGothic"/>
                <a:cs typeface="IPAexGothic"/>
              </a:rPr>
              <a:t>正常判定率は両方94.97%</a:t>
            </a:r>
          </a:p>
          <a:p xmlns:a="http://schemas.openxmlformats.org/drawingml/2006/main">
            <a:r>
              <a:t/>
            </a:r>
          </a:p>
          <a:p xmlns:a="http://schemas.openxmlformats.org/drawingml/2006/main">
            <a:pPr algn="l">
              <a:buNone/>
              <a:defRPr sz="2025" b="0">
                <a:solidFill>
                  <a:srgbClr val="172B3A"/>
                </a:solidFill>
                <a:latin typeface="IPAexGothic"/>
                <a:ea typeface="IPAexGothic"/>
                <a:cs typeface="IPAexGothic"/>
              </a:defRPr>
            </a:pPr>
            <a:r>
              <a:rPr sz="2025" b="0">
                <a:solidFill>
                  <a:srgbClr val="172B3A"/>
                </a:solidFill>
                <a:latin typeface="IPAexGothic"/>
                <a:ea typeface="IPAexGothic"/>
                <a:cs typeface="IPAexGothic"/>
              </a:rPr>
              <a:t>出現情報は全1,632件分を維持</a:t>
            </a:r>
          </a:p>
        </p:txBody>
      </p:sp>
      <p:sp>
        <p:nvSpPr>
          <p:cNvPr id="8" name="text-6">
            <a:extLst xmlns:a="http://schemas.openxmlformats.org/drawingml/2006/main">
              <a:ext uri="{FF2B5EF4-FFF2-40B4-BE49-F238E27FC236}">
                <a16:creationId xmlns:a16="http://schemas.microsoft.com/office/drawing/2014/main" id="{66635DF3-A84E-4018-A591-E72AA8840D0D}"/>
              </a:ext>
            </a:extLst>
          </p:cNvPr>
          <p:cNvSpPr>
            <a:spLocks xmlns:a="http://schemas.openxmlformats.org/drawingml/2006/main" noGrp="1"/>
          </p:cNvSpPr>
          <p:nvPr/>
        </p:nvSpPr>
        <p:spPr>
          <a:xfrm xmlns:a="http://schemas.openxmlformats.org/drawingml/2006/main">
            <a:off x="609600" y="5953125"/>
            <a:ext cx="10906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86872"/>
                </a:solidFill>
                <a:latin typeface="IPAexGothic"/>
                <a:ea typeface="IPAexGothic"/>
                <a:cs typeface="IPAexGothic"/>
              </a:defRPr>
            </a:defPPr>
            <a:lvl1pPr algn="l">
              <a:buNone/>
              <a:defRPr sz="1575" b="0">
                <a:solidFill>
                  <a:srgbClr val="586872"/>
                </a:solidFill>
                <a:latin typeface="IPAexGothic"/>
                <a:ea typeface="IPAexGothic"/>
                <a:cs typeface="IPAexGothic"/>
              </a:defRPr>
            </a:lvl1pPr>
            <a:lvl2pPr algn="l">
              <a:buNone/>
              <a:defRPr sz="1575" b="0">
                <a:solidFill>
                  <a:srgbClr val="586872"/>
                </a:solidFill>
                <a:latin typeface="IPAexGothic"/>
                <a:ea typeface="IPAexGothic"/>
                <a:cs typeface="IPAexGothic"/>
              </a:defRPr>
            </a:lvl2pPr>
            <a:lvl3pPr algn="l">
              <a:buNone/>
              <a:defRPr sz="1575" b="0">
                <a:solidFill>
                  <a:srgbClr val="586872"/>
                </a:solidFill>
                <a:latin typeface="IPAexGothic"/>
                <a:ea typeface="IPAexGothic"/>
                <a:cs typeface="IPAexGothic"/>
              </a:defRPr>
            </a:lvl3pPr>
            <a:lvl4pPr algn="l">
              <a:buNone/>
              <a:defRPr sz="1575" b="0">
                <a:solidFill>
                  <a:srgbClr val="586872"/>
                </a:solidFill>
                <a:latin typeface="IPAexGothic"/>
                <a:ea typeface="IPAexGothic"/>
                <a:cs typeface="IPAexGothic"/>
              </a:defRPr>
            </a:lvl4pPr>
            <a:lvl5pPr algn="l">
              <a:buNone/>
              <a:defRPr sz="1575" b="0">
                <a:solidFill>
                  <a:srgbClr val="586872"/>
                </a:solidFill>
                <a:latin typeface="IPAexGothic"/>
                <a:ea typeface="IPAexGothic"/>
                <a:cs typeface="IPAexGothic"/>
              </a:defRPr>
            </a:lvl5pPr>
            <a:lvl6pPr algn="l">
              <a:buNone/>
              <a:defRPr sz="1575" b="0">
                <a:solidFill>
                  <a:srgbClr val="586872"/>
                </a:solidFill>
                <a:latin typeface="IPAexGothic"/>
                <a:ea typeface="IPAexGothic"/>
                <a:cs typeface="IPAexGothic"/>
              </a:defRPr>
            </a:lvl6pPr>
            <a:lvl7pPr algn="l">
              <a:buNone/>
              <a:defRPr sz="1575" b="0">
                <a:solidFill>
                  <a:srgbClr val="586872"/>
                </a:solidFill>
                <a:latin typeface="IPAexGothic"/>
                <a:ea typeface="IPAexGothic"/>
                <a:cs typeface="IPAexGothic"/>
              </a:defRPr>
            </a:lvl7pPr>
            <a:lvl8pPr algn="l">
              <a:buNone/>
              <a:defRPr sz="1575" b="0">
                <a:solidFill>
                  <a:srgbClr val="586872"/>
                </a:solidFill>
                <a:latin typeface="IPAexGothic"/>
                <a:ea typeface="IPAexGothic"/>
                <a:cs typeface="IPAexGothic"/>
              </a:defRPr>
            </a:lvl8pPr>
            <a:lvl9pPr algn="l">
              <a:buNone/>
              <a:defRPr sz="1575" b="0">
                <a:solidFill>
                  <a:srgbClr val="586872"/>
                </a:solidFill>
                <a:latin typeface="IPAexGothic"/>
                <a:ea typeface="IPAexGothic"/>
                <a:cs typeface="IPAexGothic"/>
              </a:defRPr>
            </a:lvl9pPr>
          </a:lstStyle>
          <a:p xmlns:a="http://schemas.openxmlformats.org/drawingml/2006/main">
            <a:pPr algn="l">
              <a:buNone/>
              <a:defRPr sz="1575" b="0">
                <a:solidFill>
                  <a:srgbClr val="586872"/>
                </a:solidFill>
                <a:latin typeface="IPAexGothic"/>
                <a:ea typeface="IPAexGothic"/>
                <a:cs typeface="IPAexGothic"/>
              </a:defRPr>
            </a:pPr>
            <a:r>
              <a:rPr sz="1575" b="0">
                <a:solidFill>
                  <a:srgbClr val="586872"/>
                </a:solidFill>
                <a:latin typeface="IPAexGothic"/>
                <a:ea typeface="IPAexGothic"/>
                <a:cs typeface="IPAexGothic"/>
              </a:rPr>
              <a:t>60秒区間の別実験。境界・未知の代替性と全保存物の削減率は未確認。実設備の効果ではない</a:t>
            </a:r>
          </a:p>
        </p:txBody>
      </p:sp>
    </p:spTree>
    <p:extLst>
      <p:ext uri="{BB962C8B-B14F-4D97-AF65-F5344CB8AC3E}">
        <p14:creationId xmlns:p14="http://schemas.microsoft.com/office/powerpoint/2010/main" val="697684223"/>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headline">
            <a:extLst xmlns:a="http://schemas.openxmlformats.org/drawingml/2006/main">
              <a:ext uri="{FF2B5EF4-FFF2-40B4-BE49-F238E27FC236}">
                <a16:creationId xmlns:a16="http://schemas.microsoft.com/office/drawing/2014/main" id="{56C44C27-5BFA-4F7A-AE3E-C4E84A717DBB}"/>
              </a:ext>
            </a:extLst>
          </p:cNvPr>
          <p:cNvSpPr>
            <a:spLocks xmlns:a="http://schemas.openxmlformats.org/drawingml/2006/main" noGrp="1"/>
          </p:cNvSpPr>
          <p:nvPr/>
        </p:nvSpPr>
        <p:spPr>
          <a:xfrm xmlns:a="http://schemas.openxmlformats.org/drawingml/2006/main">
            <a:off x="590550" y="333375"/>
            <a:ext cx="1095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72B3A"/>
                </a:solidFill>
                <a:latin typeface="IPAexGothic"/>
                <a:ea typeface="IPAexGothic"/>
                <a:cs typeface="IPAexGothic"/>
              </a:defRPr>
            </a:defPPr>
            <a:lvl1pPr algn="l">
              <a:buNone/>
              <a:defRPr sz="3300" b="1">
                <a:solidFill>
                  <a:srgbClr val="172B3A"/>
                </a:solidFill>
                <a:latin typeface="IPAexGothic"/>
                <a:ea typeface="IPAexGothic"/>
                <a:cs typeface="IPAexGothic"/>
              </a:defRPr>
            </a:lvl1pPr>
            <a:lvl2pPr algn="l">
              <a:buNone/>
              <a:defRPr sz="3300" b="1">
                <a:solidFill>
                  <a:srgbClr val="172B3A"/>
                </a:solidFill>
                <a:latin typeface="IPAexGothic"/>
                <a:ea typeface="IPAexGothic"/>
                <a:cs typeface="IPAexGothic"/>
              </a:defRPr>
            </a:lvl2pPr>
            <a:lvl3pPr algn="l">
              <a:buNone/>
              <a:defRPr sz="3300" b="1">
                <a:solidFill>
                  <a:srgbClr val="172B3A"/>
                </a:solidFill>
                <a:latin typeface="IPAexGothic"/>
                <a:ea typeface="IPAexGothic"/>
                <a:cs typeface="IPAexGothic"/>
              </a:defRPr>
            </a:lvl3pPr>
            <a:lvl4pPr algn="l">
              <a:buNone/>
              <a:defRPr sz="3300" b="1">
                <a:solidFill>
                  <a:srgbClr val="172B3A"/>
                </a:solidFill>
                <a:latin typeface="IPAexGothic"/>
                <a:ea typeface="IPAexGothic"/>
                <a:cs typeface="IPAexGothic"/>
              </a:defRPr>
            </a:lvl4pPr>
            <a:lvl5pPr algn="l">
              <a:buNone/>
              <a:defRPr sz="3300" b="1">
                <a:solidFill>
                  <a:srgbClr val="172B3A"/>
                </a:solidFill>
                <a:latin typeface="IPAexGothic"/>
                <a:ea typeface="IPAexGothic"/>
                <a:cs typeface="IPAexGothic"/>
              </a:defRPr>
            </a:lvl5pPr>
            <a:lvl6pPr algn="l">
              <a:buNone/>
              <a:defRPr sz="3300" b="1">
                <a:solidFill>
                  <a:srgbClr val="172B3A"/>
                </a:solidFill>
                <a:latin typeface="IPAexGothic"/>
                <a:ea typeface="IPAexGothic"/>
                <a:cs typeface="IPAexGothic"/>
              </a:defRPr>
            </a:lvl6pPr>
            <a:lvl7pPr algn="l">
              <a:buNone/>
              <a:defRPr sz="3300" b="1">
                <a:solidFill>
                  <a:srgbClr val="172B3A"/>
                </a:solidFill>
                <a:latin typeface="IPAexGothic"/>
                <a:ea typeface="IPAexGothic"/>
                <a:cs typeface="IPAexGothic"/>
              </a:defRPr>
            </a:lvl7pPr>
            <a:lvl8pPr algn="l">
              <a:buNone/>
              <a:defRPr sz="3300" b="1">
                <a:solidFill>
                  <a:srgbClr val="172B3A"/>
                </a:solidFill>
                <a:latin typeface="IPAexGothic"/>
                <a:ea typeface="IPAexGothic"/>
                <a:cs typeface="IPAexGothic"/>
              </a:defRPr>
            </a:lvl8pPr>
            <a:lvl9pPr algn="l">
              <a:buNone/>
              <a:defRPr sz="3300" b="1">
                <a:solidFill>
                  <a:srgbClr val="172B3A"/>
                </a:solidFill>
                <a:latin typeface="IPAexGothic"/>
                <a:ea typeface="IPAexGothic"/>
                <a:cs typeface="IPAexGothic"/>
              </a:defRPr>
            </a:lvl9pPr>
          </a:lstStyle>
          <a:p xmlns:a="http://schemas.openxmlformats.org/drawingml/2006/main">
            <a:pPr algn="l">
              <a:buNone/>
              <a:defRPr sz="3300" b="1">
                <a:solidFill>
                  <a:srgbClr val="172B3A"/>
                </a:solidFill>
                <a:latin typeface="IPAexGothic"/>
                <a:ea typeface="IPAexGothic"/>
                <a:cs typeface="IPAexGothic"/>
              </a:defRPr>
            </a:pPr>
            <a:r>
              <a:rPr sz="3300" b="1">
                <a:solidFill>
                  <a:srgbClr val="172B3A"/>
                </a:solidFill>
                <a:latin typeface="IPAexGothic"/>
                <a:ea typeface="IPAexGothic"/>
                <a:cs typeface="IPAexGothic"/>
              </a:rPr>
              <a:t>削除を禁止できることも計算で確認</a:t>
            </a:r>
          </a:p>
        </p:txBody>
      </p:sp>
      <p:sp>
        <p:nvSpPr>
          <p:cNvPr id="2" name="summary">
            <a:extLst xmlns:a="http://schemas.openxmlformats.org/drawingml/2006/main">
              <a:ext uri="{FF2B5EF4-FFF2-40B4-BE49-F238E27FC236}">
                <a16:creationId xmlns:a16="http://schemas.microsoft.com/office/drawing/2014/main" id="{2FAF3063-AB1C-458C-B16F-69C5D9E468BB}"/>
              </a:ext>
            </a:extLst>
          </p:cNvPr>
          <p:cNvSpPr>
            <a:spLocks xmlns:a="http://schemas.openxmlformats.org/drawingml/2006/main" noGrp="1"/>
          </p:cNvSpPr>
          <p:nvPr/>
        </p:nvSpPr>
        <p:spPr>
          <a:xfrm xmlns:a="http://schemas.openxmlformats.org/drawingml/2006/main">
            <a:off x="609600" y="1028700"/>
            <a:ext cx="10896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86872"/>
                </a:solidFill>
                <a:latin typeface="IPAexGothic"/>
                <a:ea typeface="IPAexGothic"/>
                <a:cs typeface="IPAexGothic"/>
              </a:defRPr>
            </a:defPPr>
            <a:lvl1pPr algn="l">
              <a:buNone/>
              <a:defRPr sz="1800" b="0">
                <a:solidFill>
                  <a:srgbClr val="586872"/>
                </a:solidFill>
                <a:latin typeface="IPAexGothic"/>
                <a:ea typeface="IPAexGothic"/>
                <a:cs typeface="IPAexGothic"/>
              </a:defRPr>
            </a:lvl1pPr>
            <a:lvl2pPr algn="l">
              <a:buNone/>
              <a:defRPr sz="1800" b="0">
                <a:solidFill>
                  <a:srgbClr val="586872"/>
                </a:solidFill>
                <a:latin typeface="IPAexGothic"/>
                <a:ea typeface="IPAexGothic"/>
                <a:cs typeface="IPAexGothic"/>
              </a:defRPr>
            </a:lvl2pPr>
            <a:lvl3pPr algn="l">
              <a:buNone/>
              <a:defRPr sz="1800" b="0">
                <a:solidFill>
                  <a:srgbClr val="586872"/>
                </a:solidFill>
                <a:latin typeface="IPAexGothic"/>
                <a:ea typeface="IPAexGothic"/>
                <a:cs typeface="IPAexGothic"/>
              </a:defRPr>
            </a:lvl3pPr>
            <a:lvl4pPr algn="l">
              <a:buNone/>
              <a:defRPr sz="1800" b="0">
                <a:solidFill>
                  <a:srgbClr val="586872"/>
                </a:solidFill>
                <a:latin typeface="IPAexGothic"/>
                <a:ea typeface="IPAexGothic"/>
                <a:cs typeface="IPAexGothic"/>
              </a:defRPr>
            </a:lvl4pPr>
            <a:lvl5pPr algn="l">
              <a:buNone/>
              <a:defRPr sz="1800" b="0">
                <a:solidFill>
                  <a:srgbClr val="586872"/>
                </a:solidFill>
                <a:latin typeface="IPAexGothic"/>
                <a:ea typeface="IPAexGothic"/>
                <a:cs typeface="IPAexGothic"/>
              </a:defRPr>
            </a:lvl5pPr>
            <a:lvl6pPr algn="l">
              <a:buNone/>
              <a:defRPr sz="1800" b="0">
                <a:solidFill>
                  <a:srgbClr val="586872"/>
                </a:solidFill>
                <a:latin typeface="IPAexGothic"/>
                <a:ea typeface="IPAexGothic"/>
                <a:cs typeface="IPAexGothic"/>
              </a:defRPr>
            </a:lvl6pPr>
            <a:lvl7pPr algn="l">
              <a:buNone/>
              <a:defRPr sz="1800" b="0">
                <a:solidFill>
                  <a:srgbClr val="586872"/>
                </a:solidFill>
                <a:latin typeface="IPAexGothic"/>
                <a:ea typeface="IPAexGothic"/>
                <a:cs typeface="IPAexGothic"/>
              </a:defRPr>
            </a:lvl7pPr>
            <a:lvl8pPr algn="l">
              <a:buNone/>
              <a:defRPr sz="1800" b="0">
                <a:solidFill>
                  <a:srgbClr val="586872"/>
                </a:solidFill>
                <a:latin typeface="IPAexGothic"/>
                <a:ea typeface="IPAexGothic"/>
                <a:cs typeface="IPAexGothic"/>
              </a:defRPr>
            </a:lvl8pPr>
            <a:lvl9pPr algn="l">
              <a:buNone/>
              <a:defRPr sz="1800" b="0">
                <a:solidFill>
                  <a:srgbClr val="586872"/>
                </a:solidFill>
                <a:latin typeface="IPAexGothic"/>
                <a:ea typeface="IPAexGothic"/>
                <a:cs typeface="IPAexGothic"/>
              </a:defRPr>
            </a:lvl9pPr>
          </a:lstStyle>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この対照例も固定事象ルール・60秒区間による以前の生成ログ実験で、本文とは条件が異なります。</a:t>
            </a:r>
          </a:p>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性能比較と保持構成を別々に確認すると、片方の合格だけでは分からない不足を検出できます。</a:t>
            </a:r>
          </a:p>
        </p:txBody>
      </p:sp>
      <p:sp>
        <p:nvSpPr>
          <p:cNvPr id="3" name="text-2">
            <a:extLst xmlns:a="http://schemas.openxmlformats.org/drawingml/2006/main">
              <a:ext uri="{FF2B5EF4-FFF2-40B4-BE49-F238E27FC236}">
                <a16:creationId xmlns:a16="http://schemas.microsoft.com/office/drawing/2014/main" id="{C45C5347-6B6B-40A1-8C67-783506ABFCBF}"/>
              </a:ext>
            </a:extLst>
          </p:cNvPr>
          <p:cNvSpPr>
            <a:spLocks xmlns:a="http://schemas.openxmlformats.org/drawingml/2006/main" noGrp="1"/>
          </p:cNvSpPr>
          <p:nvPr/>
        </p:nvSpPr>
        <p:spPr>
          <a:xfrm xmlns:a="http://schemas.openxmlformats.org/drawingml/2006/main">
            <a:off x="11239500" y="644842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872"/>
                </a:solidFill>
                <a:latin typeface="IPAexGothic"/>
                <a:ea typeface="IPAexGothic"/>
                <a:cs typeface="IPAexGothic"/>
              </a:defRPr>
            </a:defPPr>
            <a:lvl1pPr algn="r">
              <a:buNone/>
              <a:defRPr sz="1275" b="0">
                <a:solidFill>
                  <a:srgbClr val="586872"/>
                </a:solidFill>
                <a:latin typeface="IPAexGothic"/>
                <a:ea typeface="IPAexGothic"/>
                <a:cs typeface="IPAexGothic"/>
              </a:defRPr>
            </a:lvl1pPr>
            <a:lvl2pPr algn="r">
              <a:buNone/>
              <a:defRPr sz="1275" b="0">
                <a:solidFill>
                  <a:srgbClr val="586872"/>
                </a:solidFill>
                <a:latin typeface="IPAexGothic"/>
                <a:ea typeface="IPAexGothic"/>
                <a:cs typeface="IPAexGothic"/>
              </a:defRPr>
            </a:lvl2pPr>
            <a:lvl3pPr algn="r">
              <a:buNone/>
              <a:defRPr sz="1275" b="0">
                <a:solidFill>
                  <a:srgbClr val="586872"/>
                </a:solidFill>
                <a:latin typeface="IPAexGothic"/>
                <a:ea typeface="IPAexGothic"/>
                <a:cs typeface="IPAexGothic"/>
              </a:defRPr>
            </a:lvl3pPr>
            <a:lvl4pPr algn="r">
              <a:buNone/>
              <a:defRPr sz="1275" b="0">
                <a:solidFill>
                  <a:srgbClr val="586872"/>
                </a:solidFill>
                <a:latin typeface="IPAexGothic"/>
                <a:ea typeface="IPAexGothic"/>
                <a:cs typeface="IPAexGothic"/>
              </a:defRPr>
            </a:lvl4pPr>
            <a:lvl5pPr algn="r">
              <a:buNone/>
              <a:defRPr sz="1275" b="0">
                <a:solidFill>
                  <a:srgbClr val="586872"/>
                </a:solidFill>
                <a:latin typeface="IPAexGothic"/>
                <a:ea typeface="IPAexGothic"/>
                <a:cs typeface="IPAexGothic"/>
              </a:defRPr>
            </a:lvl5pPr>
            <a:lvl6pPr algn="r">
              <a:buNone/>
              <a:defRPr sz="1275" b="0">
                <a:solidFill>
                  <a:srgbClr val="586872"/>
                </a:solidFill>
                <a:latin typeface="IPAexGothic"/>
                <a:ea typeface="IPAexGothic"/>
                <a:cs typeface="IPAexGothic"/>
              </a:defRPr>
            </a:lvl6pPr>
            <a:lvl7pPr algn="r">
              <a:buNone/>
              <a:defRPr sz="1275" b="0">
                <a:solidFill>
                  <a:srgbClr val="586872"/>
                </a:solidFill>
                <a:latin typeface="IPAexGothic"/>
                <a:ea typeface="IPAexGothic"/>
                <a:cs typeface="IPAexGothic"/>
              </a:defRPr>
            </a:lvl7pPr>
            <a:lvl8pPr algn="r">
              <a:buNone/>
              <a:defRPr sz="1275" b="0">
                <a:solidFill>
                  <a:srgbClr val="586872"/>
                </a:solidFill>
                <a:latin typeface="IPAexGothic"/>
                <a:ea typeface="IPAexGothic"/>
                <a:cs typeface="IPAexGothic"/>
              </a:defRPr>
            </a:lvl8pPr>
            <a:lvl9pPr algn="r">
              <a:buNone/>
              <a:defRPr sz="1275" b="0">
                <a:solidFill>
                  <a:srgbClr val="586872"/>
                </a:solidFill>
                <a:latin typeface="IPAexGothic"/>
                <a:ea typeface="IPAexGothic"/>
                <a:cs typeface="IPAexGothic"/>
              </a:defRPr>
            </a:lvl9pPr>
          </a:lstStyle>
          <a:p xmlns:a="http://schemas.openxmlformats.org/drawingml/2006/main">
            <a:pPr algn="r">
              <a:buNone/>
              <a:defRPr sz="1275" b="0">
                <a:solidFill>
                  <a:srgbClr val="586872"/>
                </a:solidFill>
                <a:latin typeface="IPAexGothic"/>
                <a:ea typeface="IPAexGothic"/>
                <a:cs typeface="IPAexGothic"/>
              </a:defRPr>
            </a:pPr>
            <a:r>
              <a:rPr sz="1275" b="0">
                <a:solidFill>
                  <a:srgbClr val="586872"/>
                </a:solidFill>
                <a:latin typeface="IPAexGothic"/>
                <a:ea typeface="IPAexGothic"/>
                <a:cs typeface="IPAexGothic"/>
              </a:rPr>
              <a:t>43</a:t>
            </a:r>
          </a:p>
        </p:txBody>
      </p:sp>
      <p:sp>
        <p:nvSpPr>
          <p:cNvPr id="4" name="text-3">
            <a:extLst xmlns:a="http://schemas.openxmlformats.org/drawingml/2006/main">
              <a:ext uri="{FF2B5EF4-FFF2-40B4-BE49-F238E27FC236}">
                <a16:creationId xmlns:a16="http://schemas.microsoft.com/office/drawing/2014/main" id="{B023EC2C-2792-47ED-997A-6D7C98E003AF}"/>
              </a:ext>
            </a:extLst>
          </p:cNvPr>
          <p:cNvSpPr>
            <a:spLocks xmlns:a="http://schemas.openxmlformats.org/drawingml/2006/main" noGrp="1"/>
          </p:cNvSpPr>
          <p:nvPr/>
        </p:nvSpPr>
        <p:spPr>
          <a:xfrm xmlns:a="http://schemas.openxmlformats.org/drawingml/2006/main">
            <a:off x="619125" y="1762125"/>
            <a:ext cx="50958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236487"/>
                </a:solidFill>
                <a:latin typeface="IPAexGothic"/>
                <a:ea typeface="IPAexGothic"/>
                <a:cs typeface="IPAexGothic"/>
              </a:defRPr>
            </a:defPPr>
            <a:lvl1pPr algn="l">
              <a:buNone/>
              <a:defRPr sz="2325" b="1">
                <a:solidFill>
                  <a:srgbClr val="236487"/>
                </a:solidFill>
                <a:latin typeface="IPAexGothic"/>
                <a:ea typeface="IPAexGothic"/>
                <a:cs typeface="IPAexGothic"/>
              </a:defRPr>
            </a:lvl1pPr>
            <a:lvl2pPr algn="l">
              <a:buNone/>
              <a:defRPr sz="2325" b="1">
                <a:solidFill>
                  <a:srgbClr val="236487"/>
                </a:solidFill>
                <a:latin typeface="IPAexGothic"/>
                <a:ea typeface="IPAexGothic"/>
                <a:cs typeface="IPAexGothic"/>
              </a:defRPr>
            </a:lvl2pPr>
            <a:lvl3pPr algn="l">
              <a:buNone/>
              <a:defRPr sz="2325" b="1">
                <a:solidFill>
                  <a:srgbClr val="236487"/>
                </a:solidFill>
                <a:latin typeface="IPAexGothic"/>
                <a:ea typeface="IPAexGothic"/>
                <a:cs typeface="IPAexGothic"/>
              </a:defRPr>
            </a:lvl3pPr>
            <a:lvl4pPr algn="l">
              <a:buNone/>
              <a:defRPr sz="2325" b="1">
                <a:solidFill>
                  <a:srgbClr val="236487"/>
                </a:solidFill>
                <a:latin typeface="IPAexGothic"/>
                <a:ea typeface="IPAexGothic"/>
                <a:cs typeface="IPAexGothic"/>
              </a:defRPr>
            </a:lvl4pPr>
            <a:lvl5pPr algn="l">
              <a:buNone/>
              <a:defRPr sz="2325" b="1">
                <a:solidFill>
                  <a:srgbClr val="236487"/>
                </a:solidFill>
                <a:latin typeface="IPAexGothic"/>
                <a:ea typeface="IPAexGothic"/>
                <a:cs typeface="IPAexGothic"/>
              </a:defRPr>
            </a:lvl5pPr>
            <a:lvl6pPr algn="l">
              <a:buNone/>
              <a:defRPr sz="2325" b="1">
                <a:solidFill>
                  <a:srgbClr val="236487"/>
                </a:solidFill>
                <a:latin typeface="IPAexGothic"/>
                <a:ea typeface="IPAexGothic"/>
                <a:cs typeface="IPAexGothic"/>
              </a:defRPr>
            </a:lvl6pPr>
            <a:lvl7pPr algn="l">
              <a:buNone/>
              <a:defRPr sz="2325" b="1">
                <a:solidFill>
                  <a:srgbClr val="236487"/>
                </a:solidFill>
                <a:latin typeface="IPAexGothic"/>
                <a:ea typeface="IPAexGothic"/>
                <a:cs typeface="IPAexGothic"/>
              </a:defRPr>
            </a:lvl7pPr>
            <a:lvl8pPr algn="l">
              <a:buNone/>
              <a:defRPr sz="2325" b="1">
                <a:solidFill>
                  <a:srgbClr val="236487"/>
                </a:solidFill>
                <a:latin typeface="IPAexGothic"/>
                <a:ea typeface="IPAexGothic"/>
                <a:cs typeface="IPAexGothic"/>
              </a:defRPr>
            </a:lvl8pPr>
            <a:lvl9pPr algn="l">
              <a:buNone/>
              <a:defRPr sz="2325" b="1">
                <a:solidFill>
                  <a:srgbClr val="236487"/>
                </a:solidFill>
                <a:latin typeface="IPAexGothic"/>
                <a:ea typeface="IPAexGothic"/>
                <a:cs typeface="IPAexGothic"/>
              </a:defRPr>
            </a:lvl9pPr>
          </a:lstStyle>
          <a:p xmlns:a="http://schemas.openxmlformats.org/drawingml/2006/main">
            <a:pPr algn="l">
              <a:buNone/>
              <a:defRPr sz="2325" b="1">
                <a:solidFill>
                  <a:srgbClr val="236487"/>
                </a:solidFill>
                <a:latin typeface="IPAexGothic"/>
                <a:ea typeface="IPAexGothic"/>
                <a:cs typeface="IPAexGothic"/>
              </a:defRPr>
            </a:pPr>
            <a:r>
              <a:rPr sz="2325" b="1">
                <a:solidFill>
                  <a:srgbClr val="236487"/>
                </a:solidFill>
                <a:latin typeface="IPAexGothic"/>
                <a:ea typeface="IPAexGothic"/>
                <a:cs typeface="IPAexGothic"/>
              </a:rPr>
              <a:t>情報を落としすぎた入力</a:t>
            </a:r>
          </a:p>
        </p:txBody>
      </p:sp>
      <p:sp>
        <p:nvSpPr>
          <p:cNvPr id="5" name="text-4">
            <a:extLst xmlns:a="http://schemas.openxmlformats.org/drawingml/2006/main">
              <a:ext uri="{FF2B5EF4-FFF2-40B4-BE49-F238E27FC236}">
                <a16:creationId xmlns:a16="http://schemas.microsoft.com/office/drawing/2014/main" id="{8BF7D808-496B-47C3-9D72-46FF11F9DF11}"/>
              </a:ext>
            </a:extLst>
          </p:cNvPr>
          <p:cNvSpPr>
            <a:spLocks xmlns:a="http://schemas.openxmlformats.org/drawingml/2006/main" noGrp="1"/>
          </p:cNvSpPr>
          <p:nvPr/>
        </p:nvSpPr>
        <p:spPr>
          <a:xfrm xmlns:a="http://schemas.openxmlformats.org/drawingml/2006/main">
            <a:off x="619125" y="2333625"/>
            <a:ext cx="5095875"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B3A"/>
                </a:solidFill>
                <a:latin typeface="IPAexGothic"/>
                <a:ea typeface="IPAexGothic"/>
                <a:cs typeface="IPAexGothic"/>
              </a:defRPr>
            </a:defPPr>
            <a:lvl1pPr algn="l">
              <a:buNone/>
              <a:defRPr sz="2025" b="0">
                <a:solidFill>
                  <a:srgbClr val="172B3A"/>
                </a:solidFill>
                <a:latin typeface="IPAexGothic"/>
                <a:ea typeface="IPAexGothic"/>
                <a:cs typeface="IPAexGothic"/>
              </a:defRPr>
            </a:lvl1pPr>
            <a:lvl2pPr algn="l">
              <a:buNone/>
              <a:defRPr sz="2025" b="0">
                <a:solidFill>
                  <a:srgbClr val="172B3A"/>
                </a:solidFill>
                <a:latin typeface="IPAexGothic"/>
                <a:ea typeface="IPAexGothic"/>
                <a:cs typeface="IPAexGothic"/>
              </a:defRPr>
            </a:lvl2pPr>
            <a:lvl3pPr algn="l">
              <a:buNone/>
              <a:defRPr sz="2025" b="0">
                <a:solidFill>
                  <a:srgbClr val="172B3A"/>
                </a:solidFill>
                <a:latin typeface="IPAexGothic"/>
                <a:ea typeface="IPAexGothic"/>
                <a:cs typeface="IPAexGothic"/>
              </a:defRPr>
            </a:lvl3pPr>
            <a:lvl4pPr algn="l">
              <a:buNone/>
              <a:defRPr sz="2025" b="0">
                <a:solidFill>
                  <a:srgbClr val="172B3A"/>
                </a:solidFill>
                <a:latin typeface="IPAexGothic"/>
                <a:ea typeface="IPAexGothic"/>
                <a:cs typeface="IPAexGothic"/>
              </a:defRPr>
            </a:lvl4pPr>
            <a:lvl5pPr algn="l">
              <a:buNone/>
              <a:defRPr sz="2025" b="0">
                <a:solidFill>
                  <a:srgbClr val="172B3A"/>
                </a:solidFill>
                <a:latin typeface="IPAexGothic"/>
                <a:ea typeface="IPAexGothic"/>
                <a:cs typeface="IPAexGothic"/>
              </a:defRPr>
            </a:lvl5pPr>
            <a:lvl6pPr algn="l">
              <a:buNone/>
              <a:defRPr sz="2025" b="0">
                <a:solidFill>
                  <a:srgbClr val="172B3A"/>
                </a:solidFill>
                <a:latin typeface="IPAexGothic"/>
                <a:ea typeface="IPAexGothic"/>
                <a:cs typeface="IPAexGothic"/>
              </a:defRPr>
            </a:lvl6pPr>
            <a:lvl7pPr algn="l">
              <a:buNone/>
              <a:defRPr sz="2025" b="0">
                <a:solidFill>
                  <a:srgbClr val="172B3A"/>
                </a:solidFill>
                <a:latin typeface="IPAexGothic"/>
                <a:ea typeface="IPAexGothic"/>
                <a:cs typeface="IPAexGothic"/>
              </a:defRPr>
            </a:lvl7pPr>
            <a:lvl8pPr algn="l">
              <a:buNone/>
              <a:defRPr sz="2025" b="0">
                <a:solidFill>
                  <a:srgbClr val="172B3A"/>
                </a:solidFill>
                <a:latin typeface="IPAexGothic"/>
                <a:ea typeface="IPAexGothic"/>
                <a:cs typeface="IPAexGothic"/>
              </a:defRPr>
            </a:lvl8pPr>
            <a:lvl9pPr algn="l">
              <a:buNone/>
              <a:defRPr sz="2025" b="0">
                <a:solidFill>
                  <a:srgbClr val="172B3A"/>
                </a:solidFill>
                <a:latin typeface="IPAexGothic"/>
                <a:ea typeface="IPAexGothic"/>
                <a:cs typeface="IPAexGothic"/>
              </a:defRPr>
            </a:lvl9pPr>
          </a:lstStyle>
          <a:p xmlns:a="http://schemas.openxmlformats.org/drawingml/2006/main">
            <a:pPr algn="l">
              <a:buNone/>
              <a:defRPr sz="2025" b="0">
                <a:solidFill>
                  <a:srgbClr val="172B3A"/>
                </a:solidFill>
                <a:latin typeface="IPAexGothic"/>
                <a:ea typeface="IPAexGothic"/>
                <a:cs typeface="IPAexGothic"/>
              </a:defRPr>
            </a:pPr>
            <a:r>
              <a:rPr sz="2025" b="0">
                <a:solidFill>
                  <a:srgbClr val="172B3A"/>
                </a:solidFill>
                <a:latin typeface="IPAexGothic"/>
                <a:ea typeface="IPAexGothic"/>
                <a:cs typeface="IPAexGothic"/>
              </a:rPr>
              <a:t>振動上昇あり、温度上昇あり、</a:t>
            </a:r>
          </a:p>
          <a:p xmlns:a="http://schemas.openxmlformats.org/drawingml/2006/main">
            <a:pPr algn="l">
              <a:buNone/>
              <a:defRPr sz="2025" b="0">
                <a:solidFill>
                  <a:srgbClr val="172B3A"/>
                </a:solidFill>
                <a:latin typeface="IPAexGothic"/>
                <a:ea typeface="IPAexGothic"/>
                <a:cs typeface="IPAexGothic"/>
              </a:defRPr>
            </a:pPr>
            <a:r>
              <a:rPr sz="2025" b="0">
                <a:solidFill>
                  <a:srgbClr val="172B3A"/>
                </a:solidFill>
                <a:latin typeface="IPAexGothic"/>
                <a:ea typeface="IPAexGothic"/>
                <a:cs typeface="IPAexGothic"/>
              </a:rPr>
              <a:t>高負荷の3項目だけで学習</a:t>
            </a:r>
          </a:p>
          <a:p xmlns:a="http://schemas.openxmlformats.org/drawingml/2006/main">
            <a:r>
              <a:t/>
            </a:r>
          </a:p>
          <a:p xmlns:a="http://schemas.openxmlformats.org/drawingml/2006/main">
            <a:pPr algn="l">
              <a:buNone/>
              <a:defRPr sz="2025" b="0">
                <a:solidFill>
                  <a:srgbClr val="172B3A"/>
                </a:solidFill>
                <a:latin typeface="IPAexGothic"/>
                <a:ea typeface="IPAexGothic"/>
                <a:cs typeface="IPAexGothic"/>
              </a:defRPr>
            </a:pPr>
            <a:r>
              <a:rPr sz="2025" b="0">
                <a:solidFill>
                  <a:srgbClr val="172B3A"/>
                </a:solidFill>
                <a:latin typeface="IPAexGothic"/>
                <a:ea typeface="IPAexGothic"/>
                <a:cs typeface="IPAexGothic"/>
              </a:rPr>
              <a:t>短い時間差と長い時間差を区別できず、</a:t>
            </a:r>
          </a:p>
          <a:p xmlns:a="http://schemas.openxmlformats.org/drawingml/2006/main">
            <a:pPr algn="l">
              <a:buNone/>
              <a:defRPr sz="2025" b="0">
                <a:solidFill>
                  <a:srgbClr val="172B3A"/>
                </a:solidFill>
                <a:latin typeface="IPAexGothic"/>
                <a:ea typeface="IPAexGothic"/>
                <a:cs typeface="IPAexGothic"/>
              </a:defRPr>
            </a:pPr>
            <a:r>
              <a:rPr sz="2025" b="0">
                <a:solidFill>
                  <a:srgbClr val="172B3A"/>
                </a:solidFill>
                <a:latin typeface="IPAexGothic"/>
                <a:ea typeface="IPAexGothic"/>
                <a:cs typeface="IPAexGothic"/>
              </a:rPr>
              <a:t>典型3,600件の異常検出率は0.0%</a:t>
            </a:r>
          </a:p>
          <a:p xmlns:a="http://schemas.openxmlformats.org/drawingml/2006/main">
            <a:r>
              <a:t/>
            </a:r>
          </a:p>
          <a:p xmlns:a="http://schemas.openxmlformats.org/drawingml/2006/main">
            <a:pPr algn="l">
              <a:buNone/>
              <a:defRPr sz="2025" b="0">
                <a:solidFill>
                  <a:srgbClr val="172B3A"/>
                </a:solidFill>
                <a:latin typeface="IPAexGothic"/>
                <a:ea typeface="IPAexGothic"/>
                <a:cs typeface="IPAexGothic"/>
              </a:defRPr>
            </a:pPr>
            <a:r>
              <a:rPr sz="2025" b="0">
                <a:solidFill>
                  <a:srgbClr val="172B3A"/>
                </a:solidFill>
                <a:latin typeface="IPAexGothic"/>
                <a:ea typeface="IPAexGothic"/>
                <a:cs typeface="IPAexGothic"/>
              </a:rPr>
              <a:t>代替可能性が不合格</a:t>
            </a:r>
          </a:p>
        </p:txBody>
      </p:sp>
      <p:sp>
        <p:nvSpPr>
          <p:cNvPr id="6" name="text-5">
            <a:extLst xmlns:a="http://schemas.openxmlformats.org/drawingml/2006/main">
              <a:ext uri="{FF2B5EF4-FFF2-40B4-BE49-F238E27FC236}">
                <a16:creationId xmlns:a16="http://schemas.microsoft.com/office/drawing/2014/main" id="{875E1460-DDB8-4413-90F1-D08C98E552F4}"/>
              </a:ext>
            </a:extLst>
          </p:cNvPr>
          <p:cNvSpPr>
            <a:spLocks xmlns:a="http://schemas.openxmlformats.org/drawingml/2006/main" noGrp="1"/>
          </p:cNvSpPr>
          <p:nvPr/>
        </p:nvSpPr>
        <p:spPr>
          <a:xfrm xmlns:a="http://schemas.openxmlformats.org/drawingml/2006/main">
            <a:off x="6477000" y="1762125"/>
            <a:ext cx="50958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247C76"/>
                </a:solidFill>
                <a:latin typeface="IPAexGothic"/>
                <a:ea typeface="IPAexGothic"/>
                <a:cs typeface="IPAexGothic"/>
              </a:defRPr>
            </a:defPPr>
            <a:lvl1pPr algn="l">
              <a:buNone/>
              <a:defRPr sz="2325" b="1">
                <a:solidFill>
                  <a:srgbClr val="247C76"/>
                </a:solidFill>
                <a:latin typeface="IPAexGothic"/>
                <a:ea typeface="IPAexGothic"/>
                <a:cs typeface="IPAexGothic"/>
              </a:defRPr>
            </a:lvl1pPr>
            <a:lvl2pPr algn="l">
              <a:buNone/>
              <a:defRPr sz="2325" b="1">
                <a:solidFill>
                  <a:srgbClr val="247C76"/>
                </a:solidFill>
                <a:latin typeface="IPAexGothic"/>
                <a:ea typeface="IPAexGothic"/>
                <a:cs typeface="IPAexGothic"/>
              </a:defRPr>
            </a:lvl2pPr>
            <a:lvl3pPr algn="l">
              <a:buNone/>
              <a:defRPr sz="2325" b="1">
                <a:solidFill>
                  <a:srgbClr val="247C76"/>
                </a:solidFill>
                <a:latin typeface="IPAexGothic"/>
                <a:ea typeface="IPAexGothic"/>
                <a:cs typeface="IPAexGothic"/>
              </a:defRPr>
            </a:lvl3pPr>
            <a:lvl4pPr algn="l">
              <a:buNone/>
              <a:defRPr sz="2325" b="1">
                <a:solidFill>
                  <a:srgbClr val="247C76"/>
                </a:solidFill>
                <a:latin typeface="IPAexGothic"/>
                <a:ea typeface="IPAexGothic"/>
                <a:cs typeface="IPAexGothic"/>
              </a:defRPr>
            </a:lvl4pPr>
            <a:lvl5pPr algn="l">
              <a:buNone/>
              <a:defRPr sz="2325" b="1">
                <a:solidFill>
                  <a:srgbClr val="247C76"/>
                </a:solidFill>
                <a:latin typeface="IPAexGothic"/>
                <a:ea typeface="IPAexGothic"/>
                <a:cs typeface="IPAexGothic"/>
              </a:defRPr>
            </a:lvl5pPr>
            <a:lvl6pPr algn="l">
              <a:buNone/>
              <a:defRPr sz="2325" b="1">
                <a:solidFill>
                  <a:srgbClr val="247C76"/>
                </a:solidFill>
                <a:latin typeface="IPAexGothic"/>
                <a:ea typeface="IPAexGothic"/>
                <a:cs typeface="IPAexGothic"/>
              </a:defRPr>
            </a:lvl6pPr>
            <a:lvl7pPr algn="l">
              <a:buNone/>
              <a:defRPr sz="2325" b="1">
                <a:solidFill>
                  <a:srgbClr val="247C76"/>
                </a:solidFill>
                <a:latin typeface="IPAexGothic"/>
                <a:ea typeface="IPAexGothic"/>
                <a:cs typeface="IPAexGothic"/>
              </a:defRPr>
            </a:lvl7pPr>
            <a:lvl8pPr algn="l">
              <a:buNone/>
              <a:defRPr sz="2325" b="1">
                <a:solidFill>
                  <a:srgbClr val="247C76"/>
                </a:solidFill>
                <a:latin typeface="IPAexGothic"/>
                <a:ea typeface="IPAexGothic"/>
                <a:cs typeface="IPAexGothic"/>
              </a:defRPr>
            </a:lvl8pPr>
            <a:lvl9pPr algn="l">
              <a:buNone/>
              <a:defRPr sz="2325" b="1">
                <a:solidFill>
                  <a:srgbClr val="247C76"/>
                </a:solidFill>
                <a:latin typeface="IPAexGothic"/>
                <a:ea typeface="IPAexGothic"/>
                <a:cs typeface="IPAexGothic"/>
              </a:defRPr>
            </a:lvl9pPr>
          </a:lstStyle>
          <a:p xmlns:a="http://schemas.openxmlformats.org/drawingml/2006/main">
            <a:pPr algn="l">
              <a:buNone/>
              <a:defRPr sz="2325" b="1">
                <a:solidFill>
                  <a:srgbClr val="247C76"/>
                </a:solidFill>
                <a:latin typeface="IPAexGothic"/>
                <a:ea typeface="IPAexGothic"/>
                <a:cs typeface="IPAexGothic"/>
              </a:defRPr>
            </a:pPr>
            <a:r>
              <a:rPr sz="2325" b="1">
                <a:solidFill>
                  <a:srgbClr val="247C76"/>
                </a:solidFill>
                <a:latin typeface="IPAexGothic"/>
                <a:ea typeface="IPAexGothic"/>
                <a:cs typeface="IPAexGothic"/>
              </a:rPr>
              <a:t>総数は足りるが保持構成が不足</a:t>
            </a:r>
          </a:p>
        </p:txBody>
      </p:sp>
      <p:sp>
        <p:nvSpPr>
          <p:cNvPr id="7" name="text-6">
            <a:extLst xmlns:a="http://schemas.openxmlformats.org/drawingml/2006/main">
              <a:ext uri="{FF2B5EF4-FFF2-40B4-BE49-F238E27FC236}">
                <a16:creationId xmlns:a16="http://schemas.microsoft.com/office/drawing/2014/main" id="{34FA858C-C184-489F-A779-D3A7712586DD}"/>
              </a:ext>
            </a:extLst>
          </p:cNvPr>
          <p:cNvSpPr>
            <a:spLocks xmlns:a="http://schemas.openxmlformats.org/drawingml/2006/main" noGrp="1"/>
          </p:cNvSpPr>
          <p:nvPr/>
        </p:nvSpPr>
        <p:spPr>
          <a:xfrm xmlns:a="http://schemas.openxmlformats.org/drawingml/2006/main">
            <a:off x="6477000" y="2333625"/>
            <a:ext cx="5095875"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B3A"/>
                </a:solidFill>
                <a:latin typeface="IPAexGothic"/>
                <a:ea typeface="IPAexGothic"/>
                <a:cs typeface="IPAexGothic"/>
              </a:defRPr>
            </a:defPPr>
            <a:lvl1pPr algn="l">
              <a:buNone/>
              <a:defRPr sz="2025" b="0">
                <a:solidFill>
                  <a:srgbClr val="172B3A"/>
                </a:solidFill>
                <a:latin typeface="IPAexGothic"/>
                <a:ea typeface="IPAexGothic"/>
                <a:cs typeface="IPAexGothic"/>
              </a:defRPr>
            </a:lvl1pPr>
            <a:lvl2pPr algn="l">
              <a:buNone/>
              <a:defRPr sz="2025" b="0">
                <a:solidFill>
                  <a:srgbClr val="172B3A"/>
                </a:solidFill>
                <a:latin typeface="IPAexGothic"/>
                <a:ea typeface="IPAexGothic"/>
                <a:cs typeface="IPAexGothic"/>
              </a:defRPr>
            </a:lvl2pPr>
            <a:lvl3pPr algn="l">
              <a:buNone/>
              <a:defRPr sz="2025" b="0">
                <a:solidFill>
                  <a:srgbClr val="172B3A"/>
                </a:solidFill>
                <a:latin typeface="IPAexGothic"/>
                <a:ea typeface="IPAexGothic"/>
                <a:cs typeface="IPAexGothic"/>
              </a:defRPr>
            </a:lvl3pPr>
            <a:lvl4pPr algn="l">
              <a:buNone/>
              <a:defRPr sz="2025" b="0">
                <a:solidFill>
                  <a:srgbClr val="172B3A"/>
                </a:solidFill>
                <a:latin typeface="IPAexGothic"/>
                <a:ea typeface="IPAexGothic"/>
                <a:cs typeface="IPAexGothic"/>
              </a:defRPr>
            </a:lvl4pPr>
            <a:lvl5pPr algn="l">
              <a:buNone/>
              <a:defRPr sz="2025" b="0">
                <a:solidFill>
                  <a:srgbClr val="172B3A"/>
                </a:solidFill>
                <a:latin typeface="IPAexGothic"/>
                <a:ea typeface="IPAexGothic"/>
                <a:cs typeface="IPAexGothic"/>
              </a:defRPr>
            </a:lvl5pPr>
            <a:lvl6pPr algn="l">
              <a:buNone/>
              <a:defRPr sz="2025" b="0">
                <a:solidFill>
                  <a:srgbClr val="172B3A"/>
                </a:solidFill>
                <a:latin typeface="IPAexGothic"/>
                <a:ea typeface="IPAexGothic"/>
                <a:cs typeface="IPAexGothic"/>
              </a:defRPr>
            </a:lvl6pPr>
            <a:lvl7pPr algn="l">
              <a:buNone/>
              <a:defRPr sz="2025" b="0">
                <a:solidFill>
                  <a:srgbClr val="172B3A"/>
                </a:solidFill>
                <a:latin typeface="IPAexGothic"/>
                <a:ea typeface="IPAexGothic"/>
                <a:cs typeface="IPAexGothic"/>
              </a:defRPr>
            </a:lvl7pPr>
            <a:lvl8pPr algn="l">
              <a:buNone/>
              <a:defRPr sz="2025" b="0">
                <a:solidFill>
                  <a:srgbClr val="172B3A"/>
                </a:solidFill>
                <a:latin typeface="IPAexGothic"/>
                <a:ea typeface="IPAexGothic"/>
                <a:cs typeface="IPAexGothic"/>
              </a:defRPr>
            </a:lvl8pPr>
            <a:lvl9pPr algn="l">
              <a:buNone/>
              <a:defRPr sz="2025" b="0">
                <a:solidFill>
                  <a:srgbClr val="172B3A"/>
                </a:solidFill>
                <a:latin typeface="IPAexGothic"/>
                <a:ea typeface="IPAexGothic"/>
                <a:cs typeface="IPAexGothic"/>
              </a:defRPr>
            </a:lvl9pPr>
          </a:lstStyle>
          <a:p xmlns:a="http://schemas.openxmlformats.org/drawingml/2006/main">
            <a:pPr algn="l">
              <a:buNone/>
              <a:defRPr sz="2025" b="0">
                <a:solidFill>
                  <a:srgbClr val="172B3A"/>
                </a:solidFill>
                <a:latin typeface="IPAexGothic"/>
                <a:ea typeface="IPAexGothic"/>
                <a:cs typeface="IPAexGothic"/>
              </a:defRPr>
            </a:pPr>
            <a:r>
              <a:rPr sz="2025" b="0">
                <a:solidFill>
                  <a:srgbClr val="172B3A"/>
                </a:solidFill>
                <a:latin typeface="IPAexGothic"/>
                <a:ea typeface="IPAexGothic"/>
                <a:cs typeface="IPAexGothic"/>
              </a:rPr>
              <a:t>成功例と同じ典型219件を保持</a:t>
            </a:r>
          </a:p>
          <a:p xmlns:a="http://schemas.openxmlformats.org/drawingml/2006/main">
            <a:pPr algn="l">
              <a:buNone/>
              <a:defRPr sz="2025" b="0">
                <a:solidFill>
                  <a:srgbClr val="172B3A"/>
                </a:solidFill>
                <a:latin typeface="IPAexGothic"/>
                <a:ea typeface="IPAexGothic"/>
                <a:cs typeface="IPAexGothic"/>
              </a:defRPr>
            </a:pPr>
            <a:r>
              <a:rPr sz="2025" b="0">
                <a:solidFill>
                  <a:srgbClr val="172B3A"/>
                </a:solidFill>
                <a:latin typeface="IPAexGothic"/>
                <a:ea typeface="IPAexGothic"/>
                <a:cs typeface="IPAexGothic"/>
              </a:rPr>
              <a:t>ただし標準負荷の例だけを選定</a:t>
            </a:r>
          </a:p>
          <a:p xmlns:a="http://schemas.openxmlformats.org/drawingml/2006/main">
            <a:r>
              <a:t/>
            </a:r>
          </a:p>
          <a:p xmlns:a="http://schemas.openxmlformats.org/drawingml/2006/main">
            <a:pPr algn="l">
              <a:buNone/>
              <a:defRPr sz="2025" b="0">
                <a:solidFill>
                  <a:srgbClr val="172B3A"/>
                </a:solidFill>
                <a:latin typeface="IPAexGothic"/>
                <a:ea typeface="IPAexGothic"/>
                <a:cs typeface="IPAexGothic"/>
              </a:defRPr>
            </a:pPr>
            <a:r>
              <a:rPr sz="2025" b="0">
                <a:solidFill>
                  <a:srgbClr val="172B3A"/>
                </a:solidFill>
                <a:latin typeface="IPAexGothic"/>
                <a:ea typeface="IPAexGothic"/>
                <a:cs typeface="IPAexGothic"/>
              </a:rPr>
              <a:t>必要区分95個が欠落</a:t>
            </a:r>
          </a:p>
          <a:p xmlns:a="http://schemas.openxmlformats.org/drawingml/2006/main">
            <a:pPr algn="l">
              <a:buNone/>
              <a:defRPr sz="2025" b="0">
                <a:solidFill>
                  <a:srgbClr val="172B3A"/>
                </a:solidFill>
                <a:latin typeface="IPAexGothic"/>
                <a:ea typeface="IPAexGothic"/>
                <a:cs typeface="IPAexGothic"/>
              </a:defRPr>
            </a:pPr>
            <a:r>
              <a:rPr sz="2025" b="0">
                <a:solidFill>
                  <a:srgbClr val="172B3A"/>
                </a:solidFill>
                <a:latin typeface="IPAexGothic"/>
                <a:ea typeface="IPAexGothic"/>
                <a:cs typeface="IPAexGothic"/>
              </a:rPr>
              <a:t>うち高負荷の区分は57個</a:t>
            </a:r>
          </a:p>
          <a:p xmlns:a="http://schemas.openxmlformats.org/drawingml/2006/main">
            <a:r>
              <a:t/>
            </a:r>
          </a:p>
          <a:p xmlns:a="http://schemas.openxmlformats.org/drawingml/2006/main">
            <a:pPr algn="l">
              <a:buNone/>
              <a:defRPr sz="2025" b="0">
                <a:solidFill>
                  <a:srgbClr val="172B3A"/>
                </a:solidFill>
                <a:latin typeface="IPAexGothic"/>
                <a:ea typeface="IPAexGothic"/>
                <a:cs typeface="IPAexGothic"/>
              </a:defRPr>
            </a:pPr>
            <a:r>
              <a:rPr sz="2025" b="0">
                <a:solidFill>
                  <a:srgbClr val="172B3A"/>
                </a:solidFill>
                <a:latin typeface="IPAexGothic"/>
                <a:ea typeface="IPAexGothic"/>
                <a:cs typeface="IPAexGothic"/>
              </a:rPr>
              <a:t>保持条件が不合格</a:t>
            </a:r>
          </a:p>
        </p:txBody>
      </p:sp>
      <p:sp>
        <p:nvSpPr>
          <p:cNvPr id="8" name="text-7">
            <a:extLst xmlns:a="http://schemas.openxmlformats.org/drawingml/2006/main">
              <a:ext uri="{FF2B5EF4-FFF2-40B4-BE49-F238E27FC236}">
                <a16:creationId xmlns:a16="http://schemas.microsoft.com/office/drawing/2014/main" id="{5C369106-AA8A-4490-B19D-D93F3E812C37}"/>
              </a:ext>
            </a:extLst>
          </p:cNvPr>
          <p:cNvSpPr>
            <a:spLocks xmlns:a="http://schemas.openxmlformats.org/drawingml/2006/main" noGrp="1"/>
          </p:cNvSpPr>
          <p:nvPr/>
        </p:nvSpPr>
        <p:spPr>
          <a:xfrm xmlns:a="http://schemas.openxmlformats.org/drawingml/2006/main">
            <a:off x="609600" y="5953125"/>
            <a:ext cx="10906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86872"/>
                </a:solidFill>
                <a:latin typeface="IPAexGothic"/>
                <a:ea typeface="IPAexGothic"/>
                <a:cs typeface="IPAexGothic"/>
              </a:defRPr>
            </a:defPPr>
            <a:lvl1pPr algn="l">
              <a:buNone/>
              <a:defRPr sz="1575" b="0">
                <a:solidFill>
                  <a:srgbClr val="586872"/>
                </a:solidFill>
                <a:latin typeface="IPAexGothic"/>
                <a:ea typeface="IPAexGothic"/>
                <a:cs typeface="IPAexGothic"/>
              </a:defRPr>
            </a:lvl1pPr>
            <a:lvl2pPr algn="l">
              <a:buNone/>
              <a:defRPr sz="1575" b="0">
                <a:solidFill>
                  <a:srgbClr val="586872"/>
                </a:solidFill>
                <a:latin typeface="IPAexGothic"/>
                <a:ea typeface="IPAexGothic"/>
                <a:cs typeface="IPAexGothic"/>
              </a:defRPr>
            </a:lvl2pPr>
            <a:lvl3pPr algn="l">
              <a:buNone/>
              <a:defRPr sz="1575" b="0">
                <a:solidFill>
                  <a:srgbClr val="586872"/>
                </a:solidFill>
                <a:latin typeface="IPAexGothic"/>
                <a:ea typeface="IPAexGothic"/>
                <a:cs typeface="IPAexGothic"/>
              </a:defRPr>
            </a:lvl3pPr>
            <a:lvl4pPr algn="l">
              <a:buNone/>
              <a:defRPr sz="1575" b="0">
                <a:solidFill>
                  <a:srgbClr val="586872"/>
                </a:solidFill>
                <a:latin typeface="IPAexGothic"/>
                <a:ea typeface="IPAexGothic"/>
                <a:cs typeface="IPAexGothic"/>
              </a:defRPr>
            </a:lvl4pPr>
            <a:lvl5pPr algn="l">
              <a:buNone/>
              <a:defRPr sz="1575" b="0">
                <a:solidFill>
                  <a:srgbClr val="586872"/>
                </a:solidFill>
                <a:latin typeface="IPAexGothic"/>
                <a:ea typeface="IPAexGothic"/>
                <a:cs typeface="IPAexGothic"/>
              </a:defRPr>
            </a:lvl5pPr>
            <a:lvl6pPr algn="l">
              <a:buNone/>
              <a:defRPr sz="1575" b="0">
                <a:solidFill>
                  <a:srgbClr val="586872"/>
                </a:solidFill>
                <a:latin typeface="IPAexGothic"/>
                <a:ea typeface="IPAexGothic"/>
                <a:cs typeface="IPAexGothic"/>
              </a:defRPr>
            </a:lvl6pPr>
            <a:lvl7pPr algn="l">
              <a:buNone/>
              <a:defRPr sz="1575" b="0">
                <a:solidFill>
                  <a:srgbClr val="586872"/>
                </a:solidFill>
                <a:latin typeface="IPAexGothic"/>
                <a:ea typeface="IPAexGothic"/>
                <a:cs typeface="IPAexGothic"/>
              </a:defRPr>
            </a:lvl7pPr>
            <a:lvl8pPr algn="l">
              <a:buNone/>
              <a:defRPr sz="1575" b="0">
                <a:solidFill>
                  <a:srgbClr val="586872"/>
                </a:solidFill>
                <a:latin typeface="IPAexGothic"/>
                <a:ea typeface="IPAexGothic"/>
                <a:cs typeface="IPAexGothic"/>
              </a:defRPr>
            </a:lvl8pPr>
            <a:lvl9pPr algn="l">
              <a:buNone/>
              <a:defRPr sz="1575" b="0">
                <a:solidFill>
                  <a:srgbClr val="586872"/>
                </a:solidFill>
                <a:latin typeface="IPAexGothic"/>
                <a:ea typeface="IPAexGothic"/>
                <a:cs typeface="IPAexGothic"/>
              </a:defRPr>
            </a:lvl9pPr>
          </a:lstStyle>
          <a:p xmlns:a="http://schemas.openxmlformats.org/drawingml/2006/main">
            <a:pPr algn="l">
              <a:buNone/>
              <a:defRPr sz="1575" b="0">
                <a:solidFill>
                  <a:srgbClr val="586872"/>
                </a:solidFill>
                <a:latin typeface="IPAexGothic"/>
                <a:ea typeface="IPAexGothic"/>
                <a:cs typeface="IPAexGothic"/>
              </a:defRPr>
            </a:pPr>
            <a:r>
              <a:rPr sz="1575" b="0">
                <a:solidFill>
                  <a:srgbClr val="586872"/>
                </a:solidFill>
                <a:latin typeface="IPAexGothic"/>
                <a:ea typeface="IPAexGothic"/>
                <a:cs typeface="IPAexGothic"/>
              </a:rPr>
              <a:t>同じ実験の対照例。合格閾値は例示設定であり、実設備への採用済み条件ではない</a:t>
            </a:r>
          </a:p>
        </p:txBody>
      </p:sp>
    </p:spTree>
    <p:extLst>
      <p:ext uri="{BB962C8B-B14F-4D97-AF65-F5344CB8AC3E}">
        <p14:creationId xmlns:p14="http://schemas.microsoft.com/office/powerpoint/2010/main" val="1759292315"/>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AE17DB87-C335-4EE5-A989-7B6ACDF5884F}"/>
              </a:ext>
            </a:extLst>
          </p:cNvPr>
          <p:cNvCxnSpPr>
            <a:stCxn xmlns:a="http://schemas.openxmlformats.org/drawingml/2006/main" id="7" idx="0"/>
            <a:endCxn xmlns:a="http://schemas.openxmlformats.org/drawingml/2006/main" id="5" idx="2"/>
          </p:cNvCxnSpPr>
          <p:nvPr/>
        </p:nvCxnSpPr>
        <p:spPr>
          <a:xfrm xmlns:a="http://schemas.openxmlformats.org/drawingml/2006/main" flipV="1">
            <a:off x="3048000" y="2857500"/>
            <a:ext cx="6096000" cy="1238250"/>
          </a:xfrm>
          <a:prstGeom xmlns:a="http://schemas.openxmlformats.org/drawingml/2006/main" prst="bentConnector4">
            <a:avLst>
              <a:gd name="adj1" fmla="val 0"/>
              <a:gd name="adj2" fmla="val 50000"/>
            </a:avLst>
          </a:prstGeom>
          <a:ln xmlns:a="http://schemas.openxmlformats.org/drawingml/2006/main" w="19050">
            <a:solidFill>
              <a:srgbClr val="236487"/>
            </a:solidFill>
            <a:prstDash val="solid"/>
            <a:tailEnd type="arrow" w="med" len="med"/>
          </a:ln>
        </p:spPr>
      </p:cxnSp>
      <p:cxnSp>
        <p:nvCxnSpPr>
          <p:cNvPr id="10" name="">
            <a:extLst xmlns:a="http://schemas.openxmlformats.org/drawingml/2006/main">
              <a:ext uri="{FF2B5EF4-FFF2-40B4-BE49-F238E27FC236}">
                <a16:creationId xmlns:a16="http://schemas.microsoft.com/office/drawing/2014/main" id="{10797CB5-870E-4BC9-BB4E-1CDBCBD42D14}"/>
              </a:ext>
            </a:extLst>
          </p:cNvPr>
          <p:cNvCxnSpPr>
            <a:stCxn xmlns:a="http://schemas.openxmlformats.org/drawingml/2006/main" id="6" idx="1"/>
            <a:endCxn xmlns:a="http://schemas.openxmlformats.org/drawingml/2006/main" id="7" idx="3"/>
          </p:cNvCxnSpPr>
          <p:nvPr/>
        </p:nvCxnSpPr>
        <p:spPr>
          <a:xfrm xmlns:a="http://schemas.openxmlformats.org/drawingml/2006/main" flipH="1">
            <a:off x="5476875" y="4572000"/>
            <a:ext cx="1238250" cy="0"/>
          </a:xfrm>
          <a:prstGeom xmlns:a="http://schemas.openxmlformats.org/drawingml/2006/main" prst="straightConnector1">
            <a:avLst/>
          </a:prstGeom>
          <a:ln xmlns:a="http://schemas.openxmlformats.org/drawingml/2006/main" w="19050">
            <a:solidFill>
              <a:srgbClr val="236487"/>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FF8EC8C2-5C4E-4E6F-9A77-99C316F0E546}"/>
              </a:ext>
            </a:extLst>
          </p:cNvPr>
          <p:cNvCxnSpPr>
            <a:stCxn xmlns:a="http://schemas.openxmlformats.org/drawingml/2006/main" id="5" idx="2"/>
            <a:endCxn xmlns:a="http://schemas.openxmlformats.org/drawingml/2006/main" id="6" idx="0"/>
          </p:cNvCxnSpPr>
          <p:nvPr/>
        </p:nvCxnSpPr>
        <p:spPr>
          <a:xfrm xmlns:a="http://schemas.openxmlformats.org/drawingml/2006/main">
            <a:off x="9144000" y="2857500"/>
            <a:ext cx="0" cy="1238250"/>
          </a:xfrm>
          <a:prstGeom xmlns:a="http://schemas.openxmlformats.org/drawingml/2006/main" prst="straightConnector1">
            <a:avLst/>
          </a:prstGeom>
          <a:ln xmlns:a="http://schemas.openxmlformats.org/drawingml/2006/main" w="19050">
            <a:solidFill>
              <a:srgbClr val="236487"/>
            </a:solidFill>
            <a:prstDash val="solid"/>
            <a:tailEnd type="arrow" w="med" len="med"/>
          </a:ln>
        </p:spPr>
      </p:cxnSp>
      <p:cxnSp>
        <p:nvCxnSpPr>
          <p:cNvPr id="8" name="">
            <a:extLst xmlns:a="http://schemas.openxmlformats.org/drawingml/2006/main">
              <a:ext uri="{FF2B5EF4-FFF2-40B4-BE49-F238E27FC236}">
                <a16:creationId xmlns:a16="http://schemas.microsoft.com/office/drawing/2014/main" id="{87BBBE7B-2F57-47E9-BDEA-EF3837EBE09F}"/>
              </a:ext>
            </a:extLst>
          </p:cNvPr>
          <p:cNvCxnSpPr>
            <a:stCxn xmlns:a="http://schemas.openxmlformats.org/drawingml/2006/main" id="4" idx="3"/>
            <a:endCxn xmlns:a="http://schemas.openxmlformats.org/drawingml/2006/main" id="5" idx="1"/>
          </p:cNvCxnSpPr>
          <p:nvPr/>
        </p:nvCxnSpPr>
        <p:spPr>
          <a:xfrm xmlns:a="http://schemas.openxmlformats.org/drawingml/2006/main">
            <a:off x="5476875" y="2381250"/>
            <a:ext cx="1238250" cy="0"/>
          </a:xfrm>
          <a:prstGeom xmlns:a="http://schemas.openxmlformats.org/drawingml/2006/main" prst="straightConnector1">
            <a:avLst/>
          </a:prstGeom>
          <a:ln xmlns:a="http://schemas.openxmlformats.org/drawingml/2006/main" w="19050">
            <a:solidFill>
              <a:srgbClr val="236487"/>
            </a:solidFill>
            <a:prstDash val="solid"/>
            <a:tailEnd type="arrow" w="med" len="med"/>
          </a:ln>
        </p:spPr>
      </p:cxnSp>
      <p:sp>
        <p:nvSpPr>
          <p:cNvPr id="13" name="headline">
            <a:extLst xmlns:a="http://schemas.openxmlformats.org/drawingml/2006/main">
              <a:ext uri="{FF2B5EF4-FFF2-40B4-BE49-F238E27FC236}">
                <a16:creationId xmlns:a16="http://schemas.microsoft.com/office/drawing/2014/main" id="{E8160268-F028-4310-A7F6-91755F1BB441}"/>
              </a:ext>
            </a:extLst>
          </p:cNvPr>
          <p:cNvSpPr>
            <a:spLocks xmlns:a="http://schemas.openxmlformats.org/drawingml/2006/main" noGrp="1"/>
          </p:cNvSpPr>
          <p:nvPr/>
        </p:nvSpPr>
        <p:spPr>
          <a:xfrm xmlns:a="http://schemas.openxmlformats.org/drawingml/2006/main">
            <a:off x="590550" y="333375"/>
            <a:ext cx="1095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72B3A"/>
                </a:solidFill>
                <a:latin typeface="IPAexGothic"/>
                <a:ea typeface="IPAexGothic"/>
                <a:cs typeface="IPAexGothic"/>
              </a:defRPr>
            </a:defPPr>
            <a:lvl1pPr algn="l">
              <a:buNone/>
              <a:defRPr sz="3300" b="1">
                <a:solidFill>
                  <a:srgbClr val="172B3A"/>
                </a:solidFill>
                <a:latin typeface="IPAexGothic"/>
                <a:ea typeface="IPAexGothic"/>
                <a:cs typeface="IPAexGothic"/>
              </a:defRPr>
            </a:lvl1pPr>
            <a:lvl2pPr algn="l">
              <a:buNone/>
              <a:defRPr sz="3300" b="1">
                <a:solidFill>
                  <a:srgbClr val="172B3A"/>
                </a:solidFill>
                <a:latin typeface="IPAexGothic"/>
                <a:ea typeface="IPAexGothic"/>
                <a:cs typeface="IPAexGothic"/>
              </a:defRPr>
            </a:lvl2pPr>
            <a:lvl3pPr algn="l">
              <a:buNone/>
              <a:defRPr sz="3300" b="1">
                <a:solidFill>
                  <a:srgbClr val="172B3A"/>
                </a:solidFill>
                <a:latin typeface="IPAexGothic"/>
                <a:ea typeface="IPAexGothic"/>
                <a:cs typeface="IPAexGothic"/>
              </a:defRPr>
            </a:lvl3pPr>
            <a:lvl4pPr algn="l">
              <a:buNone/>
              <a:defRPr sz="3300" b="1">
                <a:solidFill>
                  <a:srgbClr val="172B3A"/>
                </a:solidFill>
                <a:latin typeface="IPAexGothic"/>
                <a:ea typeface="IPAexGothic"/>
                <a:cs typeface="IPAexGothic"/>
              </a:defRPr>
            </a:lvl4pPr>
            <a:lvl5pPr algn="l">
              <a:buNone/>
              <a:defRPr sz="3300" b="1">
                <a:solidFill>
                  <a:srgbClr val="172B3A"/>
                </a:solidFill>
                <a:latin typeface="IPAexGothic"/>
                <a:ea typeface="IPAexGothic"/>
                <a:cs typeface="IPAexGothic"/>
              </a:defRPr>
            </a:lvl5pPr>
            <a:lvl6pPr algn="l">
              <a:buNone/>
              <a:defRPr sz="3300" b="1">
                <a:solidFill>
                  <a:srgbClr val="172B3A"/>
                </a:solidFill>
                <a:latin typeface="IPAexGothic"/>
                <a:ea typeface="IPAexGothic"/>
                <a:cs typeface="IPAexGothic"/>
              </a:defRPr>
            </a:lvl6pPr>
            <a:lvl7pPr algn="l">
              <a:buNone/>
              <a:defRPr sz="3300" b="1">
                <a:solidFill>
                  <a:srgbClr val="172B3A"/>
                </a:solidFill>
                <a:latin typeface="IPAexGothic"/>
                <a:ea typeface="IPAexGothic"/>
                <a:cs typeface="IPAexGothic"/>
              </a:defRPr>
            </a:lvl7pPr>
            <a:lvl8pPr algn="l">
              <a:buNone/>
              <a:defRPr sz="3300" b="1">
                <a:solidFill>
                  <a:srgbClr val="172B3A"/>
                </a:solidFill>
                <a:latin typeface="IPAexGothic"/>
                <a:ea typeface="IPAexGothic"/>
                <a:cs typeface="IPAexGothic"/>
              </a:defRPr>
            </a:lvl8pPr>
            <a:lvl9pPr algn="l">
              <a:buNone/>
              <a:defRPr sz="3300" b="1">
                <a:solidFill>
                  <a:srgbClr val="172B3A"/>
                </a:solidFill>
                <a:latin typeface="IPAexGothic"/>
                <a:ea typeface="IPAexGothic"/>
                <a:cs typeface="IPAexGothic"/>
              </a:defRPr>
            </a:lvl9pPr>
          </a:lstStyle>
          <a:p xmlns:a="http://schemas.openxmlformats.org/drawingml/2006/main">
            <a:pPr algn="l">
              <a:buNone/>
              <a:defRPr sz="3300" b="1">
                <a:solidFill>
                  <a:srgbClr val="172B3A"/>
                </a:solidFill>
                <a:latin typeface="IPAexGothic"/>
                <a:ea typeface="IPAexGothic"/>
                <a:cs typeface="IPAexGothic"/>
              </a:defRPr>
            </a:pPr>
            <a:r>
              <a:rPr sz="3300" b="1">
                <a:solidFill>
                  <a:srgbClr val="172B3A"/>
                </a:solidFill>
                <a:latin typeface="IPAexGothic"/>
                <a:ea typeface="IPAexGothic"/>
                <a:cs typeface="IPAexGothic"/>
              </a:rPr>
              <a:t>本流へ未採用の再抽出確認案</a:t>
            </a:r>
          </a:p>
        </p:txBody>
      </p:sp>
      <p:sp>
        <p:nvSpPr>
          <p:cNvPr id="2" name="summary">
            <a:extLst xmlns:a="http://schemas.openxmlformats.org/drawingml/2006/main">
              <a:ext uri="{FF2B5EF4-FFF2-40B4-BE49-F238E27FC236}">
                <a16:creationId xmlns:a16="http://schemas.microsoft.com/office/drawing/2014/main" id="{C4DFF3CE-8D90-4479-9D88-DED2112999FB}"/>
              </a:ext>
            </a:extLst>
          </p:cNvPr>
          <p:cNvSpPr>
            <a:spLocks xmlns:a="http://schemas.openxmlformats.org/drawingml/2006/main" noGrp="1"/>
          </p:cNvSpPr>
          <p:nvPr/>
        </p:nvSpPr>
        <p:spPr>
          <a:xfrm xmlns:a="http://schemas.openxmlformats.org/drawingml/2006/main">
            <a:off x="609600" y="1028700"/>
            <a:ext cx="10896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86872"/>
                </a:solidFill>
                <a:latin typeface="IPAexGothic"/>
                <a:ea typeface="IPAexGothic"/>
                <a:cs typeface="IPAexGothic"/>
              </a:defRPr>
            </a:defPPr>
            <a:lvl1pPr algn="l">
              <a:buNone/>
              <a:defRPr sz="1800" b="0">
                <a:solidFill>
                  <a:srgbClr val="586872"/>
                </a:solidFill>
                <a:latin typeface="IPAexGothic"/>
                <a:ea typeface="IPAexGothic"/>
                <a:cs typeface="IPAexGothic"/>
              </a:defRPr>
            </a:lvl1pPr>
            <a:lvl2pPr algn="l">
              <a:buNone/>
              <a:defRPr sz="1800" b="0">
                <a:solidFill>
                  <a:srgbClr val="586872"/>
                </a:solidFill>
                <a:latin typeface="IPAexGothic"/>
                <a:ea typeface="IPAexGothic"/>
                <a:cs typeface="IPAexGothic"/>
              </a:defRPr>
            </a:lvl2pPr>
            <a:lvl3pPr algn="l">
              <a:buNone/>
              <a:defRPr sz="1800" b="0">
                <a:solidFill>
                  <a:srgbClr val="586872"/>
                </a:solidFill>
                <a:latin typeface="IPAexGothic"/>
                <a:ea typeface="IPAexGothic"/>
                <a:cs typeface="IPAexGothic"/>
              </a:defRPr>
            </a:lvl3pPr>
            <a:lvl4pPr algn="l">
              <a:buNone/>
              <a:defRPr sz="1800" b="0">
                <a:solidFill>
                  <a:srgbClr val="586872"/>
                </a:solidFill>
                <a:latin typeface="IPAexGothic"/>
                <a:ea typeface="IPAexGothic"/>
                <a:cs typeface="IPAexGothic"/>
              </a:defRPr>
            </a:lvl4pPr>
            <a:lvl5pPr algn="l">
              <a:buNone/>
              <a:defRPr sz="1800" b="0">
                <a:solidFill>
                  <a:srgbClr val="586872"/>
                </a:solidFill>
                <a:latin typeface="IPAexGothic"/>
                <a:ea typeface="IPAexGothic"/>
                <a:cs typeface="IPAexGothic"/>
              </a:defRPr>
            </a:lvl5pPr>
            <a:lvl6pPr algn="l">
              <a:buNone/>
              <a:defRPr sz="1800" b="0">
                <a:solidFill>
                  <a:srgbClr val="586872"/>
                </a:solidFill>
                <a:latin typeface="IPAexGothic"/>
                <a:ea typeface="IPAexGothic"/>
                <a:cs typeface="IPAexGothic"/>
              </a:defRPr>
            </a:lvl6pPr>
            <a:lvl7pPr algn="l">
              <a:buNone/>
              <a:defRPr sz="1800" b="0">
                <a:solidFill>
                  <a:srgbClr val="586872"/>
                </a:solidFill>
                <a:latin typeface="IPAexGothic"/>
                <a:ea typeface="IPAexGothic"/>
                <a:cs typeface="IPAexGothic"/>
              </a:defRPr>
            </a:lvl7pPr>
            <a:lvl8pPr algn="l">
              <a:buNone/>
              <a:defRPr sz="1800" b="0">
                <a:solidFill>
                  <a:srgbClr val="586872"/>
                </a:solidFill>
                <a:latin typeface="IPAexGothic"/>
                <a:ea typeface="IPAexGothic"/>
                <a:cs typeface="IPAexGothic"/>
              </a:defRPr>
            </a:lvl8pPr>
            <a:lvl9pPr algn="l">
              <a:buNone/>
              <a:defRPr sz="1800" b="0">
                <a:solidFill>
                  <a:srgbClr val="586872"/>
                </a:solidFill>
                <a:latin typeface="IPAexGothic"/>
                <a:ea typeface="IPAexGothic"/>
                <a:cs typeface="IPAexGothic"/>
              </a:defRPr>
            </a:lvl9pPr>
          </a:lstStyle>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追加案では、保持予定の元データだけでパターン定義を作り直し、削除前の定義と比べます。</a:t>
            </a:r>
          </a:p>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予測性能が同じでも定義の違いを失う場合に保持例を増やす考え方で、採用・検証は未了です。</a:t>
            </a:r>
          </a:p>
        </p:txBody>
      </p:sp>
      <p:sp>
        <p:nvSpPr>
          <p:cNvPr id="3" name="text-2">
            <a:extLst xmlns:a="http://schemas.openxmlformats.org/drawingml/2006/main">
              <a:ext uri="{FF2B5EF4-FFF2-40B4-BE49-F238E27FC236}">
                <a16:creationId xmlns:a16="http://schemas.microsoft.com/office/drawing/2014/main" id="{E35CB6F7-4023-492E-B6EB-11D5898372B1}"/>
              </a:ext>
            </a:extLst>
          </p:cNvPr>
          <p:cNvSpPr>
            <a:spLocks xmlns:a="http://schemas.openxmlformats.org/drawingml/2006/main" noGrp="1"/>
          </p:cNvSpPr>
          <p:nvPr/>
        </p:nvSpPr>
        <p:spPr>
          <a:xfrm xmlns:a="http://schemas.openxmlformats.org/drawingml/2006/main">
            <a:off x="11239500" y="644842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872"/>
                </a:solidFill>
                <a:latin typeface="IPAexGothic"/>
                <a:ea typeface="IPAexGothic"/>
                <a:cs typeface="IPAexGothic"/>
              </a:defRPr>
            </a:defPPr>
            <a:lvl1pPr algn="r">
              <a:buNone/>
              <a:defRPr sz="1275" b="0">
                <a:solidFill>
                  <a:srgbClr val="586872"/>
                </a:solidFill>
                <a:latin typeface="IPAexGothic"/>
                <a:ea typeface="IPAexGothic"/>
                <a:cs typeface="IPAexGothic"/>
              </a:defRPr>
            </a:lvl1pPr>
            <a:lvl2pPr algn="r">
              <a:buNone/>
              <a:defRPr sz="1275" b="0">
                <a:solidFill>
                  <a:srgbClr val="586872"/>
                </a:solidFill>
                <a:latin typeface="IPAexGothic"/>
                <a:ea typeface="IPAexGothic"/>
                <a:cs typeface="IPAexGothic"/>
              </a:defRPr>
            </a:lvl2pPr>
            <a:lvl3pPr algn="r">
              <a:buNone/>
              <a:defRPr sz="1275" b="0">
                <a:solidFill>
                  <a:srgbClr val="586872"/>
                </a:solidFill>
                <a:latin typeface="IPAexGothic"/>
                <a:ea typeface="IPAexGothic"/>
                <a:cs typeface="IPAexGothic"/>
              </a:defRPr>
            </a:lvl3pPr>
            <a:lvl4pPr algn="r">
              <a:buNone/>
              <a:defRPr sz="1275" b="0">
                <a:solidFill>
                  <a:srgbClr val="586872"/>
                </a:solidFill>
                <a:latin typeface="IPAexGothic"/>
                <a:ea typeface="IPAexGothic"/>
                <a:cs typeface="IPAexGothic"/>
              </a:defRPr>
            </a:lvl4pPr>
            <a:lvl5pPr algn="r">
              <a:buNone/>
              <a:defRPr sz="1275" b="0">
                <a:solidFill>
                  <a:srgbClr val="586872"/>
                </a:solidFill>
                <a:latin typeface="IPAexGothic"/>
                <a:ea typeface="IPAexGothic"/>
                <a:cs typeface="IPAexGothic"/>
              </a:defRPr>
            </a:lvl5pPr>
            <a:lvl6pPr algn="r">
              <a:buNone/>
              <a:defRPr sz="1275" b="0">
                <a:solidFill>
                  <a:srgbClr val="586872"/>
                </a:solidFill>
                <a:latin typeface="IPAexGothic"/>
                <a:ea typeface="IPAexGothic"/>
                <a:cs typeface="IPAexGothic"/>
              </a:defRPr>
            </a:lvl6pPr>
            <a:lvl7pPr algn="r">
              <a:buNone/>
              <a:defRPr sz="1275" b="0">
                <a:solidFill>
                  <a:srgbClr val="586872"/>
                </a:solidFill>
                <a:latin typeface="IPAexGothic"/>
                <a:ea typeface="IPAexGothic"/>
                <a:cs typeface="IPAexGothic"/>
              </a:defRPr>
            </a:lvl7pPr>
            <a:lvl8pPr algn="r">
              <a:buNone/>
              <a:defRPr sz="1275" b="0">
                <a:solidFill>
                  <a:srgbClr val="586872"/>
                </a:solidFill>
                <a:latin typeface="IPAexGothic"/>
                <a:ea typeface="IPAexGothic"/>
                <a:cs typeface="IPAexGothic"/>
              </a:defRPr>
            </a:lvl8pPr>
            <a:lvl9pPr algn="r">
              <a:buNone/>
              <a:defRPr sz="1275" b="0">
                <a:solidFill>
                  <a:srgbClr val="586872"/>
                </a:solidFill>
                <a:latin typeface="IPAexGothic"/>
                <a:ea typeface="IPAexGothic"/>
                <a:cs typeface="IPAexGothic"/>
              </a:defRPr>
            </a:lvl9pPr>
          </a:lstStyle>
          <a:p xmlns:a="http://schemas.openxmlformats.org/drawingml/2006/main">
            <a:pPr algn="r">
              <a:buNone/>
              <a:defRPr sz="1275" b="0">
                <a:solidFill>
                  <a:srgbClr val="586872"/>
                </a:solidFill>
                <a:latin typeface="IPAexGothic"/>
                <a:ea typeface="IPAexGothic"/>
                <a:cs typeface="IPAexGothic"/>
              </a:defRPr>
            </a:pPr>
            <a:r>
              <a:rPr sz="1275" b="0">
                <a:solidFill>
                  <a:srgbClr val="586872"/>
                </a:solidFill>
                <a:latin typeface="IPAexGothic"/>
                <a:ea typeface="IPAexGothic"/>
                <a:cs typeface="IPAexGothic"/>
              </a:rPr>
              <a:t>44</a:t>
            </a:r>
          </a:p>
        </p:txBody>
      </p:sp>
      <p:sp>
        <p:nvSpPr>
          <p:cNvPr id="4" name="diagram-3">
            <a:extLst xmlns:a="http://schemas.openxmlformats.org/drawingml/2006/main">
              <a:ext uri="{FF2B5EF4-FFF2-40B4-BE49-F238E27FC236}">
                <a16:creationId xmlns:a16="http://schemas.microsoft.com/office/drawing/2014/main" id="{F43F091A-17E6-4BE2-AA5D-19BDA7DF15AA}"/>
              </a:ext>
            </a:extLst>
          </p:cNvPr>
          <p:cNvSpPr>
            <a:spLocks xmlns:a="http://schemas.openxmlformats.org/drawingml/2006/main" noGrp="1"/>
          </p:cNvSpPr>
          <p:nvPr/>
        </p:nvSpPr>
        <p:spPr>
          <a:xfrm xmlns:a="http://schemas.openxmlformats.org/drawingml/2006/main">
            <a:off x="619125" y="1905000"/>
            <a:ext cx="4857750" cy="952500"/>
          </a:xfrm>
          <a:prstGeom xmlns:a="http://schemas.openxmlformats.org/drawingml/2006/main" prst="rect">
            <a:avLst/>
          </a:prstGeom>
          <a:solidFill xmlns:a="http://schemas.openxmlformats.org/drawingml/2006/main">
            <a:srgbClr val="EAF1F5"/>
          </a:solidFill>
          <a:ln xmlns:a="http://schemas.openxmlformats.org/drawingml/2006/main" w="14288">
            <a:solidFill>
              <a:srgbClr val="236487"/>
            </a:solidFill>
            <a:prstDash val="solid"/>
          </a:ln>
        </p:spPr>
        <p:txBody>
          <a:bodyPr xmlns:a="http://schemas.openxmlformats.org/drawingml/2006/main" wrap="square" lIns="114300" tIns="114300" rIns="114300" bIns="114300" anchor="ctr">
            <a:noAutofit/>
          </a:bodyPr>
          <a:lstStyle xmlns:a="http://schemas.openxmlformats.org/drawingml/2006/main">
            <a:defPPr algn="ctr">
              <a:defRPr sz="1950" b="0">
                <a:solidFill>
                  <a:srgbClr val="172B3A"/>
                </a:solidFill>
                <a:latin typeface="IPAexGothic"/>
                <a:ea typeface="IPAexGothic"/>
                <a:cs typeface="IPAexGothic"/>
              </a:defRPr>
            </a:defPPr>
            <a:lvl1pPr algn="ctr">
              <a:buNone/>
              <a:defRPr sz="1950" b="0">
                <a:solidFill>
                  <a:srgbClr val="172B3A"/>
                </a:solidFill>
                <a:latin typeface="IPAexGothic"/>
                <a:ea typeface="IPAexGothic"/>
                <a:cs typeface="IPAexGothic"/>
              </a:defRPr>
            </a:lvl1pPr>
            <a:lvl2pPr algn="ctr">
              <a:buNone/>
              <a:defRPr sz="1950" b="0">
                <a:solidFill>
                  <a:srgbClr val="172B3A"/>
                </a:solidFill>
                <a:latin typeface="IPAexGothic"/>
                <a:ea typeface="IPAexGothic"/>
                <a:cs typeface="IPAexGothic"/>
              </a:defRPr>
            </a:lvl2pPr>
            <a:lvl3pPr algn="ctr">
              <a:buNone/>
              <a:defRPr sz="1950" b="0">
                <a:solidFill>
                  <a:srgbClr val="172B3A"/>
                </a:solidFill>
                <a:latin typeface="IPAexGothic"/>
                <a:ea typeface="IPAexGothic"/>
                <a:cs typeface="IPAexGothic"/>
              </a:defRPr>
            </a:lvl3pPr>
            <a:lvl4pPr algn="ctr">
              <a:buNone/>
              <a:defRPr sz="1950" b="0">
                <a:solidFill>
                  <a:srgbClr val="172B3A"/>
                </a:solidFill>
                <a:latin typeface="IPAexGothic"/>
                <a:ea typeface="IPAexGothic"/>
                <a:cs typeface="IPAexGothic"/>
              </a:defRPr>
            </a:lvl4pPr>
            <a:lvl5pPr algn="ctr">
              <a:buNone/>
              <a:defRPr sz="1950" b="0">
                <a:solidFill>
                  <a:srgbClr val="172B3A"/>
                </a:solidFill>
                <a:latin typeface="IPAexGothic"/>
                <a:ea typeface="IPAexGothic"/>
                <a:cs typeface="IPAexGothic"/>
              </a:defRPr>
            </a:lvl5pPr>
            <a:lvl6pPr algn="ctr">
              <a:buNone/>
              <a:defRPr sz="1950" b="0">
                <a:solidFill>
                  <a:srgbClr val="172B3A"/>
                </a:solidFill>
                <a:latin typeface="IPAexGothic"/>
                <a:ea typeface="IPAexGothic"/>
                <a:cs typeface="IPAexGothic"/>
              </a:defRPr>
            </a:lvl6pPr>
            <a:lvl7pPr algn="ctr">
              <a:buNone/>
              <a:defRPr sz="1950" b="0">
                <a:solidFill>
                  <a:srgbClr val="172B3A"/>
                </a:solidFill>
                <a:latin typeface="IPAexGothic"/>
                <a:ea typeface="IPAexGothic"/>
                <a:cs typeface="IPAexGothic"/>
              </a:defRPr>
            </a:lvl7pPr>
            <a:lvl8pPr algn="ctr">
              <a:buNone/>
              <a:defRPr sz="1950" b="0">
                <a:solidFill>
                  <a:srgbClr val="172B3A"/>
                </a:solidFill>
                <a:latin typeface="IPAexGothic"/>
                <a:ea typeface="IPAexGothic"/>
                <a:cs typeface="IPAexGothic"/>
              </a:defRPr>
            </a:lvl8pPr>
            <a:lvl9pPr algn="ctr">
              <a:buNone/>
              <a:defRPr sz="1950" b="0">
                <a:solidFill>
                  <a:srgbClr val="172B3A"/>
                </a:solidFill>
                <a:latin typeface="IPAexGothic"/>
                <a:ea typeface="IPAexGothic"/>
                <a:cs typeface="IPAexGothic"/>
              </a:defRPr>
            </a:lvl9pPr>
          </a:lstStyle>
          <a:p xmlns:a="http://schemas.openxmlformats.org/drawingml/2006/main">
            <a:pPr algn="ctr">
              <a:buNone/>
              <a:defRPr sz="1950" b="0">
                <a:solidFill>
                  <a:srgbClr val="172B3A"/>
                </a:solidFill>
                <a:latin typeface="IPAexGothic"/>
                <a:ea typeface="IPAexGothic"/>
                <a:cs typeface="IPAexGothic"/>
              </a:defRPr>
            </a:pPr>
            <a:r>
              <a:rPr sz="1950" b="0">
                <a:solidFill>
                  <a:srgbClr val="172B3A"/>
                </a:solidFill>
                <a:latin typeface="IPAexGothic"/>
                <a:ea typeface="IPAexGothic"/>
                <a:cs typeface="IPAexGothic"/>
              </a:rPr>
              <a:t>削除前データから</a:t>
            </a:r>
          </a:p>
          <a:p xmlns:a="http://schemas.openxmlformats.org/drawingml/2006/main">
            <a:pPr algn="ctr">
              <a:buNone/>
              <a:defRPr sz="1950" b="0">
                <a:solidFill>
                  <a:srgbClr val="172B3A"/>
                </a:solidFill>
                <a:latin typeface="IPAexGothic"/>
                <a:ea typeface="IPAexGothic"/>
                <a:cs typeface="IPAexGothic"/>
              </a:defRPr>
            </a:pPr>
            <a:r>
              <a:rPr sz="1950" b="0">
                <a:solidFill>
                  <a:srgbClr val="172B3A"/>
                </a:solidFill>
                <a:latin typeface="IPAexGothic"/>
                <a:ea typeface="IPAexGothic"/>
                <a:cs typeface="IPAexGothic"/>
              </a:rPr>
              <a:t>基準パターン群を抽出</a:t>
            </a:r>
          </a:p>
        </p:txBody>
      </p:sp>
      <p:sp>
        <p:nvSpPr>
          <p:cNvPr id="5" name="diagram-4">
            <a:extLst xmlns:a="http://schemas.openxmlformats.org/drawingml/2006/main">
              <a:ext uri="{FF2B5EF4-FFF2-40B4-BE49-F238E27FC236}">
                <a16:creationId xmlns:a16="http://schemas.microsoft.com/office/drawing/2014/main" id="{B5250568-F143-4EAF-87AB-A40BBC285B1D}"/>
              </a:ext>
            </a:extLst>
          </p:cNvPr>
          <p:cNvSpPr>
            <a:spLocks xmlns:a="http://schemas.openxmlformats.org/drawingml/2006/main" noGrp="1"/>
          </p:cNvSpPr>
          <p:nvPr/>
        </p:nvSpPr>
        <p:spPr>
          <a:xfrm xmlns:a="http://schemas.openxmlformats.org/drawingml/2006/main">
            <a:off x="6715125" y="1905000"/>
            <a:ext cx="4857750" cy="952500"/>
          </a:xfrm>
          <a:prstGeom xmlns:a="http://schemas.openxmlformats.org/drawingml/2006/main" prst="rect">
            <a:avLst/>
          </a:prstGeom>
          <a:solidFill xmlns:a="http://schemas.openxmlformats.org/drawingml/2006/main">
            <a:srgbClr val="EAF1F5"/>
          </a:solidFill>
          <a:ln xmlns:a="http://schemas.openxmlformats.org/drawingml/2006/main" w="14288">
            <a:solidFill>
              <a:srgbClr val="236487"/>
            </a:solidFill>
            <a:prstDash val="solid"/>
          </a:ln>
        </p:spPr>
        <p:txBody>
          <a:bodyPr xmlns:a="http://schemas.openxmlformats.org/drawingml/2006/main" wrap="square" lIns="114300" tIns="114300" rIns="114300" bIns="114300" anchor="ctr">
            <a:noAutofit/>
          </a:bodyPr>
          <a:lstStyle xmlns:a="http://schemas.openxmlformats.org/drawingml/2006/main">
            <a:defPPr algn="ctr">
              <a:defRPr sz="1950" b="0">
                <a:solidFill>
                  <a:srgbClr val="172B3A"/>
                </a:solidFill>
                <a:latin typeface="IPAexGothic"/>
                <a:ea typeface="IPAexGothic"/>
                <a:cs typeface="IPAexGothic"/>
              </a:defRPr>
            </a:defPPr>
            <a:lvl1pPr algn="ctr">
              <a:buNone/>
              <a:defRPr sz="1950" b="0">
                <a:solidFill>
                  <a:srgbClr val="172B3A"/>
                </a:solidFill>
                <a:latin typeface="IPAexGothic"/>
                <a:ea typeface="IPAexGothic"/>
                <a:cs typeface="IPAexGothic"/>
              </a:defRPr>
            </a:lvl1pPr>
            <a:lvl2pPr algn="ctr">
              <a:buNone/>
              <a:defRPr sz="1950" b="0">
                <a:solidFill>
                  <a:srgbClr val="172B3A"/>
                </a:solidFill>
                <a:latin typeface="IPAexGothic"/>
                <a:ea typeface="IPAexGothic"/>
                <a:cs typeface="IPAexGothic"/>
              </a:defRPr>
            </a:lvl2pPr>
            <a:lvl3pPr algn="ctr">
              <a:buNone/>
              <a:defRPr sz="1950" b="0">
                <a:solidFill>
                  <a:srgbClr val="172B3A"/>
                </a:solidFill>
                <a:latin typeface="IPAexGothic"/>
                <a:ea typeface="IPAexGothic"/>
                <a:cs typeface="IPAexGothic"/>
              </a:defRPr>
            </a:lvl3pPr>
            <a:lvl4pPr algn="ctr">
              <a:buNone/>
              <a:defRPr sz="1950" b="0">
                <a:solidFill>
                  <a:srgbClr val="172B3A"/>
                </a:solidFill>
                <a:latin typeface="IPAexGothic"/>
                <a:ea typeface="IPAexGothic"/>
                <a:cs typeface="IPAexGothic"/>
              </a:defRPr>
            </a:lvl4pPr>
            <a:lvl5pPr algn="ctr">
              <a:buNone/>
              <a:defRPr sz="1950" b="0">
                <a:solidFill>
                  <a:srgbClr val="172B3A"/>
                </a:solidFill>
                <a:latin typeface="IPAexGothic"/>
                <a:ea typeface="IPAexGothic"/>
                <a:cs typeface="IPAexGothic"/>
              </a:defRPr>
            </a:lvl5pPr>
            <a:lvl6pPr algn="ctr">
              <a:buNone/>
              <a:defRPr sz="1950" b="0">
                <a:solidFill>
                  <a:srgbClr val="172B3A"/>
                </a:solidFill>
                <a:latin typeface="IPAexGothic"/>
                <a:ea typeface="IPAexGothic"/>
                <a:cs typeface="IPAexGothic"/>
              </a:defRPr>
            </a:lvl6pPr>
            <a:lvl7pPr algn="ctr">
              <a:buNone/>
              <a:defRPr sz="1950" b="0">
                <a:solidFill>
                  <a:srgbClr val="172B3A"/>
                </a:solidFill>
                <a:latin typeface="IPAexGothic"/>
                <a:ea typeface="IPAexGothic"/>
                <a:cs typeface="IPAexGothic"/>
              </a:defRPr>
            </a:lvl7pPr>
            <a:lvl8pPr algn="ctr">
              <a:buNone/>
              <a:defRPr sz="1950" b="0">
                <a:solidFill>
                  <a:srgbClr val="172B3A"/>
                </a:solidFill>
                <a:latin typeface="IPAexGothic"/>
                <a:ea typeface="IPAexGothic"/>
                <a:cs typeface="IPAexGothic"/>
              </a:defRPr>
            </a:lvl8pPr>
            <a:lvl9pPr algn="ctr">
              <a:buNone/>
              <a:defRPr sz="1950" b="0">
                <a:solidFill>
                  <a:srgbClr val="172B3A"/>
                </a:solidFill>
                <a:latin typeface="IPAexGothic"/>
                <a:ea typeface="IPAexGothic"/>
                <a:cs typeface="IPAexGothic"/>
              </a:defRPr>
            </a:lvl9pPr>
          </a:lstStyle>
          <a:p xmlns:a="http://schemas.openxmlformats.org/drawingml/2006/main">
            <a:pPr algn="ctr">
              <a:buNone/>
              <a:defRPr sz="1950" b="0">
                <a:solidFill>
                  <a:srgbClr val="172B3A"/>
                </a:solidFill>
                <a:latin typeface="IPAexGothic"/>
                <a:ea typeface="IPAexGothic"/>
                <a:cs typeface="IPAexGothic"/>
              </a:defRPr>
            </a:pPr>
            <a:r>
              <a:rPr sz="1950" b="0">
                <a:solidFill>
                  <a:srgbClr val="172B3A"/>
                </a:solidFill>
                <a:latin typeface="IPAexGothic"/>
                <a:ea typeface="IPAexGothic"/>
                <a:cs typeface="IPAexGothic"/>
              </a:rPr>
              <a:t>保持予定集合から</a:t>
            </a:r>
          </a:p>
          <a:p xmlns:a="http://schemas.openxmlformats.org/drawingml/2006/main">
            <a:pPr algn="ctr">
              <a:buNone/>
              <a:defRPr sz="1950" b="0">
                <a:solidFill>
                  <a:srgbClr val="172B3A"/>
                </a:solidFill>
                <a:latin typeface="IPAexGothic"/>
                <a:ea typeface="IPAexGothic"/>
                <a:cs typeface="IPAexGothic"/>
              </a:defRPr>
            </a:pPr>
            <a:r>
              <a:rPr sz="1950" b="0">
                <a:solidFill>
                  <a:srgbClr val="172B3A"/>
                </a:solidFill>
                <a:latin typeface="IPAexGothic"/>
                <a:ea typeface="IPAexGothic"/>
                <a:cs typeface="IPAexGothic"/>
              </a:rPr>
              <a:t>定義を独立に再生成</a:t>
            </a:r>
          </a:p>
        </p:txBody>
      </p:sp>
      <p:sp>
        <p:nvSpPr>
          <p:cNvPr id="6" name="diagram-5">
            <a:extLst xmlns:a="http://schemas.openxmlformats.org/drawingml/2006/main">
              <a:ext uri="{FF2B5EF4-FFF2-40B4-BE49-F238E27FC236}">
                <a16:creationId xmlns:a16="http://schemas.microsoft.com/office/drawing/2014/main" id="{E3DDB350-F98A-4B70-AFDF-0A87494F06F8}"/>
              </a:ext>
            </a:extLst>
          </p:cNvPr>
          <p:cNvSpPr>
            <a:spLocks xmlns:a="http://schemas.openxmlformats.org/drawingml/2006/main" noGrp="1"/>
          </p:cNvSpPr>
          <p:nvPr/>
        </p:nvSpPr>
        <p:spPr>
          <a:xfrm xmlns:a="http://schemas.openxmlformats.org/drawingml/2006/main">
            <a:off x="6715125" y="4095750"/>
            <a:ext cx="4857750" cy="952500"/>
          </a:xfrm>
          <a:prstGeom xmlns:a="http://schemas.openxmlformats.org/drawingml/2006/main" prst="rect">
            <a:avLst/>
          </a:prstGeom>
          <a:solidFill xmlns:a="http://schemas.openxmlformats.org/drawingml/2006/main">
            <a:srgbClr val="EAF1F5"/>
          </a:solidFill>
          <a:ln xmlns:a="http://schemas.openxmlformats.org/drawingml/2006/main" w="14288">
            <a:solidFill>
              <a:srgbClr val="236487"/>
            </a:solidFill>
            <a:prstDash val="solid"/>
          </a:ln>
        </p:spPr>
        <p:txBody>
          <a:bodyPr xmlns:a="http://schemas.openxmlformats.org/drawingml/2006/main" wrap="square" lIns="114300" tIns="114300" rIns="114300" bIns="114300" anchor="ctr">
            <a:noAutofit/>
          </a:bodyPr>
          <a:lstStyle xmlns:a="http://schemas.openxmlformats.org/drawingml/2006/main">
            <a:defPPr algn="ctr">
              <a:defRPr sz="1950" b="0">
                <a:solidFill>
                  <a:srgbClr val="172B3A"/>
                </a:solidFill>
                <a:latin typeface="IPAexGothic"/>
                <a:ea typeface="IPAexGothic"/>
                <a:cs typeface="IPAexGothic"/>
              </a:defRPr>
            </a:defPPr>
            <a:lvl1pPr algn="ctr">
              <a:buNone/>
              <a:defRPr sz="1950" b="0">
                <a:solidFill>
                  <a:srgbClr val="172B3A"/>
                </a:solidFill>
                <a:latin typeface="IPAexGothic"/>
                <a:ea typeface="IPAexGothic"/>
                <a:cs typeface="IPAexGothic"/>
              </a:defRPr>
            </a:lvl1pPr>
            <a:lvl2pPr algn="ctr">
              <a:buNone/>
              <a:defRPr sz="1950" b="0">
                <a:solidFill>
                  <a:srgbClr val="172B3A"/>
                </a:solidFill>
                <a:latin typeface="IPAexGothic"/>
                <a:ea typeface="IPAexGothic"/>
                <a:cs typeface="IPAexGothic"/>
              </a:defRPr>
            </a:lvl2pPr>
            <a:lvl3pPr algn="ctr">
              <a:buNone/>
              <a:defRPr sz="1950" b="0">
                <a:solidFill>
                  <a:srgbClr val="172B3A"/>
                </a:solidFill>
                <a:latin typeface="IPAexGothic"/>
                <a:ea typeface="IPAexGothic"/>
                <a:cs typeface="IPAexGothic"/>
              </a:defRPr>
            </a:lvl3pPr>
            <a:lvl4pPr algn="ctr">
              <a:buNone/>
              <a:defRPr sz="1950" b="0">
                <a:solidFill>
                  <a:srgbClr val="172B3A"/>
                </a:solidFill>
                <a:latin typeface="IPAexGothic"/>
                <a:ea typeface="IPAexGothic"/>
                <a:cs typeface="IPAexGothic"/>
              </a:defRPr>
            </a:lvl4pPr>
            <a:lvl5pPr algn="ctr">
              <a:buNone/>
              <a:defRPr sz="1950" b="0">
                <a:solidFill>
                  <a:srgbClr val="172B3A"/>
                </a:solidFill>
                <a:latin typeface="IPAexGothic"/>
                <a:ea typeface="IPAexGothic"/>
                <a:cs typeface="IPAexGothic"/>
              </a:defRPr>
            </a:lvl5pPr>
            <a:lvl6pPr algn="ctr">
              <a:buNone/>
              <a:defRPr sz="1950" b="0">
                <a:solidFill>
                  <a:srgbClr val="172B3A"/>
                </a:solidFill>
                <a:latin typeface="IPAexGothic"/>
                <a:ea typeface="IPAexGothic"/>
                <a:cs typeface="IPAexGothic"/>
              </a:defRPr>
            </a:lvl6pPr>
            <a:lvl7pPr algn="ctr">
              <a:buNone/>
              <a:defRPr sz="1950" b="0">
                <a:solidFill>
                  <a:srgbClr val="172B3A"/>
                </a:solidFill>
                <a:latin typeface="IPAexGothic"/>
                <a:ea typeface="IPAexGothic"/>
                <a:cs typeface="IPAexGothic"/>
              </a:defRPr>
            </a:lvl7pPr>
            <a:lvl8pPr algn="ctr">
              <a:buNone/>
              <a:defRPr sz="1950" b="0">
                <a:solidFill>
                  <a:srgbClr val="172B3A"/>
                </a:solidFill>
                <a:latin typeface="IPAexGothic"/>
                <a:ea typeface="IPAexGothic"/>
                <a:cs typeface="IPAexGothic"/>
              </a:defRPr>
            </a:lvl8pPr>
            <a:lvl9pPr algn="ctr">
              <a:buNone/>
              <a:defRPr sz="1950" b="0">
                <a:solidFill>
                  <a:srgbClr val="172B3A"/>
                </a:solidFill>
                <a:latin typeface="IPAexGothic"/>
                <a:ea typeface="IPAexGothic"/>
                <a:cs typeface="IPAexGothic"/>
              </a:defRPr>
            </a:lvl9pPr>
          </a:lstStyle>
          <a:p xmlns:a="http://schemas.openxmlformats.org/drawingml/2006/main">
            <a:pPr algn="ctr">
              <a:buNone/>
              <a:defRPr sz="1950" b="0">
                <a:solidFill>
                  <a:srgbClr val="172B3A"/>
                </a:solidFill>
                <a:latin typeface="IPAexGothic"/>
                <a:ea typeface="IPAexGothic"/>
                <a:cs typeface="IPAexGothic"/>
              </a:defRPr>
            </a:pPr>
            <a:r>
              <a:rPr sz="1950" b="0">
                <a:solidFill>
                  <a:srgbClr val="172B3A"/>
                </a:solidFill>
                <a:latin typeface="IPAexGothic"/>
                <a:ea typeface="IPAexGothic"/>
                <a:cs typeface="IPAexGothic"/>
              </a:rPr>
              <a:t>波形の特徴、距離の分布、</a:t>
            </a:r>
          </a:p>
          <a:p xmlns:a="http://schemas.openxmlformats.org/drawingml/2006/main">
            <a:pPr algn="ctr">
              <a:buNone/>
              <a:defRPr sz="1950" b="0">
                <a:solidFill>
                  <a:srgbClr val="172B3A"/>
                </a:solidFill>
                <a:latin typeface="IPAexGothic"/>
                <a:ea typeface="IPAexGothic"/>
                <a:cs typeface="IPAexGothic"/>
              </a:defRPr>
            </a:pPr>
            <a:r>
              <a:rPr sz="1950" b="0">
                <a:solidFill>
                  <a:srgbClr val="172B3A"/>
                </a:solidFill>
                <a:latin typeface="IPAexGothic"/>
                <a:ea typeface="IPAexGothic"/>
                <a:cs typeface="IPAexGothic"/>
              </a:rPr>
              <a:t>群の誤統合や対応の変化を比較</a:t>
            </a:r>
          </a:p>
        </p:txBody>
      </p:sp>
      <p:sp>
        <p:nvSpPr>
          <p:cNvPr id="7" name="diagram-6">
            <a:extLst xmlns:a="http://schemas.openxmlformats.org/drawingml/2006/main">
              <a:ext uri="{FF2B5EF4-FFF2-40B4-BE49-F238E27FC236}">
                <a16:creationId xmlns:a16="http://schemas.microsoft.com/office/drawing/2014/main" id="{8D59318D-2C19-46F3-BBE4-C63594113752}"/>
              </a:ext>
            </a:extLst>
          </p:cNvPr>
          <p:cNvSpPr>
            <a:spLocks xmlns:a="http://schemas.openxmlformats.org/drawingml/2006/main" noGrp="1"/>
          </p:cNvSpPr>
          <p:nvPr/>
        </p:nvSpPr>
        <p:spPr>
          <a:xfrm xmlns:a="http://schemas.openxmlformats.org/drawingml/2006/main">
            <a:off x="619125" y="4095750"/>
            <a:ext cx="4857750" cy="952500"/>
          </a:xfrm>
          <a:prstGeom xmlns:a="http://schemas.openxmlformats.org/drawingml/2006/main" prst="rect">
            <a:avLst/>
          </a:prstGeom>
          <a:solidFill xmlns:a="http://schemas.openxmlformats.org/drawingml/2006/main">
            <a:srgbClr val="EAF1F5"/>
          </a:solidFill>
          <a:ln xmlns:a="http://schemas.openxmlformats.org/drawingml/2006/main" w="14288">
            <a:solidFill>
              <a:srgbClr val="236487"/>
            </a:solidFill>
            <a:prstDash val="solid"/>
          </a:ln>
        </p:spPr>
        <p:txBody>
          <a:bodyPr xmlns:a="http://schemas.openxmlformats.org/drawingml/2006/main" wrap="square" lIns="114300" tIns="114300" rIns="114300" bIns="114300" anchor="ctr">
            <a:noAutofit/>
          </a:bodyPr>
          <a:lstStyle xmlns:a="http://schemas.openxmlformats.org/drawingml/2006/main">
            <a:defPPr algn="ctr">
              <a:defRPr sz="1950" b="0">
                <a:solidFill>
                  <a:srgbClr val="172B3A"/>
                </a:solidFill>
                <a:latin typeface="IPAexGothic"/>
                <a:ea typeface="IPAexGothic"/>
                <a:cs typeface="IPAexGothic"/>
              </a:defRPr>
            </a:defPPr>
            <a:lvl1pPr algn="ctr">
              <a:buNone/>
              <a:defRPr sz="1950" b="0">
                <a:solidFill>
                  <a:srgbClr val="172B3A"/>
                </a:solidFill>
                <a:latin typeface="IPAexGothic"/>
                <a:ea typeface="IPAexGothic"/>
                <a:cs typeface="IPAexGothic"/>
              </a:defRPr>
            </a:lvl1pPr>
            <a:lvl2pPr algn="ctr">
              <a:buNone/>
              <a:defRPr sz="1950" b="0">
                <a:solidFill>
                  <a:srgbClr val="172B3A"/>
                </a:solidFill>
                <a:latin typeface="IPAexGothic"/>
                <a:ea typeface="IPAexGothic"/>
                <a:cs typeface="IPAexGothic"/>
              </a:defRPr>
            </a:lvl2pPr>
            <a:lvl3pPr algn="ctr">
              <a:buNone/>
              <a:defRPr sz="1950" b="0">
                <a:solidFill>
                  <a:srgbClr val="172B3A"/>
                </a:solidFill>
                <a:latin typeface="IPAexGothic"/>
                <a:ea typeface="IPAexGothic"/>
                <a:cs typeface="IPAexGothic"/>
              </a:defRPr>
            </a:lvl3pPr>
            <a:lvl4pPr algn="ctr">
              <a:buNone/>
              <a:defRPr sz="1950" b="0">
                <a:solidFill>
                  <a:srgbClr val="172B3A"/>
                </a:solidFill>
                <a:latin typeface="IPAexGothic"/>
                <a:ea typeface="IPAexGothic"/>
                <a:cs typeface="IPAexGothic"/>
              </a:defRPr>
            </a:lvl4pPr>
            <a:lvl5pPr algn="ctr">
              <a:buNone/>
              <a:defRPr sz="1950" b="0">
                <a:solidFill>
                  <a:srgbClr val="172B3A"/>
                </a:solidFill>
                <a:latin typeface="IPAexGothic"/>
                <a:ea typeface="IPAexGothic"/>
                <a:cs typeface="IPAexGothic"/>
              </a:defRPr>
            </a:lvl5pPr>
            <a:lvl6pPr algn="ctr">
              <a:buNone/>
              <a:defRPr sz="1950" b="0">
                <a:solidFill>
                  <a:srgbClr val="172B3A"/>
                </a:solidFill>
                <a:latin typeface="IPAexGothic"/>
                <a:ea typeface="IPAexGothic"/>
                <a:cs typeface="IPAexGothic"/>
              </a:defRPr>
            </a:lvl6pPr>
            <a:lvl7pPr algn="ctr">
              <a:buNone/>
              <a:defRPr sz="1950" b="0">
                <a:solidFill>
                  <a:srgbClr val="172B3A"/>
                </a:solidFill>
                <a:latin typeface="IPAexGothic"/>
                <a:ea typeface="IPAexGothic"/>
                <a:cs typeface="IPAexGothic"/>
              </a:defRPr>
            </a:lvl7pPr>
            <a:lvl8pPr algn="ctr">
              <a:buNone/>
              <a:defRPr sz="1950" b="0">
                <a:solidFill>
                  <a:srgbClr val="172B3A"/>
                </a:solidFill>
                <a:latin typeface="IPAexGothic"/>
                <a:ea typeface="IPAexGothic"/>
                <a:cs typeface="IPAexGothic"/>
              </a:defRPr>
            </a:lvl8pPr>
            <a:lvl9pPr algn="ctr">
              <a:buNone/>
              <a:defRPr sz="1950" b="0">
                <a:solidFill>
                  <a:srgbClr val="172B3A"/>
                </a:solidFill>
                <a:latin typeface="IPAexGothic"/>
                <a:ea typeface="IPAexGothic"/>
                <a:cs typeface="IPAexGothic"/>
              </a:defRPr>
            </a:lvl9pPr>
          </a:lstStyle>
          <a:p xmlns:a="http://schemas.openxmlformats.org/drawingml/2006/main">
            <a:pPr algn="ctr">
              <a:buNone/>
              <a:defRPr sz="1950" b="0">
                <a:solidFill>
                  <a:srgbClr val="172B3A"/>
                </a:solidFill>
                <a:latin typeface="IPAexGothic"/>
                <a:ea typeface="IPAexGothic"/>
                <a:cs typeface="IPAexGothic"/>
              </a:defRPr>
            </a:pPr>
            <a:r>
              <a:rPr sz="1950" b="0">
                <a:solidFill>
                  <a:srgbClr val="172B3A"/>
                </a:solidFill>
                <a:latin typeface="IPAexGothic"/>
                <a:ea typeface="IPAexGothic"/>
                <a:cs typeface="IPAexGothic"/>
              </a:rPr>
              <a:t>差が大きい例を追加保持</a:t>
            </a:r>
          </a:p>
          <a:p xmlns:a="http://schemas.openxmlformats.org/drawingml/2006/main">
            <a:pPr algn="ctr">
              <a:buNone/>
              <a:defRPr sz="1950" b="0">
                <a:solidFill>
                  <a:srgbClr val="172B3A"/>
                </a:solidFill>
                <a:latin typeface="IPAexGothic"/>
                <a:ea typeface="IPAexGothic"/>
                <a:cs typeface="IPAexGothic"/>
              </a:defRPr>
            </a:pPr>
            <a:r>
              <a:rPr sz="1950" b="0">
                <a:solidFill>
                  <a:srgbClr val="172B3A"/>
                </a:solidFill>
                <a:latin typeface="IPAexGothic"/>
                <a:ea typeface="IPAexGothic"/>
                <a:cs typeface="IPAexGothic"/>
              </a:rPr>
              <a:t>再抽出と比較を反復</a:t>
            </a:r>
          </a:p>
        </p:txBody>
      </p:sp>
      <p:sp>
        <p:nvSpPr>
          <p:cNvPr id="12" name="text-11">
            <a:extLst xmlns:a="http://schemas.openxmlformats.org/drawingml/2006/main">
              <a:ext uri="{FF2B5EF4-FFF2-40B4-BE49-F238E27FC236}">
                <a16:creationId xmlns:a16="http://schemas.microsoft.com/office/drawing/2014/main" id="{9A96AA11-56A7-4D21-A2C0-5902984DF0C5}"/>
              </a:ext>
            </a:extLst>
          </p:cNvPr>
          <p:cNvSpPr>
            <a:spLocks xmlns:a="http://schemas.openxmlformats.org/drawingml/2006/main" noGrp="1"/>
          </p:cNvSpPr>
          <p:nvPr/>
        </p:nvSpPr>
        <p:spPr>
          <a:xfrm xmlns:a="http://schemas.openxmlformats.org/drawingml/2006/main">
            <a:off x="609600" y="5953125"/>
            <a:ext cx="10906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B3533C"/>
                </a:solidFill>
                <a:latin typeface="IPAexGothic"/>
                <a:ea typeface="IPAexGothic"/>
                <a:cs typeface="IPAexGothic"/>
              </a:defRPr>
            </a:defPPr>
            <a:lvl1pPr algn="l">
              <a:buNone/>
              <a:defRPr sz="1575" b="0">
                <a:solidFill>
                  <a:srgbClr val="B3533C"/>
                </a:solidFill>
                <a:latin typeface="IPAexGothic"/>
                <a:ea typeface="IPAexGothic"/>
                <a:cs typeface="IPAexGothic"/>
              </a:defRPr>
            </a:lvl1pPr>
            <a:lvl2pPr algn="l">
              <a:buNone/>
              <a:defRPr sz="1575" b="0">
                <a:solidFill>
                  <a:srgbClr val="B3533C"/>
                </a:solidFill>
                <a:latin typeface="IPAexGothic"/>
                <a:ea typeface="IPAexGothic"/>
                <a:cs typeface="IPAexGothic"/>
              </a:defRPr>
            </a:lvl2pPr>
            <a:lvl3pPr algn="l">
              <a:buNone/>
              <a:defRPr sz="1575" b="0">
                <a:solidFill>
                  <a:srgbClr val="B3533C"/>
                </a:solidFill>
                <a:latin typeface="IPAexGothic"/>
                <a:ea typeface="IPAexGothic"/>
                <a:cs typeface="IPAexGothic"/>
              </a:defRPr>
            </a:lvl3pPr>
            <a:lvl4pPr algn="l">
              <a:buNone/>
              <a:defRPr sz="1575" b="0">
                <a:solidFill>
                  <a:srgbClr val="B3533C"/>
                </a:solidFill>
                <a:latin typeface="IPAexGothic"/>
                <a:ea typeface="IPAexGothic"/>
                <a:cs typeface="IPAexGothic"/>
              </a:defRPr>
            </a:lvl4pPr>
            <a:lvl5pPr algn="l">
              <a:buNone/>
              <a:defRPr sz="1575" b="0">
                <a:solidFill>
                  <a:srgbClr val="B3533C"/>
                </a:solidFill>
                <a:latin typeface="IPAexGothic"/>
                <a:ea typeface="IPAexGothic"/>
                <a:cs typeface="IPAexGothic"/>
              </a:defRPr>
            </a:lvl5pPr>
            <a:lvl6pPr algn="l">
              <a:buNone/>
              <a:defRPr sz="1575" b="0">
                <a:solidFill>
                  <a:srgbClr val="B3533C"/>
                </a:solidFill>
                <a:latin typeface="IPAexGothic"/>
                <a:ea typeface="IPAexGothic"/>
                <a:cs typeface="IPAexGothic"/>
              </a:defRPr>
            </a:lvl6pPr>
            <a:lvl7pPr algn="l">
              <a:buNone/>
              <a:defRPr sz="1575" b="0">
                <a:solidFill>
                  <a:srgbClr val="B3533C"/>
                </a:solidFill>
                <a:latin typeface="IPAexGothic"/>
                <a:ea typeface="IPAexGothic"/>
                <a:cs typeface="IPAexGothic"/>
              </a:defRPr>
            </a:lvl7pPr>
            <a:lvl8pPr algn="l">
              <a:buNone/>
              <a:defRPr sz="1575" b="0">
                <a:solidFill>
                  <a:srgbClr val="B3533C"/>
                </a:solidFill>
                <a:latin typeface="IPAexGothic"/>
                <a:ea typeface="IPAexGothic"/>
                <a:cs typeface="IPAexGothic"/>
              </a:defRPr>
            </a:lvl8pPr>
            <a:lvl9pPr algn="l">
              <a:buNone/>
              <a:defRPr sz="1575" b="0">
                <a:solidFill>
                  <a:srgbClr val="B3533C"/>
                </a:solidFill>
                <a:latin typeface="IPAexGothic"/>
                <a:ea typeface="IPAexGothic"/>
                <a:cs typeface="IPAexGothic"/>
              </a:defRPr>
            </a:lvl9pPr>
          </a:lstStyle>
          <a:p xmlns:a="http://schemas.openxmlformats.org/drawingml/2006/main">
            <a:pPr algn="l">
              <a:buNone/>
              <a:defRPr sz="1575" b="0">
                <a:solidFill>
                  <a:srgbClr val="B3533C"/>
                </a:solidFill>
                <a:latin typeface="IPAexGothic"/>
                <a:ea typeface="IPAexGothic"/>
                <a:cs typeface="IPAexGothic"/>
              </a:defRPr>
            </a:pPr>
            <a:r>
              <a:rPr sz="1575" b="0">
                <a:solidFill>
                  <a:srgbClr val="B3533C"/>
                </a:solidFill>
                <a:latin typeface="IPAexGothic"/>
                <a:ea typeface="IPAexGothic"/>
                <a:cs typeface="IPAexGothic"/>
              </a:rPr>
              <a:t>追加検討中。現在の6項と合格計算例には未採用。指標・許容差・反復終了条件は未確定</a:t>
            </a:r>
          </a:p>
        </p:txBody>
      </p:sp>
    </p:spTree>
    <p:extLst>
      <p:ext uri="{BB962C8B-B14F-4D97-AF65-F5344CB8AC3E}">
        <p14:creationId xmlns:p14="http://schemas.microsoft.com/office/powerpoint/2010/main" val="254597864"/>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headline">
            <a:extLst xmlns:a="http://schemas.openxmlformats.org/drawingml/2006/main">
              <a:ext uri="{FF2B5EF4-FFF2-40B4-BE49-F238E27FC236}">
                <a16:creationId xmlns:a16="http://schemas.microsoft.com/office/drawing/2014/main" id="{C921ED1F-1C1E-4EE0-A7F8-1ABD571ABC63}"/>
              </a:ext>
            </a:extLst>
          </p:cNvPr>
          <p:cNvSpPr>
            <a:spLocks xmlns:a="http://schemas.openxmlformats.org/drawingml/2006/main" noGrp="1"/>
          </p:cNvSpPr>
          <p:nvPr/>
        </p:nvSpPr>
        <p:spPr>
          <a:xfrm xmlns:a="http://schemas.openxmlformats.org/drawingml/2006/main">
            <a:off x="590550" y="333375"/>
            <a:ext cx="1095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72B3A"/>
                </a:solidFill>
                <a:latin typeface="IPAexGothic"/>
                <a:ea typeface="IPAexGothic"/>
                <a:cs typeface="IPAexGothic"/>
              </a:defRPr>
            </a:defPPr>
            <a:lvl1pPr algn="l">
              <a:buNone/>
              <a:defRPr sz="3300" b="1">
                <a:solidFill>
                  <a:srgbClr val="172B3A"/>
                </a:solidFill>
                <a:latin typeface="IPAexGothic"/>
                <a:ea typeface="IPAexGothic"/>
                <a:cs typeface="IPAexGothic"/>
              </a:defRPr>
            </a:lvl1pPr>
            <a:lvl2pPr algn="l">
              <a:buNone/>
              <a:defRPr sz="3300" b="1">
                <a:solidFill>
                  <a:srgbClr val="172B3A"/>
                </a:solidFill>
                <a:latin typeface="IPAexGothic"/>
                <a:ea typeface="IPAexGothic"/>
                <a:cs typeface="IPAexGothic"/>
              </a:defRPr>
            </a:lvl2pPr>
            <a:lvl3pPr algn="l">
              <a:buNone/>
              <a:defRPr sz="3300" b="1">
                <a:solidFill>
                  <a:srgbClr val="172B3A"/>
                </a:solidFill>
                <a:latin typeface="IPAexGothic"/>
                <a:ea typeface="IPAexGothic"/>
                <a:cs typeface="IPAexGothic"/>
              </a:defRPr>
            </a:lvl3pPr>
            <a:lvl4pPr algn="l">
              <a:buNone/>
              <a:defRPr sz="3300" b="1">
                <a:solidFill>
                  <a:srgbClr val="172B3A"/>
                </a:solidFill>
                <a:latin typeface="IPAexGothic"/>
                <a:ea typeface="IPAexGothic"/>
                <a:cs typeface="IPAexGothic"/>
              </a:defRPr>
            </a:lvl4pPr>
            <a:lvl5pPr algn="l">
              <a:buNone/>
              <a:defRPr sz="3300" b="1">
                <a:solidFill>
                  <a:srgbClr val="172B3A"/>
                </a:solidFill>
                <a:latin typeface="IPAexGothic"/>
                <a:ea typeface="IPAexGothic"/>
                <a:cs typeface="IPAexGothic"/>
              </a:defRPr>
            </a:lvl5pPr>
            <a:lvl6pPr algn="l">
              <a:buNone/>
              <a:defRPr sz="3300" b="1">
                <a:solidFill>
                  <a:srgbClr val="172B3A"/>
                </a:solidFill>
                <a:latin typeface="IPAexGothic"/>
                <a:ea typeface="IPAexGothic"/>
                <a:cs typeface="IPAexGothic"/>
              </a:defRPr>
            </a:lvl6pPr>
            <a:lvl7pPr algn="l">
              <a:buNone/>
              <a:defRPr sz="3300" b="1">
                <a:solidFill>
                  <a:srgbClr val="172B3A"/>
                </a:solidFill>
                <a:latin typeface="IPAexGothic"/>
                <a:ea typeface="IPAexGothic"/>
                <a:cs typeface="IPAexGothic"/>
              </a:defRPr>
            </a:lvl7pPr>
            <a:lvl8pPr algn="l">
              <a:buNone/>
              <a:defRPr sz="3300" b="1">
                <a:solidFill>
                  <a:srgbClr val="172B3A"/>
                </a:solidFill>
                <a:latin typeface="IPAexGothic"/>
                <a:ea typeface="IPAexGothic"/>
                <a:cs typeface="IPAexGothic"/>
              </a:defRPr>
            </a:lvl8pPr>
            <a:lvl9pPr algn="l">
              <a:buNone/>
              <a:defRPr sz="3300" b="1">
                <a:solidFill>
                  <a:srgbClr val="172B3A"/>
                </a:solidFill>
                <a:latin typeface="IPAexGothic"/>
                <a:ea typeface="IPAexGothic"/>
                <a:cs typeface="IPAexGothic"/>
              </a:defRPr>
            </a:lvl9pPr>
          </a:lstStyle>
          <a:p xmlns:a="http://schemas.openxmlformats.org/drawingml/2006/main">
            <a:pPr algn="l">
              <a:buNone/>
              <a:defRPr sz="3300" b="1">
                <a:solidFill>
                  <a:srgbClr val="172B3A"/>
                </a:solidFill>
                <a:latin typeface="IPAexGothic"/>
                <a:ea typeface="IPAexGothic"/>
                <a:cs typeface="IPAexGothic"/>
              </a:defRPr>
            </a:pPr>
            <a:r>
              <a:rPr sz="3300" b="1">
                <a:solidFill>
                  <a:srgbClr val="172B3A"/>
                </a:solidFill>
                <a:latin typeface="IPAexGothic"/>
                <a:ea typeface="IPAexGothic"/>
                <a:cs typeface="IPAexGothic"/>
              </a:rPr>
              <a:t>主要な先行特許と重なる処理</a:t>
            </a:r>
          </a:p>
        </p:txBody>
      </p:sp>
      <p:sp>
        <p:nvSpPr>
          <p:cNvPr id="2" name="summary">
            <a:extLst xmlns:a="http://schemas.openxmlformats.org/drawingml/2006/main">
              <a:ext uri="{FF2B5EF4-FFF2-40B4-BE49-F238E27FC236}">
                <a16:creationId xmlns:a16="http://schemas.microsoft.com/office/drawing/2014/main" id="{A0F1E081-E06C-444C-8235-55D23B7B39D9}"/>
              </a:ext>
            </a:extLst>
          </p:cNvPr>
          <p:cNvSpPr>
            <a:spLocks xmlns:a="http://schemas.openxmlformats.org/drawingml/2006/main" noGrp="1"/>
          </p:cNvSpPr>
          <p:nvPr/>
        </p:nvSpPr>
        <p:spPr>
          <a:xfrm xmlns:a="http://schemas.openxmlformats.org/drawingml/2006/main">
            <a:off x="609600" y="1028700"/>
            <a:ext cx="10896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86872"/>
                </a:solidFill>
                <a:latin typeface="IPAexGothic"/>
                <a:ea typeface="IPAexGothic"/>
                <a:cs typeface="IPAexGothic"/>
              </a:defRPr>
            </a:defPPr>
            <a:lvl1pPr algn="l">
              <a:buNone/>
              <a:defRPr sz="1800" b="0">
                <a:solidFill>
                  <a:srgbClr val="586872"/>
                </a:solidFill>
                <a:latin typeface="IPAexGothic"/>
                <a:ea typeface="IPAexGothic"/>
                <a:cs typeface="IPAexGothic"/>
              </a:defRPr>
            </a:lvl1pPr>
            <a:lvl2pPr algn="l">
              <a:buNone/>
              <a:defRPr sz="1800" b="0">
                <a:solidFill>
                  <a:srgbClr val="586872"/>
                </a:solidFill>
                <a:latin typeface="IPAexGothic"/>
                <a:ea typeface="IPAexGothic"/>
                <a:cs typeface="IPAexGothic"/>
              </a:defRPr>
            </a:lvl2pPr>
            <a:lvl3pPr algn="l">
              <a:buNone/>
              <a:defRPr sz="1800" b="0">
                <a:solidFill>
                  <a:srgbClr val="586872"/>
                </a:solidFill>
                <a:latin typeface="IPAexGothic"/>
                <a:ea typeface="IPAexGothic"/>
                <a:cs typeface="IPAexGothic"/>
              </a:defRPr>
            </a:lvl3pPr>
            <a:lvl4pPr algn="l">
              <a:buNone/>
              <a:defRPr sz="1800" b="0">
                <a:solidFill>
                  <a:srgbClr val="586872"/>
                </a:solidFill>
                <a:latin typeface="IPAexGothic"/>
                <a:ea typeface="IPAexGothic"/>
                <a:cs typeface="IPAexGothic"/>
              </a:defRPr>
            </a:lvl4pPr>
            <a:lvl5pPr algn="l">
              <a:buNone/>
              <a:defRPr sz="1800" b="0">
                <a:solidFill>
                  <a:srgbClr val="586872"/>
                </a:solidFill>
                <a:latin typeface="IPAexGothic"/>
                <a:ea typeface="IPAexGothic"/>
                <a:cs typeface="IPAexGothic"/>
              </a:defRPr>
            </a:lvl5pPr>
            <a:lvl6pPr algn="l">
              <a:buNone/>
              <a:defRPr sz="1800" b="0">
                <a:solidFill>
                  <a:srgbClr val="586872"/>
                </a:solidFill>
                <a:latin typeface="IPAexGothic"/>
                <a:ea typeface="IPAexGothic"/>
                <a:cs typeface="IPAexGothic"/>
              </a:defRPr>
            </a:lvl6pPr>
            <a:lvl7pPr algn="l">
              <a:buNone/>
              <a:defRPr sz="1800" b="0">
                <a:solidFill>
                  <a:srgbClr val="586872"/>
                </a:solidFill>
                <a:latin typeface="IPAexGothic"/>
                <a:ea typeface="IPAexGothic"/>
                <a:cs typeface="IPAexGothic"/>
              </a:defRPr>
            </a:lvl7pPr>
            <a:lvl8pPr algn="l">
              <a:buNone/>
              <a:defRPr sz="1800" b="0">
                <a:solidFill>
                  <a:srgbClr val="586872"/>
                </a:solidFill>
                <a:latin typeface="IPAexGothic"/>
                <a:ea typeface="IPAexGothic"/>
                <a:cs typeface="IPAexGothic"/>
              </a:defRPr>
            </a:lvl8pPr>
            <a:lvl9pPr algn="l">
              <a:buNone/>
              <a:defRPr sz="1800" b="0">
                <a:solidFill>
                  <a:srgbClr val="586872"/>
                </a:solidFill>
                <a:latin typeface="IPAexGothic"/>
                <a:ea typeface="IPAexGothic"/>
                <a:cs typeface="IPAexGothic"/>
              </a:defRPr>
            </a:lvl9pPr>
          </a:lstStyle>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性能を確認してデータを削除する処理や、パターンを使う圧縮は既存文献にも見られます。</a:t>
            </a:r>
          </a:p>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本案は各処理の有無だけでなく、同じパターンと評価範囲を介した連動条件を比較する必要があります。</a:t>
            </a:r>
          </a:p>
        </p:txBody>
      </p:sp>
      <p:sp>
        <p:nvSpPr>
          <p:cNvPr id="3" name="text-2">
            <a:extLst xmlns:a="http://schemas.openxmlformats.org/drawingml/2006/main">
              <a:ext uri="{FF2B5EF4-FFF2-40B4-BE49-F238E27FC236}">
                <a16:creationId xmlns:a16="http://schemas.microsoft.com/office/drawing/2014/main" id="{DC385B45-5388-4CB9-B3CE-0E15EDDE0211}"/>
              </a:ext>
            </a:extLst>
          </p:cNvPr>
          <p:cNvSpPr>
            <a:spLocks xmlns:a="http://schemas.openxmlformats.org/drawingml/2006/main" noGrp="1"/>
          </p:cNvSpPr>
          <p:nvPr/>
        </p:nvSpPr>
        <p:spPr>
          <a:xfrm xmlns:a="http://schemas.openxmlformats.org/drawingml/2006/main">
            <a:off x="11239500" y="644842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872"/>
                </a:solidFill>
                <a:latin typeface="IPAexGothic"/>
                <a:ea typeface="IPAexGothic"/>
                <a:cs typeface="IPAexGothic"/>
              </a:defRPr>
            </a:defPPr>
            <a:lvl1pPr algn="r">
              <a:buNone/>
              <a:defRPr sz="1275" b="0">
                <a:solidFill>
                  <a:srgbClr val="586872"/>
                </a:solidFill>
                <a:latin typeface="IPAexGothic"/>
                <a:ea typeface="IPAexGothic"/>
                <a:cs typeface="IPAexGothic"/>
              </a:defRPr>
            </a:lvl1pPr>
            <a:lvl2pPr algn="r">
              <a:buNone/>
              <a:defRPr sz="1275" b="0">
                <a:solidFill>
                  <a:srgbClr val="586872"/>
                </a:solidFill>
                <a:latin typeface="IPAexGothic"/>
                <a:ea typeface="IPAexGothic"/>
                <a:cs typeface="IPAexGothic"/>
              </a:defRPr>
            </a:lvl2pPr>
            <a:lvl3pPr algn="r">
              <a:buNone/>
              <a:defRPr sz="1275" b="0">
                <a:solidFill>
                  <a:srgbClr val="586872"/>
                </a:solidFill>
                <a:latin typeface="IPAexGothic"/>
                <a:ea typeface="IPAexGothic"/>
                <a:cs typeface="IPAexGothic"/>
              </a:defRPr>
            </a:lvl3pPr>
            <a:lvl4pPr algn="r">
              <a:buNone/>
              <a:defRPr sz="1275" b="0">
                <a:solidFill>
                  <a:srgbClr val="586872"/>
                </a:solidFill>
                <a:latin typeface="IPAexGothic"/>
                <a:ea typeface="IPAexGothic"/>
                <a:cs typeface="IPAexGothic"/>
              </a:defRPr>
            </a:lvl4pPr>
            <a:lvl5pPr algn="r">
              <a:buNone/>
              <a:defRPr sz="1275" b="0">
                <a:solidFill>
                  <a:srgbClr val="586872"/>
                </a:solidFill>
                <a:latin typeface="IPAexGothic"/>
                <a:ea typeface="IPAexGothic"/>
                <a:cs typeface="IPAexGothic"/>
              </a:defRPr>
            </a:lvl5pPr>
            <a:lvl6pPr algn="r">
              <a:buNone/>
              <a:defRPr sz="1275" b="0">
                <a:solidFill>
                  <a:srgbClr val="586872"/>
                </a:solidFill>
                <a:latin typeface="IPAexGothic"/>
                <a:ea typeface="IPAexGothic"/>
                <a:cs typeface="IPAexGothic"/>
              </a:defRPr>
            </a:lvl6pPr>
            <a:lvl7pPr algn="r">
              <a:buNone/>
              <a:defRPr sz="1275" b="0">
                <a:solidFill>
                  <a:srgbClr val="586872"/>
                </a:solidFill>
                <a:latin typeface="IPAexGothic"/>
                <a:ea typeface="IPAexGothic"/>
                <a:cs typeface="IPAexGothic"/>
              </a:defRPr>
            </a:lvl7pPr>
            <a:lvl8pPr algn="r">
              <a:buNone/>
              <a:defRPr sz="1275" b="0">
                <a:solidFill>
                  <a:srgbClr val="586872"/>
                </a:solidFill>
                <a:latin typeface="IPAexGothic"/>
                <a:ea typeface="IPAexGothic"/>
                <a:cs typeface="IPAexGothic"/>
              </a:defRPr>
            </a:lvl8pPr>
            <a:lvl9pPr algn="r">
              <a:buNone/>
              <a:defRPr sz="1275" b="0">
                <a:solidFill>
                  <a:srgbClr val="586872"/>
                </a:solidFill>
                <a:latin typeface="IPAexGothic"/>
                <a:ea typeface="IPAexGothic"/>
                <a:cs typeface="IPAexGothic"/>
              </a:defRPr>
            </a:lvl9pPr>
          </a:lstStyle>
          <a:p xmlns:a="http://schemas.openxmlformats.org/drawingml/2006/main">
            <a:pPr algn="r">
              <a:buNone/>
              <a:defRPr sz="1275" b="0">
                <a:solidFill>
                  <a:srgbClr val="586872"/>
                </a:solidFill>
                <a:latin typeface="IPAexGothic"/>
                <a:ea typeface="IPAexGothic"/>
                <a:cs typeface="IPAexGothic"/>
              </a:defRPr>
            </a:pPr>
            <a:r>
              <a:rPr sz="1275" b="0">
                <a:solidFill>
                  <a:srgbClr val="586872"/>
                </a:solidFill>
                <a:latin typeface="IPAexGothic"/>
                <a:ea typeface="IPAexGothic"/>
                <a:cs typeface="IPAexGothic"/>
              </a:rPr>
              <a:t>45</a:t>
            </a:r>
          </a:p>
        </p:txBody>
      </p:sp>
      <p:graphicFrame>
        <p:nvGraphicFramePr>
          <p:cNvPr id="4" name="">
            <a:extLst xmlns:a="http://schemas.openxmlformats.org/drawingml/2006/main">
              <a:ext uri="{FF2B5EF4-FFF2-40B4-BE49-F238E27FC236}">
                <a16:creationId xmlns:a16="http://schemas.microsoft.com/office/drawing/2014/main" id="{2D6A38CF-389B-4A99-8D17-6E8838F7F1E0}"/>
              </a:ext>
            </a:extLst>
          </p:cNvPr>
          <p:cNvGraphicFramePr/>
          <p:nvPr/>
        </p:nvGraphicFramePr>
        <p:xfrm>
          <a:off xmlns:a="http://schemas.openxmlformats.org/drawingml/2006/main" x="609600" y="1714500"/>
          <a:ext xmlns:a="http://schemas.openxmlformats.org/drawingml/2006/main" cx="10972800" cy="3714750"/>
        </p:xfrm>
        <a:graphic xmlns:a="http://schemas.openxmlformats.org/drawingml/2006/main">
          <a:graphicData uri="http://schemas.openxmlformats.org/drawingml/2006/table">
            <a:tbl>
              <a:tblPr firstRow="1" bandRow="0"/>
              <a:tblGrid>
                <a:gridCol w="2952750"/>
                <a:gridCol w="4191000"/>
                <a:gridCol w="3829050"/>
              </a:tblGrid>
              <a:tr h="742950">
                <a:tc>
                  <a:txBody>
                    <a:bodyPr wrap="square" lIns="133350" tIns="85725" rIns="114300" bIns="76200"/>
                    <a:lstStyle/>
                    <a:p>
                      <a:r>
                        <a:rPr sz="1650" b="1">
                          <a:solidFill>
                            <a:srgbClr val="172B3A"/>
                          </a:solidFill>
                          <a:latin typeface="IPAexGothic"/>
                          <a:ea typeface="IPAexGothic"/>
                          <a:cs typeface="IPAexGothic"/>
                        </a:rPr>
                        <a:t>先行文献</a:t>
                      </a:r>
                    </a:p>
                  </a:txBody>
                  <a:tcPr marL="91440" marR="91440" marT="45720" marB="45720" anchor="ctr">
                    <a:lnL w="9525">
                      <a:solidFill>
                        <a:srgbClr val="BCCAD2"/>
                      </a:solidFill>
                      <a:prstDash val="solid"/>
                    </a:lnL>
                    <a:lnR w="9525">
                      <a:solidFill>
                        <a:srgbClr val="BCCAD2"/>
                      </a:solidFill>
                      <a:prstDash val="solid"/>
                    </a:lnR>
                    <a:lnT w="9525">
                      <a:solidFill>
                        <a:srgbClr val="BCCAD2"/>
                      </a:solidFill>
                      <a:prstDash val="solid"/>
                    </a:lnT>
                    <a:lnB w="9525">
                      <a:solidFill>
                        <a:srgbClr val="BCCAD2"/>
                      </a:solidFill>
                      <a:prstDash val="solid"/>
                    </a:lnB>
                    <a:solidFill>
                      <a:srgbClr val="EAF1F5"/>
                    </a:solidFill>
                  </a:tcPr>
                </a:tc>
                <a:tc>
                  <a:txBody>
                    <a:bodyPr wrap="square" lIns="133350" tIns="85725" rIns="114300" bIns="76200"/>
                    <a:lstStyle/>
                    <a:p>
                      <a:r>
                        <a:rPr sz="1650" b="1">
                          <a:solidFill>
                            <a:srgbClr val="172B3A"/>
                          </a:solidFill>
                          <a:latin typeface="IPAexGothic"/>
                          <a:ea typeface="IPAexGothic"/>
                          <a:cs typeface="IPAexGothic"/>
                        </a:rPr>
                        <a:t>既存の処理</a:t>
                      </a:r>
                    </a:p>
                  </a:txBody>
                  <a:tcPr marL="91440" marR="91440" marT="45720" marB="45720" anchor="ctr">
                    <a:lnR w="9525">
                      <a:solidFill>
                        <a:srgbClr val="BCCAD2"/>
                      </a:solidFill>
                      <a:prstDash val="solid"/>
                    </a:lnR>
                    <a:lnT w="9525">
                      <a:solidFill>
                        <a:srgbClr val="BCCAD2"/>
                      </a:solidFill>
                      <a:prstDash val="solid"/>
                    </a:lnT>
                    <a:lnB w="9525">
                      <a:solidFill>
                        <a:srgbClr val="BCCAD2"/>
                      </a:solidFill>
                      <a:prstDash val="solid"/>
                    </a:lnB>
                    <a:solidFill>
                      <a:srgbClr val="EAF1F5"/>
                    </a:solidFill>
                  </a:tcPr>
                </a:tc>
                <a:tc>
                  <a:txBody>
                    <a:bodyPr wrap="square" lIns="133350" tIns="85725" rIns="114300" bIns="76200"/>
                    <a:lstStyle/>
                    <a:p>
                      <a:r>
                        <a:rPr sz="1650" b="1">
                          <a:solidFill>
                            <a:srgbClr val="172B3A"/>
                          </a:solidFill>
                          <a:latin typeface="IPAexGothic"/>
                          <a:ea typeface="IPAexGothic"/>
                          <a:cs typeface="IPAexGothic"/>
                        </a:rPr>
                        <a:t>差分検討での注意</a:t>
                      </a:r>
                    </a:p>
                  </a:txBody>
                  <a:tcPr marL="91440" marR="91440" marT="45720" marB="45720" anchor="ctr">
                    <a:lnR w="9525">
                      <a:solidFill>
                        <a:srgbClr val="BCCAD2"/>
                      </a:solidFill>
                      <a:prstDash val="solid"/>
                    </a:lnR>
                    <a:lnT w="9525">
                      <a:solidFill>
                        <a:srgbClr val="BCCAD2"/>
                      </a:solidFill>
                      <a:prstDash val="solid"/>
                    </a:lnT>
                    <a:lnB w="9525">
                      <a:solidFill>
                        <a:srgbClr val="BCCAD2"/>
                      </a:solidFill>
                      <a:prstDash val="solid"/>
                    </a:lnB>
                    <a:solidFill>
                      <a:srgbClr val="EAF1F5"/>
                    </a:solidFill>
                  </a:tcPr>
                </a:tc>
              </a:tr>
              <a:tr h="742950">
                <a:tc>
                  <a:txBody>
                    <a:bodyPr wrap="square" lIns="133350" tIns="85725" rIns="114300" bIns="76200"/>
                    <a:lstStyle/>
                    <a:p>
                      <a:r>
                        <a:rPr sz="1650" b="0">
                          <a:solidFill>
                            <a:srgbClr val="172B3A"/>
                          </a:solidFill>
                          <a:latin typeface="IPAexGothic"/>
                          <a:ea typeface="IPAexGothic"/>
                          <a:cs typeface="IPAexGothic"/>
                        </a:rPr>
                        <a:t>日立 WO2013/051101</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FFFFF"/>
                    </a:solidFill>
                  </a:tcPr>
                </a:tc>
                <a:tc>
                  <a:txBody>
                    <a:bodyPr wrap="square" lIns="133350" tIns="85725" rIns="114300" bIns="76200"/>
                    <a:lstStyle/>
                    <a:p>
                      <a:r>
                        <a:rPr sz="1650" b="0">
                          <a:solidFill>
                            <a:srgbClr val="172B3A"/>
                          </a:solidFill>
                          <a:latin typeface="IPAexGothic"/>
                          <a:ea typeface="IPAexGothic"/>
                          <a:cs typeface="IPAexGothic"/>
                        </a:rPr>
                        <a:t>類似度の階層分類、未知、分類別保存削除</a:t>
                      </a:r>
                    </a:p>
                  </a:txBody>
                  <a:tcPr marL="91440" marR="91440" marT="45720" marB="45720" anchor="ctr">
                    <a:lnR w="9525">
                      <a:solidFill>
                        <a:srgbClr val="BCCAD2"/>
                      </a:solidFill>
                      <a:prstDash val="solid"/>
                    </a:lnR>
                    <a:lnB w="9525">
                      <a:solidFill>
                        <a:srgbClr val="BCCAD2"/>
                      </a:solidFill>
                      <a:prstDash val="solid"/>
                    </a:lnB>
                    <a:solidFill>
                      <a:srgbClr val="FFFFFF"/>
                    </a:solidFill>
                  </a:tcPr>
                </a:tc>
                <a:tc>
                  <a:txBody>
                    <a:bodyPr wrap="square" lIns="133350" tIns="85725" rIns="114300" bIns="76200"/>
                    <a:lstStyle/>
                    <a:p>
                      <a:r>
                        <a:rPr sz="1650" b="0">
                          <a:solidFill>
                            <a:srgbClr val="172B3A"/>
                          </a:solidFill>
                          <a:latin typeface="IPAexGothic"/>
                          <a:ea typeface="IPAexGothic"/>
                          <a:cs typeface="IPAexGothic"/>
                        </a:rPr>
                        <a:t>境界分類や保護だけでは差分が弱い</a:t>
                      </a:r>
                    </a:p>
                  </a:txBody>
                  <a:tcPr marL="91440" marR="91440" marT="45720" marB="45720" anchor="ctr">
                    <a:lnR w="9525">
                      <a:solidFill>
                        <a:srgbClr val="BCCAD2"/>
                      </a:solidFill>
                      <a:prstDash val="solid"/>
                    </a:lnR>
                    <a:lnB w="9525">
                      <a:solidFill>
                        <a:srgbClr val="BCCAD2"/>
                      </a:solidFill>
                      <a:prstDash val="solid"/>
                    </a:lnB>
                    <a:solidFill>
                      <a:srgbClr val="FFFFFF"/>
                    </a:solidFill>
                  </a:tcPr>
                </a:tc>
              </a:tr>
              <a:tr h="742950">
                <a:tc>
                  <a:txBody>
                    <a:bodyPr wrap="square" lIns="133350" tIns="85725" rIns="114300" bIns="76200"/>
                    <a:lstStyle/>
                    <a:p>
                      <a:r>
                        <a:rPr sz="1650" b="0">
                          <a:solidFill>
                            <a:srgbClr val="172B3A"/>
                          </a:solidFill>
                          <a:latin typeface="IPAexGothic"/>
                          <a:ea typeface="IPAexGothic"/>
                          <a:cs typeface="IPAexGothic"/>
                        </a:rPr>
                        <a:t>東芝 JP2008299486A</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8FAFB"/>
                    </a:solidFill>
                  </a:tcPr>
                </a:tc>
                <a:tc>
                  <a:txBody>
                    <a:bodyPr wrap="square" lIns="133350" tIns="85725" rIns="114300" bIns="76200"/>
                    <a:lstStyle/>
                    <a:p>
                      <a:r>
                        <a:rPr sz="1650" b="0">
                          <a:solidFill>
                            <a:srgbClr val="172B3A"/>
                          </a:solidFill>
                          <a:latin typeface="IPAexGothic"/>
                          <a:ea typeface="IPAexGothic"/>
                          <a:cs typeface="IPAexGothic"/>
                        </a:rPr>
                        <a:t>全データと部分データのモデル差を検査して削除</a:t>
                      </a:r>
                    </a:p>
                  </a:txBody>
                  <a:tcPr marL="91440" marR="91440" marT="45720" marB="45720" anchor="ctr">
                    <a:lnR w="9525">
                      <a:solidFill>
                        <a:srgbClr val="BCCAD2"/>
                      </a:solidFill>
                      <a:prstDash val="solid"/>
                    </a:lnR>
                    <a:lnB w="9525">
                      <a:solidFill>
                        <a:srgbClr val="BCCAD2"/>
                      </a:solidFill>
                      <a:prstDash val="solid"/>
                    </a:lnB>
                    <a:solidFill>
                      <a:srgbClr val="F8FAFB"/>
                    </a:solidFill>
                  </a:tcPr>
                </a:tc>
                <a:tc>
                  <a:txBody>
                    <a:bodyPr wrap="square" lIns="133350" tIns="85725" rIns="114300" bIns="76200"/>
                    <a:lstStyle/>
                    <a:p>
                      <a:r>
                        <a:rPr sz="1650" b="0">
                          <a:solidFill>
                            <a:srgbClr val="172B3A"/>
                          </a:solidFill>
                          <a:latin typeface="IPAexGothic"/>
                          <a:ea typeface="IPAexGothic"/>
                          <a:cs typeface="IPAexGothic"/>
                        </a:rPr>
                        <a:t>性能比較後に削除すること自体は既存</a:t>
                      </a:r>
                    </a:p>
                  </a:txBody>
                  <a:tcPr marL="91440" marR="91440" marT="45720" marB="45720" anchor="ctr">
                    <a:lnR w="9525">
                      <a:solidFill>
                        <a:srgbClr val="BCCAD2"/>
                      </a:solidFill>
                      <a:prstDash val="solid"/>
                    </a:lnR>
                    <a:lnB w="9525">
                      <a:solidFill>
                        <a:srgbClr val="BCCAD2"/>
                      </a:solidFill>
                      <a:prstDash val="solid"/>
                    </a:lnB>
                    <a:solidFill>
                      <a:srgbClr val="F8FAFB"/>
                    </a:solidFill>
                  </a:tcPr>
                </a:tc>
              </a:tr>
              <a:tr h="742950">
                <a:tc>
                  <a:txBody>
                    <a:bodyPr wrap="square" lIns="133350" tIns="85725" rIns="114300" bIns="76200"/>
                    <a:lstStyle/>
                    <a:p>
                      <a:r>
                        <a:rPr sz="1650" b="0">
                          <a:solidFill>
                            <a:srgbClr val="172B3A"/>
                          </a:solidFill>
                          <a:latin typeface="IPAexGothic"/>
                          <a:ea typeface="IPAexGothic"/>
                          <a:cs typeface="IPAexGothic"/>
                        </a:rPr>
                        <a:t>HPE US20240259034A1</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FFFFF"/>
                    </a:solidFill>
                  </a:tcPr>
                </a:tc>
                <a:tc>
                  <a:txBody>
                    <a:bodyPr wrap="square" lIns="133350" tIns="85725" rIns="114300" bIns="76200"/>
                    <a:lstStyle/>
                    <a:p>
                      <a:r>
                        <a:rPr sz="1650" b="0">
                          <a:solidFill>
                            <a:srgbClr val="172B3A"/>
                          </a:solidFill>
                          <a:latin typeface="IPAexGothic"/>
                          <a:ea typeface="IPAexGothic"/>
                          <a:cs typeface="IPAexGothic"/>
                        </a:rPr>
                        <a:t>パターン圧縮、再生成、学習済みモデルで比較</a:t>
                      </a:r>
                    </a:p>
                  </a:txBody>
                  <a:tcPr marL="91440" marR="91440" marT="45720" marB="45720" anchor="ctr">
                    <a:lnR w="9525">
                      <a:solidFill>
                        <a:srgbClr val="BCCAD2"/>
                      </a:solidFill>
                      <a:prstDash val="solid"/>
                    </a:lnR>
                    <a:lnB w="9525">
                      <a:solidFill>
                        <a:srgbClr val="BCCAD2"/>
                      </a:solidFill>
                      <a:prstDash val="solid"/>
                    </a:lnB>
                    <a:solidFill>
                      <a:srgbClr val="FFFFFF"/>
                    </a:solidFill>
                  </a:tcPr>
                </a:tc>
                <a:tc>
                  <a:txBody>
                    <a:bodyPr wrap="square" lIns="133350" tIns="85725" rIns="114300" bIns="76200"/>
                    <a:lstStyle/>
                    <a:p>
                      <a:r>
                        <a:rPr sz="1650" b="0">
                          <a:solidFill>
                            <a:srgbClr val="172B3A"/>
                          </a:solidFill>
                          <a:latin typeface="IPAexGothic"/>
                          <a:ea typeface="IPAexGothic"/>
                          <a:cs typeface="IPAexGothic"/>
                        </a:rPr>
                        <a:t>出現情報直接入力との具体的な違いを確認</a:t>
                      </a:r>
                    </a:p>
                  </a:txBody>
                  <a:tcPr marL="91440" marR="91440" marT="45720" marB="45720" anchor="ctr">
                    <a:lnR w="9525">
                      <a:solidFill>
                        <a:srgbClr val="BCCAD2"/>
                      </a:solidFill>
                      <a:prstDash val="solid"/>
                    </a:lnR>
                    <a:lnB w="9525">
                      <a:solidFill>
                        <a:srgbClr val="BCCAD2"/>
                      </a:solidFill>
                      <a:prstDash val="solid"/>
                    </a:lnB>
                    <a:solidFill>
                      <a:srgbClr val="FFFFFF"/>
                    </a:solidFill>
                  </a:tcPr>
                </a:tc>
              </a:tr>
              <a:tr h="742950">
                <a:tc>
                  <a:txBody>
                    <a:bodyPr wrap="square" lIns="133350" tIns="85725" rIns="114300" bIns="76200"/>
                    <a:lstStyle/>
                    <a:p>
                      <a:r>
                        <a:rPr sz="1650" b="0">
                          <a:solidFill>
                            <a:srgbClr val="172B3A"/>
                          </a:solidFill>
                          <a:latin typeface="IPAexGothic"/>
                          <a:ea typeface="IPAexGothic"/>
                          <a:cs typeface="IPAexGothic"/>
                        </a:rPr>
                        <a:t>Amazon US11507324B2</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8FAFB"/>
                    </a:solidFill>
                  </a:tcPr>
                </a:tc>
                <a:tc>
                  <a:txBody>
                    <a:bodyPr wrap="square" lIns="133350" tIns="85725" rIns="114300" bIns="76200"/>
                    <a:lstStyle/>
                    <a:p>
                      <a:r>
                        <a:rPr sz="1650" b="0">
                          <a:solidFill>
                            <a:srgbClr val="172B3A"/>
                          </a:solidFill>
                          <a:latin typeface="IPAexGothic"/>
                          <a:ea typeface="IPAexGothic"/>
                          <a:cs typeface="IPAexGothic"/>
                        </a:rPr>
                        <a:t>精度等のフィードバックによる圧縮方針の変更</a:t>
                      </a:r>
                    </a:p>
                  </a:txBody>
                  <a:tcPr marL="91440" marR="91440" marT="45720" marB="45720" anchor="ctr">
                    <a:lnR w="9525">
                      <a:solidFill>
                        <a:srgbClr val="BCCAD2"/>
                      </a:solidFill>
                      <a:prstDash val="solid"/>
                    </a:lnR>
                    <a:lnB w="9525">
                      <a:solidFill>
                        <a:srgbClr val="BCCAD2"/>
                      </a:solidFill>
                      <a:prstDash val="solid"/>
                    </a:lnB>
                    <a:solidFill>
                      <a:srgbClr val="F8FAFB"/>
                    </a:solidFill>
                  </a:tcPr>
                </a:tc>
                <a:tc>
                  <a:txBody>
                    <a:bodyPr wrap="square" lIns="133350" tIns="85725" rIns="114300" bIns="76200"/>
                    <a:lstStyle/>
                    <a:p>
                      <a:r>
                        <a:rPr sz="1650" b="0">
                          <a:solidFill>
                            <a:srgbClr val="172B3A"/>
                          </a:solidFill>
                          <a:latin typeface="IPAexGothic"/>
                          <a:ea typeface="IPAexGothic"/>
                          <a:cs typeface="IPAexGothic"/>
                        </a:rPr>
                        <a:t>変化検知だけで強い差分とはいえない</a:t>
                      </a:r>
                    </a:p>
                  </a:txBody>
                  <a:tcPr marL="91440" marR="91440" marT="45720" marB="45720" anchor="ctr">
                    <a:lnR w="9525">
                      <a:solidFill>
                        <a:srgbClr val="BCCAD2"/>
                      </a:solidFill>
                      <a:prstDash val="solid"/>
                    </a:lnR>
                    <a:lnB w="9525">
                      <a:solidFill>
                        <a:srgbClr val="BCCAD2"/>
                      </a:solidFill>
                      <a:prstDash val="solid"/>
                    </a:lnB>
                    <a:solidFill>
                      <a:srgbClr val="F8FAFB"/>
                    </a:solidFill>
                  </a:tcPr>
                </a:tc>
              </a:tr>
            </a:tbl>
          </a:graphicData>
        </a:graphic>
      </p:graphicFrame>
      <p:sp>
        <p:nvSpPr>
          <p:cNvPr id="5" name="text-3">
            <a:extLst xmlns:a="http://schemas.openxmlformats.org/drawingml/2006/main">
              <a:ext uri="{FF2B5EF4-FFF2-40B4-BE49-F238E27FC236}">
                <a16:creationId xmlns:a16="http://schemas.microsoft.com/office/drawing/2014/main" id="{A1A966C4-5EC9-4004-8712-6BF89BA171A4}"/>
              </a:ext>
            </a:extLst>
          </p:cNvPr>
          <p:cNvSpPr>
            <a:spLocks xmlns:a="http://schemas.openxmlformats.org/drawingml/2006/main" noGrp="1"/>
          </p:cNvSpPr>
          <p:nvPr/>
        </p:nvSpPr>
        <p:spPr>
          <a:xfrm xmlns:a="http://schemas.openxmlformats.org/drawingml/2006/main">
            <a:off x="609600" y="5953125"/>
            <a:ext cx="10906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86872"/>
                </a:solidFill>
                <a:latin typeface="IPAexGothic"/>
                <a:ea typeface="IPAexGothic"/>
                <a:cs typeface="IPAexGothic"/>
              </a:defRPr>
            </a:defPPr>
            <a:lvl1pPr algn="l">
              <a:buNone/>
              <a:defRPr sz="1575" b="0">
                <a:solidFill>
                  <a:srgbClr val="586872"/>
                </a:solidFill>
                <a:latin typeface="IPAexGothic"/>
                <a:ea typeface="IPAexGothic"/>
                <a:cs typeface="IPAexGothic"/>
              </a:defRPr>
            </a:lvl1pPr>
            <a:lvl2pPr algn="l">
              <a:buNone/>
              <a:defRPr sz="1575" b="0">
                <a:solidFill>
                  <a:srgbClr val="586872"/>
                </a:solidFill>
                <a:latin typeface="IPAexGothic"/>
                <a:ea typeface="IPAexGothic"/>
                <a:cs typeface="IPAexGothic"/>
              </a:defRPr>
            </a:lvl2pPr>
            <a:lvl3pPr algn="l">
              <a:buNone/>
              <a:defRPr sz="1575" b="0">
                <a:solidFill>
                  <a:srgbClr val="586872"/>
                </a:solidFill>
                <a:latin typeface="IPAexGothic"/>
                <a:ea typeface="IPAexGothic"/>
                <a:cs typeface="IPAexGothic"/>
              </a:defRPr>
            </a:lvl3pPr>
            <a:lvl4pPr algn="l">
              <a:buNone/>
              <a:defRPr sz="1575" b="0">
                <a:solidFill>
                  <a:srgbClr val="586872"/>
                </a:solidFill>
                <a:latin typeface="IPAexGothic"/>
                <a:ea typeface="IPAexGothic"/>
                <a:cs typeface="IPAexGothic"/>
              </a:defRPr>
            </a:lvl4pPr>
            <a:lvl5pPr algn="l">
              <a:buNone/>
              <a:defRPr sz="1575" b="0">
                <a:solidFill>
                  <a:srgbClr val="586872"/>
                </a:solidFill>
                <a:latin typeface="IPAexGothic"/>
                <a:ea typeface="IPAexGothic"/>
                <a:cs typeface="IPAexGothic"/>
              </a:defRPr>
            </a:lvl5pPr>
            <a:lvl6pPr algn="l">
              <a:buNone/>
              <a:defRPr sz="1575" b="0">
                <a:solidFill>
                  <a:srgbClr val="586872"/>
                </a:solidFill>
                <a:latin typeface="IPAexGothic"/>
                <a:ea typeface="IPAexGothic"/>
                <a:cs typeface="IPAexGothic"/>
              </a:defRPr>
            </a:lvl6pPr>
            <a:lvl7pPr algn="l">
              <a:buNone/>
              <a:defRPr sz="1575" b="0">
                <a:solidFill>
                  <a:srgbClr val="586872"/>
                </a:solidFill>
                <a:latin typeface="IPAexGothic"/>
                <a:ea typeface="IPAexGothic"/>
                <a:cs typeface="IPAexGothic"/>
              </a:defRPr>
            </a:lvl7pPr>
            <a:lvl8pPr algn="l">
              <a:buNone/>
              <a:defRPr sz="1575" b="0">
                <a:solidFill>
                  <a:srgbClr val="586872"/>
                </a:solidFill>
                <a:latin typeface="IPAexGothic"/>
                <a:ea typeface="IPAexGothic"/>
                <a:cs typeface="IPAexGothic"/>
              </a:defRPr>
            </a:lvl8pPr>
            <a:lvl9pPr algn="l">
              <a:buNone/>
              <a:defRPr sz="1575" b="0">
                <a:solidFill>
                  <a:srgbClr val="586872"/>
                </a:solidFill>
                <a:latin typeface="IPAexGothic"/>
                <a:ea typeface="IPAexGothic"/>
                <a:cs typeface="IPAexGothic"/>
              </a:defRPr>
            </a:lvl9pPr>
          </a:lstStyle>
          <a:p xmlns:a="http://schemas.openxmlformats.org/drawingml/2006/main">
            <a:pPr algn="l">
              <a:buNone/>
              <a:defRPr sz="1575" b="0">
                <a:solidFill>
                  <a:srgbClr val="586872"/>
                </a:solidFill>
                <a:latin typeface="IPAexGothic"/>
                <a:ea typeface="IPAexGothic"/>
                <a:cs typeface="IPAexGothic"/>
              </a:defRPr>
            </a:pPr>
            <a:r>
              <a:rPr sz="1575" b="0">
                <a:solidFill>
                  <a:srgbClr val="586872"/>
                </a:solidFill>
                <a:latin typeface="IPAexGothic"/>
                <a:ea typeface="IPAexGothic"/>
                <a:cs typeface="IPAexGothic"/>
              </a:rPr>
              <a:t>一つの文献に全要素が見つからないことだけで、進歩性が確定するわけではない</a:t>
            </a:r>
          </a:p>
        </p:txBody>
      </p:sp>
    </p:spTree>
    <p:extLst>
      <p:ext uri="{BB962C8B-B14F-4D97-AF65-F5344CB8AC3E}">
        <p14:creationId xmlns:p14="http://schemas.microsoft.com/office/powerpoint/2010/main" val="2028020338"/>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headline">
            <a:extLst xmlns:a="http://schemas.openxmlformats.org/drawingml/2006/main">
              <a:ext uri="{FF2B5EF4-FFF2-40B4-BE49-F238E27FC236}">
                <a16:creationId xmlns:a16="http://schemas.microsoft.com/office/drawing/2014/main" id="{3C502152-1A72-44F2-8454-CDD3F1AEDC9F}"/>
              </a:ext>
            </a:extLst>
          </p:cNvPr>
          <p:cNvSpPr>
            <a:spLocks xmlns:a="http://schemas.openxmlformats.org/drawingml/2006/main" noGrp="1"/>
          </p:cNvSpPr>
          <p:nvPr/>
        </p:nvSpPr>
        <p:spPr>
          <a:xfrm xmlns:a="http://schemas.openxmlformats.org/drawingml/2006/main">
            <a:off x="590550" y="333375"/>
            <a:ext cx="1095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72B3A"/>
                </a:solidFill>
                <a:latin typeface="IPAexGothic"/>
                <a:ea typeface="IPAexGothic"/>
                <a:cs typeface="IPAexGothic"/>
              </a:defRPr>
            </a:defPPr>
            <a:lvl1pPr algn="l">
              <a:buNone/>
              <a:defRPr sz="3300" b="1">
                <a:solidFill>
                  <a:srgbClr val="172B3A"/>
                </a:solidFill>
                <a:latin typeface="IPAexGothic"/>
                <a:ea typeface="IPAexGothic"/>
                <a:cs typeface="IPAexGothic"/>
              </a:defRPr>
            </a:lvl1pPr>
            <a:lvl2pPr algn="l">
              <a:buNone/>
              <a:defRPr sz="3300" b="1">
                <a:solidFill>
                  <a:srgbClr val="172B3A"/>
                </a:solidFill>
                <a:latin typeface="IPAexGothic"/>
                <a:ea typeface="IPAexGothic"/>
                <a:cs typeface="IPAexGothic"/>
              </a:defRPr>
            </a:lvl2pPr>
            <a:lvl3pPr algn="l">
              <a:buNone/>
              <a:defRPr sz="3300" b="1">
                <a:solidFill>
                  <a:srgbClr val="172B3A"/>
                </a:solidFill>
                <a:latin typeface="IPAexGothic"/>
                <a:ea typeface="IPAexGothic"/>
                <a:cs typeface="IPAexGothic"/>
              </a:defRPr>
            </a:lvl3pPr>
            <a:lvl4pPr algn="l">
              <a:buNone/>
              <a:defRPr sz="3300" b="1">
                <a:solidFill>
                  <a:srgbClr val="172B3A"/>
                </a:solidFill>
                <a:latin typeface="IPAexGothic"/>
                <a:ea typeface="IPAexGothic"/>
                <a:cs typeface="IPAexGothic"/>
              </a:defRPr>
            </a:lvl4pPr>
            <a:lvl5pPr algn="l">
              <a:buNone/>
              <a:defRPr sz="3300" b="1">
                <a:solidFill>
                  <a:srgbClr val="172B3A"/>
                </a:solidFill>
                <a:latin typeface="IPAexGothic"/>
                <a:ea typeface="IPAexGothic"/>
                <a:cs typeface="IPAexGothic"/>
              </a:defRPr>
            </a:lvl5pPr>
            <a:lvl6pPr algn="l">
              <a:buNone/>
              <a:defRPr sz="3300" b="1">
                <a:solidFill>
                  <a:srgbClr val="172B3A"/>
                </a:solidFill>
                <a:latin typeface="IPAexGothic"/>
                <a:ea typeface="IPAexGothic"/>
                <a:cs typeface="IPAexGothic"/>
              </a:defRPr>
            </a:lvl6pPr>
            <a:lvl7pPr algn="l">
              <a:buNone/>
              <a:defRPr sz="3300" b="1">
                <a:solidFill>
                  <a:srgbClr val="172B3A"/>
                </a:solidFill>
                <a:latin typeface="IPAexGothic"/>
                <a:ea typeface="IPAexGothic"/>
                <a:cs typeface="IPAexGothic"/>
              </a:defRPr>
            </a:lvl7pPr>
            <a:lvl8pPr algn="l">
              <a:buNone/>
              <a:defRPr sz="3300" b="1">
                <a:solidFill>
                  <a:srgbClr val="172B3A"/>
                </a:solidFill>
                <a:latin typeface="IPAexGothic"/>
                <a:ea typeface="IPAexGothic"/>
                <a:cs typeface="IPAexGothic"/>
              </a:defRPr>
            </a:lvl8pPr>
            <a:lvl9pPr algn="l">
              <a:buNone/>
              <a:defRPr sz="3300" b="1">
                <a:solidFill>
                  <a:srgbClr val="172B3A"/>
                </a:solidFill>
                <a:latin typeface="IPAexGothic"/>
                <a:ea typeface="IPAexGothic"/>
                <a:cs typeface="IPAexGothic"/>
              </a:defRPr>
            </a:lvl9pPr>
          </a:lstStyle>
          <a:p xmlns:a="http://schemas.openxmlformats.org/drawingml/2006/main">
            <a:pPr algn="l">
              <a:buNone/>
              <a:defRPr sz="3300" b="1">
                <a:solidFill>
                  <a:srgbClr val="172B3A"/>
                </a:solidFill>
                <a:latin typeface="IPAexGothic"/>
                <a:ea typeface="IPAexGothic"/>
                <a:cs typeface="IPAexGothic"/>
              </a:defRPr>
            </a:pPr>
            <a:r>
              <a:rPr sz="3300" b="1">
                <a:solidFill>
                  <a:srgbClr val="172B3A"/>
                </a:solidFill>
                <a:latin typeface="IPAexGothic"/>
                <a:ea typeface="IPAexGothic"/>
                <a:cs typeface="IPAexGothic"/>
              </a:rPr>
              <a:t>日立文献との具体的な比較</a:t>
            </a:r>
          </a:p>
        </p:txBody>
      </p:sp>
      <p:sp>
        <p:nvSpPr>
          <p:cNvPr id="2" name="summary">
            <a:extLst xmlns:a="http://schemas.openxmlformats.org/drawingml/2006/main">
              <a:ext uri="{FF2B5EF4-FFF2-40B4-BE49-F238E27FC236}">
                <a16:creationId xmlns:a16="http://schemas.microsoft.com/office/drawing/2014/main" id="{A0E59862-601B-45B8-BF21-7266F31532E3}"/>
              </a:ext>
            </a:extLst>
          </p:cNvPr>
          <p:cNvSpPr>
            <a:spLocks xmlns:a="http://schemas.openxmlformats.org/drawingml/2006/main" noGrp="1"/>
          </p:cNvSpPr>
          <p:nvPr/>
        </p:nvSpPr>
        <p:spPr>
          <a:xfrm xmlns:a="http://schemas.openxmlformats.org/drawingml/2006/main">
            <a:off x="609600" y="1028700"/>
            <a:ext cx="10896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86872"/>
                </a:solidFill>
                <a:latin typeface="IPAexGothic"/>
                <a:ea typeface="IPAexGothic"/>
                <a:cs typeface="IPAexGothic"/>
              </a:defRPr>
            </a:defPPr>
            <a:lvl1pPr algn="l">
              <a:buNone/>
              <a:defRPr sz="1800" b="0">
                <a:solidFill>
                  <a:srgbClr val="586872"/>
                </a:solidFill>
                <a:latin typeface="IPAexGothic"/>
                <a:ea typeface="IPAexGothic"/>
                <a:cs typeface="IPAexGothic"/>
              </a:defRPr>
            </a:lvl1pPr>
            <a:lvl2pPr algn="l">
              <a:buNone/>
              <a:defRPr sz="1800" b="0">
                <a:solidFill>
                  <a:srgbClr val="586872"/>
                </a:solidFill>
                <a:latin typeface="IPAexGothic"/>
                <a:ea typeface="IPAexGothic"/>
                <a:cs typeface="IPAexGothic"/>
              </a:defRPr>
            </a:lvl2pPr>
            <a:lvl3pPr algn="l">
              <a:buNone/>
              <a:defRPr sz="1800" b="0">
                <a:solidFill>
                  <a:srgbClr val="586872"/>
                </a:solidFill>
                <a:latin typeface="IPAexGothic"/>
                <a:ea typeface="IPAexGothic"/>
                <a:cs typeface="IPAexGothic"/>
              </a:defRPr>
            </a:lvl3pPr>
            <a:lvl4pPr algn="l">
              <a:buNone/>
              <a:defRPr sz="1800" b="0">
                <a:solidFill>
                  <a:srgbClr val="586872"/>
                </a:solidFill>
                <a:latin typeface="IPAexGothic"/>
                <a:ea typeface="IPAexGothic"/>
                <a:cs typeface="IPAexGothic"/>
              </a:defRPr>
            </a:lvl4pPr>
            <a:lvl5pPr algn="l">
              <a:buNone/>
              <a:defRPr sz="1800" b="0">
                <a:solidFill>
                  <a:srgbClr val="586872"/>
                </a:solidFill>
                <a:latin typeface="IPAexGothic"/>
                <a:ea typeface="IPAexGothic"/>
                <a:cs typeface="IPAexGothic"/>
              </a:defRPr>
            </a:lvl5pPr>
            <a:lvl6pPr algn="l">
              <a:buNone/>
              <a:defRPr sz="1800" b="0">
                <a:solidFill>
                  <a:srgbClr val="586872"/>
                </a:solidFill>
                <a:latin typeface="IPAexGothic"/>
                <a:ea typeface="IPAexGothic"/>
                <a:cs typeface="IPAexGothic"/>
              </a:defRPr>
            </a:lvl6pPr>
            <a:lvl7pPr algn="l">
              <a:buNone/>
              <a:defRPr sz="1800" b="0">
                <a:solidFill>
                  <a:srgbClr val="586872"/>
                </a:solidFill>
                <a:latin typeface="IPAexGothic"/>
                <a:ea typeface="IPAexGothic"/>
                <a:cs typeface="IPAexGothic"/>
              </a:defRPr>
            </a:lvl7pPr>
            <a:lvl8pPr algn="l">
              <a:buNone/>
              <a:defRPr sz="1800" b="0">
                <a:solidFill>
                  <a:srgbClr val="586872"/>
                </a:solidFill>
                <a:latin typeface="IPAexGothic"/>
                <a:ea typeface="IPAexGothic"/>
                <a:cs typeface="IPAexGothic"/>
              </a:defRPr>
            </a:lvl8pPr>
            <a:lvl9pPr algn="l">
              <a:buNone/>
              <a:defRPr sz="1800" b="0">
                <a:solidFill>
                  <a:srgbClr val="586872"/>
                </a:solidFill>
                <a:latin typeface="IPAexGothic"/>
                <a:ea typeface="IPAexGothic"/>
                <a:cs typeface="IPAexGothic"/>
              </a:defRPr>
            </a:lvl9pPr>
          </a:lstStyle>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日立文献は時間軸の伸縮も評価するため、時間差を扱えないという差別化はできません。</a:t>
            </a:r>
          </a:p>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本案では三評価の同時確認と適用範囲、削除後の出現情報の共通利用を具体的に比較します。</a:t>
            </a:r>
          </a:p>
        </p:txBody>
      </p:sp>
      <p:sp>
        <p:nvSpPr>
          <p:cNvPr id="3" name="text-2">
            <a:extLst xmlns:a="http://schemas.openxmlformats.org/drawingml/2006/main">
              <a:ext uri="{FF2B5EF4-FFF2-40B4-BE49-F238E27FC236}">
                <a16:creationId xmlns:a16="http://schemas.microsoft.com/office/drawing/2014/main" id="{2F61E283-94AC-457D-8015-B909D545EB56}"/>
              </a:ext>
            </a:extLst>
          </p:cNvPr>
          <p:cNvSpPr>
            <a:spLocks xmlns:a="http://schemas.openxmlformats.org/drawingml/2006/main" noGrp="1"/>
          </p:cNvSpPr>
          <p:nvPr/>
        </p:nvSpPr>
        <p:spPr>
          <a:xfrm xmlns:a="http://schemas.openxmlformats.org/drawingml/2006/main">
            <a:off x="11239500" y="644842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872"/>
                </a:solidFill>
                <a:latin typeface="IPAexGothic"/>
                <a:ea typeface="IPAexGothic"/>
                <a:cs typeface="IPAexGothic"/>
              </a:defRPr>
            </a:defPPr>
            <a:lvl1pPr algn="r">
              <a:buNone/>
              <a:defRPr sz="1275" b="0">
                <a:solidFill>
                  <a:srgbClr val="586872"/>
                </a:solidFill>
                <a:latin typeface="IPAexGothic"/>
                <a:ea typeface="IPAexGothic"/>
                <a:cs typeface="IPAexGothic"/>
              </a:defRPr>
            </a:lvl1pPr>
            <a:lvl2pPr algn="r">
              <a:buNone/>
              <a:defRPr sz="1275" b="0">
                <a:solidFill>
                  <a:srgbClr val="586872"/>
                </a:solidFill>
                <a:latin typeface="IPAexGothic"/>
                <a:ea typeface="IPAexGothic"/>
                <a:cs typeface="IPAexGothic"/>
              </a:defRPr>
            </a:lvl2pPr>
            <a:lvl3pPr algn="r">
              <a:buNone/>
              <a:defRPr sz="1275" b="0">
                <a:solidFill>
                  <a:srgbClr val="586872"/>
                </a:solidFill>
                <a:latin typeface="IPAexGothic"/>
                <a:ea typeface="IPAexGothic"/>
                <a:cs typeface="IPAexGothic"/>
              </a:defRPr>
            </a:lvl3pPr>
            <a:lvl4pPr algn="r">
              <a:buNone/>
              <a:defRPr sz="1275" b="0">
                <a:solidFill>
                  <a:srgbClr val="586872"/>
                </a:solidFill>
                <a:latin typeface="IPAexGothic"/>
                <a:ea typeface="IPAexGothic"/>
                <a:cs typeface="IPAexGothic"/>
              </a:defRPr>
            </a:lvl4pPr>
            <a:lvl5pPr algn="r">
              <a:buNone/>
              <a:defRPr sz="1275" b="0">
                <a:solidFill>
                  <a:srgbClr val="586872"/>
                </a:solidFill>
                <a:latin typeface="IPAexGothic"/>
                <a:ea typeface="IPAexGothic"/>
                <a:cs typeface="IPAexGothic"/>
              </a:defRPr>
            </a:lvl5pPr>
            <a:lvl6pPr algn="r">
              <a:buNone/>
              <a:defRPr sz="1275" b="0">
                <a:solidFill>
                  <a:srgbClr val="586872"/>
                </a:solidFill>
                <a:latin typeface="IPAexGothic"/>
                <a:ea typeface="IPAexGothic"/>
                <a:cs typeface="IPAexGothic"/>
              </a:defRPr>
            </a:lvl6pPr>
            <a:lvl7pPr algn="r">
              <a:buNone/>
              <a:defRPr sz="1275" b="0">
                <a:solidFill>
                  <a:srgbClr val="586872"/>
                </a:solidFill>
                <a:latin typeface="IPAexGothic"/>
                <a:ea typeface="IPAexGothic"/>
                <a:cs typeface="IPAexGothic"/>
              </a:defRPr>
            </a:lvl7pPr>
            <a:lvl8pPr algn="r">
              <a:buNone/>
              <a:defRPr sz="1275" b="0">
                <a:solidFill>
                  <a:srgbClr val="586872"/>
                </a:solidFill>
                <a:latin typeface="IPAexGothic"/>
                <a:ea typeface="IPAexGothic"/>
                <a:cs typeface="IPAexGothic"/>
              </a:defRPr>
            </a:lvl8pPr>
            <a:lvl9pPr algn="r">
              <a:buNone/>
              <a:defRPr sz="1275" b="0">
                <a:solidFill>
                  <a:srgbClr val="586872"/>
                </a:solidFill>
                <a:latin typeface="IPAexGothic"/>
                <a:ea typeface="IPAexGothic"/>
                <a:cs typeface="IPAexGothic"/>
              </a:defRPr>
            </a:lvl9pPr>
          </a:lstStyle>
          <a:p xmlns:a="http://schemas.openxmlformats.org/drawingml/2006/main">
            <a:pPr algn="r">
              <a:buNone/>
              <a:defRPr sz="1275" b="0">
                <a:solidFill>
                  <a:srgbClr val="586872"/>
                </a:solidFill>
                <a:latin typeface="IPAexGothic"/>
                <a:ea typeface="IPAexGothic"/>
                <a:cs typeface="IPAexGothic"/>
              </a:defRPr>
            </a:pPr>
            <a:r>
              <a:rPr sz="1275" b="0">
                <a:solidFill>
                  <a:srgbClr val="586872"/>
                </a:solidFill>
                <a:latin typeface="IPAexGothic"/>
                <a:ea typeface="IPAexGothic"/>
                <a:cs typeface="IPAexGothic"/>
              </a:rPr>
              <a:t>46</a:t>
            </a:r>
          </a:p>
        </p:txBody>
      </p:sp>
      <p:sp>
        <p:nvSpPr>
          <p:cNvPr id="4" name="text-3">
            <a:extLst xmlns:a="http://schemas.openxmlformats.org/drawingml/2006/main">
              <a:ext uri="{FF2B5EF4-FFF2-40B4-BE49-F238E27FC236}">
                <a16:creationId xmlns:a16="http://schemas.microsoft.com/office/drawing/2014/main" id="{F773CF91-28ED-45DA-A66B-6ED73338F328}"/>
              </a:ext>
            </a:extLst>
          </p:cNvPr>
          <p:cNvSpPr>
            <a:spLocks xmlns:a="http://schemas.openxmlformats.org/drawingml/2006/main" noGrp="1"/>
          </p:cNvSpPr>
          <p:nvPr/>
        </p:nvSpPr>
        <p:spPr>
          <a:xfrm xmlns:a="http://schemas.openxmlformats.org/drawingml/2006/main">
            <a:off x="619125" y="1762125"/>
            <a:ext cx="50958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236487"/>
                </a:solidFill>
                <a:latin typeface="IPAexGothic"/>
                <a:ea typeface="IPAexGothic"/>
                <a:cs typeface="IPAexGothic"/>
              </a:defRPr>
            </a:defPPr>
            <a:lvl1pPr algn="l">
              <a:buNone/>
              <a:defRPr sz="2325" b="1">
                <a:solidFill>
                  <a:srgbClr val="236487"/>
                </a:solidFill>
                <a:latin typeface="IPAexGothic"/>
                <a:ea typeface="IPAexGothic"/>
                <a:cs typeface="IPAexGothic"/>
              </a:defRPr>
            </a:lvl1pPr>
            <a:lvl2pPr algn="l">
              <a:buNone/>
              <a:defRPr sz="2325" b="1">
                <a:solidFill>
                  <a:srgbClr val="236487"/>
                </a:solidFill>
                <a:latin typeface="IPAexGothic"/>
                <a:ea typeface="IPAexGothic"/>
                <a:cs typeface="IPAexGothic"/>
              </a:defRPr>
            </a:lvl2pPr>
            <a:lvl3pPr algn="l">
              <a:buNone/>
              <a:defRPr sz="2325" b="1">
                <a:solidFill>
                  <a:srgbClr val="236487"/>
                </a:solidFill>
                <a:latin typeface="IPAexGothic"/>
                <a:ea typeface="IPAexGothic"/>
                <a:cs typeface="IPAexGothic"/>
              </a:defRPr>
            </a:lvl3pPr>
            <a:lvl4pPr algn="l">
              <a:buNone/>
              <a:defRPr sz="2325" b="1">
                <a:solidFill>
                  <a:srgbClr val="236487"/>
                </a:solidFill>
                <a:latin typeface="IPAexGothic"/>
                <a:ea typeface="IPAexGothic"/>
                <a:cs typeface="IPAexGothic"/>
              </a:defRPr>
            </a:lvl4pPr>
            <a:lvl5pPr algn="l">
              <a:buNone/>
              <a:defRPr sz="2325" b="1">
                <a:solidFill>
                  <a:srgbClr val="236487"/>
                </a:solidFill>
                <a:latin typeface="IPAexGothic"/>
                <a:ea typeface="IPAexGothic"/>
                <a:cs typeface="IPAexGothic"/>
              </a:defRPr>
            </a:lvl5pPr>
            <a:lvl6pPr algn="l">
              <a:buNone/>
              <a:defRPr sz="2325" b="1">
                <a:solidFill>
                  <a:srgbClr val="236487"/>
                </a:solidFill>
                <a:latin typeface="IPAexGothic"/>
                <a:ea typeface="IPAexGothic"/>
                <a:cs typeface="IPAexGothic"/>
              </a:defRPr>
            </a:lvl6pPr>
            <a:lvl7pPr algn="l">
              <a:buNone/>
              <a:defRPr sz="2325" b="1">
                <a:solidFill>
                  <a:srgbClr val="236487"/>
                </a:solidFill>
                <a:latin typeface="IPAexGothic"/>
                <a:ea typeface="IPAexGothic"/>
                <a:cs typeface="IPAexGothic"/>
              </a:defRPr>
            </a:lvl7pPr>
            <a:lvl8pPr algn="l">
              <a:buNone/>
              <a:defRPr sz="2325" b="1">
                <a:solidFill>
                  <a:srgbClr val="236487"/>
                </a:solidFill>
                <a:latin typeface="IPAexGothic"/>
                <a:ea typeface="IPAexGothic"/>
                <a:cs typeface="IPAexGothic"/>
              </a:defRPr>
            </a:lvl8pPr>
            <a:lvl9pPr algn="l">
              <a:buNone/>
              <a:defRPr sz="2325" b="1">
                <a:solidFill>
                  <a:srgbClr val="236487"/>
                </a:solidFill>
                <a:latin typeface="IPAexGothic"/>
                <a:ea typeface="IPAexGothic"/>
                <a:cs typeface="IPAexGothic"/>
              </a:defRPr>
            </a:lvl9pPr>
          </a:lstStyle>
          <a:p xmlns:a="http://schemas.openxmlformats.org/drawingml/2006/main">
            <a:pPr algn="l">
              <a:buNone/>
              <a:defRPr sz="2325" b="1">
                <a:solidFill>
                  <a:srgbClr val="236487"/>
                </a:solidFill>
                <a:latin typeface="IPAexGothic"/>
                <a:ea typeface="IPAexGothic"/>
                <a:cs typeface="IPAexGothic"/>
              </a:defRPr>
            </a:pPr>
            <a:r>
              <a:rPr sz="2325" b="1">
                <a:solidFill>
                  <a:srgbClr val="236487"/>
                </a:solidFill>
                <a:latin typeface="IPAexGothic"/>
                <a:ea typeface="IPAexGothic"/>
                <a:cs typeface="IPAexGothic"/>
              </a:rPr>
              <a:t>日立文献の関連する開示</a:t>
            </a:r>
          </a:p>
        </p:txBody>
      </p:sp>
      <p:sp>
        <p:nvSpPr>
          <p:cNvPr id="5" name="text-4">
            <a:extLst xmlns:a="http://schemas.openxmlformats.org/drawingml/2006/main">
              <a:ext uri="{FF2B5EF4-FFF2-40B4-BE49-F238E27FC236}">
                <a16:creationId xmlns:a16="http://schemas.microsoft.com/office/drawing/2014/main" id="{4D7B64F6-0D01-4080-A544-4F64C24509F5}"/>
              </a:ext>
            </a:extLst>
          </p:cNvPr>
          <p:cNvSpPr>
            <a:spLocks xmlns:a="http://schemas.openxmlformats.org/drawingml/2006/main" noGrp="1"/>
          </p:cNvSpPr>
          <p:nvPr/>
        </p:nvSpPr>
        <p:spPr>
          <a:xfrm xmlns:a="http://schemas.openxmlformats.org/drawingml/2006/main">
            <a:off x="619125" y="2333625"/>
            <a:ext cx="5095875"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B3A"/>
                </a:solidFill>
                <a:latin typeface="IPAexGothic"/>
                <a:ea typeface="IPAexGothic"/>
                <a:cs typeface="IPAexGothic"/>
              </a:defRPr>
            </a:defPPr>
            <a:lvl1pPr algn="l">
              <a:buNone/>
              <a:defRPr sz="2025" b="0">
                <a:solidFill>
                  <a:srgbClr val="172B3A"/>
                </a:solidFill>
                <a:latin typeface="IPAexGothic"/>
                <a:ea typeface="IPAexGothic"/>
                <a:cs typeface="IPAexGothic"/>
              </a:defRPr>
            </a:lvl1pPr>
            <a:lvl2pPr algn="l">
              <a:buNone/>
              <a:defRPr sz="2025" b="0">
                <a:solidFill>
                  <a:srgbClr val="172B3A"/>
                </a:solidFill>
                <a:latin typeface="IPAexGothic"/>
                <a:ea typeface="IPAexGothic"/>
                <a:cs typeface="IPAexGothic"/>
              </a:defRPr>
            </a:lvl2pPr>
            <a:lvl3pPr algn="l">
              <a:buNone/>
              <a:defRPr sz="2025" b="0">
                <a:solidFill>
                  <a:srgbClr val="172B3A"/>
                </a:solidFill>
                <a:latin typeface="IPAexGothic"/>
                <a:ea typeface="IPAexGothic"/>
                <a:cs typeface="IPAexGothic"/>
              </a:defRPr>
            </a:lvl3pPr>
            <a:lvl4pPr algn="l">
              <a:buNone/>
              <a:defRPr sz="2025" b="0">
                <a:solidFill>
                  <a:srgbClr val="172B3A"/>
                </a:solidFill>
                <a:latin typeface="IPAexGothic"/>
                <a:ea typeface="IPAexGothic"/>
                <a:cs typeface="IPAexGothic"/>
              </a:defRPr>
            </a:lvl4pPr>
            <a:lvl5pPr algn="l">
              <a:buNone/>
              <a:defRPr sz="2025" b="0">
                <a:solidFill>
                  <a:srgbClr val="172B3A"/>
                </a:solidFill>
                <a:latin typeface="IPAexGothic"/>
                <a:ea typeface="IPAexGothic"/>
                <a:cs typeface="IPAexGothic"/>
              </a:defRPr>
            </a:lvl5pPr>
            <a:lvl6pPr algn="l">
              <a:buNone/>
              <a:defRPr sz="2025" b="0">
                <a:solidFill>
                  <a:srgbClr val="172B3A"/>
                </a:solidFill>
                <a:latin typeface="IPAexGothic"/>
                <a:ea typeface="IPAexGothic"/>
                <a:cs typeface="IPAexGothic"/>
              </a:defRPr>
            </a:lvl6pPr>
            <a:lvl7pPr algn="l">
              <a:buNone/>
              <a:defRPr sz="2025" b="0">
                <a:solidFill>
                  <a:srgbClr val="172B3A"/>
                </a:solidFill>
                <a:latin typeface="IPAexGothic"/>
                <a:ea typeface="IPAexGothic"/>
                <a:cs typeface="IPAexGothic"/>
              </a:defRPr>
            </a:lvl7pPr>
            <a:lvl8pPr algn="l">
              <a:buNone/>
              <a:defRPr sz="2025" b="0">
                <a:solidFill>
                  <a:srgbClr val="172B3A"/>
                </a:solidFill>
                <a:latin typeface="IPAexGothic"/>
                <a:ea typeface="IPAexGothic"/>
                <a:cs typeface="IPAexGothic"/>
              </a:defRPr>
            </a:lvl8pPr>
            <a:lvl9pPr algn="l">
              <a:buNone/>
              <a:defRPr sz="2025" b="0">
                <a:solidFill>
                  <a:srgbClr val="172B3A"/>
                </a:solidFill>
                <a:latin typeface="IPAexGothic"/>
                <a:ea typeface="IPAexGothic"/>
                <a:cs typeface="IPAexGothic"/>
              </a:defRPr>
            </a:lvl9pPr>
          </a:lstStyle>
          <a:p xmlns:a="http://schemas.openxmlformats.org/drawingml/2006/main">
            <a:pPr algn="l">
              <a:buNone/>
              <a:defRPr sz="2025" b="0">
                <a:solidFill>
                  <a:srgbClr val="172B3A"/>
                </a:solidFill>
                <a:latin typeface="IPAexGothic"/>
                <a:ea typeface="IPAexGothic"/>
                <a:cs typeface="IPAexGothic"/>
              </a:defRPr>
            </a:pPr>
            <a:r>
              <a:rPr sz="2025" b="0">
                <a:solidFill>
                  <a:srgbClr val="172B3A"/>
                </a:solidFill>
                <a:latin typeface="IPAexGothic"/>
                <a:ea typeface="IPAexGothic"/>
                <a:cs typeface="IPAexGothic"/>
              </a:rPr>
              <a:t>時間軸伸縮へペナルティを与える</a:t>
            </a:r>
          </a:p>
          <a:p xmlns:a="http://schemas.openxmlformats.org/drawingml/2006/main">
            <a:pPr algn="l">
              <a:buNone/>
              <a:defRPr sz="2025" b="0">
                <a:solidFill>
                  <a:srgbClr val="172B3A"/>
                </a:solidFill>
                <a:latin typeface="IPAexGothic"/>
                <a:ea typeface="IPAexGothic"/>
                <a:cs typeface="IPAexGothic"/>
              </a:defRPr>
            </a:pPr>
            <a:r>
              <a:rPr sz="2025" b="0">
                <a:solidFill>
                  <a:srgbClr val="172B3A"/>
                </a:solidFill>
                <a:latin typeface="IPAexGothic"/>
                <a:ea typeface="IPAexGothic"/>
                <a:cs typeface="IPAexGothic"/>
              </a:rPr>
              <a:t>波形比較</a:t>
            </a:r>
          </a:p>
          <a:p xmlns:a="http://schemas.openxmlformats.org/drawingml/2006/main">
            <a:r>
              <a:t/>
            </a:r>
          </a:p>
          <a:p xmlns:a="http://schemas.openxmlformats.org/drawingml/2006/main">
            <a:pPr algn="l">
              <a:buNone/>
              <a:defRPr sz="2025" b="0">
                <a:solidFill>
                  <a:srgbClr val="172B3A"/>
                </a:solidFill>
                <a:latin typeface="IPAexGothic"/>
                <a:ea typeface="IPAexGothic"/>
                <a:cs typeface="IPAexGothic"/>
              </a:defRPr>
            </a:pPr>
            <a:r>
              <a:rPr sz="2025" b="0">
                <a:solidFill>
                  <a:srgbClr val="172B3A"/>
                </a:solidFill>
                <a:latin typeface="IPAexGothic"/>
                <a:ea typeface="IPAexGothic"/>
                <a:cs typeface="IPAexGothic"/>
              </a:rPr>
              <a:t>階層分類、吸収閾値、未知の扱い</a:t>
            </a:r>
          </a:p>
          <a:p xmlns:a="http://schemas.openxmlformats.org/drawingml/2006/main">
            <a:pPr algn="l">
              <a:buNone/>
              <a:defRPr sz="2025" b="0">
                <a:solidFill>
                  <a:srgbClr val="172B3A"/>
                </a:solidFill>
                <a:latin typeface="IPAexGothic"/>
                <a:ea typeface="IPAexGothic"/>
                <a:cs typeface="IPAexGothic"/>
              </a:defRPr>
            </a:pPr>
            <a:r>
              <a:rPr sz="2025" b="0">
                <a:solidFill>
                  <a:srgbClr val="172B3A"/>
                </a:solidFill>
                <a:latin typeface="IPAexGothic"/>
                <a:ea typeface="IPAexGothic"/>
                <a:cs typeface="IPAexGothic"/>
              </a:rPr>
              <a:t>分類に応じた保存・削除</a:t>
            </a:r>
          </a:p>
          <a:p xmlns:a="http://schemas.openxmlformats.org/drawingml/2006/main">
            <a:r>
              <a:t/>
            </a:r>
          </a:p>
          <a:p xmlns:a="http://schemas.openxmlformats.org/drawingml/2006/main">
            <a:pPr algn="l">
              <a:buNone/>
              <a:defRPr sz="2025" b="0">
                <a:solidFill>
                  <a:srgbClr val="172B3A"/>
                </a:solidFill>
                <a:latin typeface="IPAexGothic"/>
                <a:ea typeface="IPAexGothic"/>
                <a:cs typeface="IPAexGothic"/>
              </a:defRPr>
            </a:pPr>
            <a:r>
              <a:rPr sz="2025" b="0">
                <a:solidFill>
                  <a:srgbClr val="172B3A"/>
                </a:solidFill>
                <a:latin typeface="IPAexGothic"/>
                <a:ea typeface="IPAexGothic"/>
                <a:cs typeface="IPAexGothic"/>
              </a:rPr>
              <a:t>請求項8に同じ群へ属する圧縮条件</a:t>
            </a:r>
          </a:p>
        </p:txBody>
      </p:sp>
      <p:sp>
        <p:nvSpPr>
          <p:cNvPr id="6" name="text-5">
            <a:extLst xmlns:a="http://schemas.openxmlformats.org/drawingml/2006/main">
              <a:ext uri="{FF2B5EF4-FFF2-40B4-BE49-F238E27FC236}">
                <a16:creationId xmlns:a16="http://schemas.microsoft.com/office/drawing/2014/main" id="{9F08830D-A461-4699-8B33-6C6C5E8086E1}"/>
              </a:ext>
            </a:extLst>
          </p:cNvPr>
          <p:cNvSpPr>
            <a:spLocks xmlns:a="http://schemas.openxmlformats.org/drawingml/2006/main" noGrp="1"/>
          </p:cNvSpPr>
          <p:nvPr/>
        </p:nvSpPr>
        <p:spPr>
          <a:xfrm xmlns:a="http://schemas.openxmlformats.org/drawingml/2006/main">
            <a:off x="6477000" y="1762125"/>
            <a:ext cx="50958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247C76"/>
                </a:solidFill>
                <a:latin typeface="IPAexGothic"/>
                <a:ea typeface="IPAexGothic"/>
                <a:cs typeface="IPAexGothic"/>
              </a:defRPr>
            </a:defPPr>
            <a:lvl1pPr algn="l">
              <a:buNone/>
              <a:defRPr sz="2325" b="1">
                <a:solidFill>
                  <a:srgbClr val="247C76"/>
                </a:solidFill>
                <a:latin typeface="IPAexGothic"/>
                <a:ea typeface="IPAexGothic"/>
                <a:cs typeface="IPAexGothic"/>
              </a:defRPr>
            </a:lvl1pPr>
            <a:lvl2pPr algn="l">
              <a:buNone/>
              <a:defRPr sz="2325" b="1">
                <a:solidFill>
                  <a:srgbClr val="247C76"/>
                </a:solidFill>
                <a:latin typeface="IPAexGothic"/>
                <a:ea typeface="IPAexGothic"/>
                <a:cs typeface="IPAexGothic"/>
              </a:defRPr>
            </a:lvl2pPr>
            <a:lvl3pPr algn="l">
              <a:buNone/>
              <a:defRPr sz="2325" b="1">
                <a:solidFill>
                  <a:srgbClr val="247C76"/>
                </a:solidFill>
                <a:latin typeface="IPAexGothic"/>
                <a:ea typeface="IPAexGothic"/>
                <a:cs typeface="IPAexGothic"/>
              </a:defRPr>
            </a:lvl3pPr>
            <a:lvl4pPr algn="l">
              <a:buNone/>
              <a:defRPr sz="2325" b="1">
                <a:solidFill>
                  <a:srgbClr val="247C76"/>
                </a:solidFill>
                <a:latin typeface="IPAexGothic"/>
                <a:ea typeface="IPAexGothic"/>
                <a:cs typeface="IPAexGothic"/>
              </a:defRPr>
            </a:lvl4pPr>
            <a:lvl5pPr algn="l">
              <a:buNone/>
              <a:defRPr sz="2325" b="1">
                <a:solidFill>
                  <a:srgbClr val="247C76"/>
                </a:solidFill>
                <a:latin typeface="IPAexGothic"/>
                <a:ea typeface="IPAexGothic"/>
                <a:cs typeface="IPAexGothic"/>
              </a:defRPr>
            </a:lvl5pPr>
            <a:lvl6pPr algn="l">
              <a:buNone/>
              <a:defRPr sz="2325" b="1">
                <a:solidFill>
                  <a:srgbClr val="247C76"/>
                </a:solidFill>
                <a:latin typeface="IPAexGothic"/>
                <a:ea typeface="IPAexGothic"/>
                <a:cs typeface="IPAexGothic"/>
              </a:defRPr>
            </a:lvl6pPr>
            <a:lvl7pPr algn="l">
              <a:buNone/>
              <a:defRPr sz="2325" b="1">
                <a:solidFill>
                  <a:srgbClr val="247C76"/>
                </a:solidFill>
                <a:latin typeface="IPAexGothic"/>
                <a:ea typeface="IPAexGothic"/>
                <a:cs typeface="IPAexGothic"/>
              </a:defRPr>
            </a:lvl7pPr>
            <a:lvl8pPr algn="l">
              <a:buNone/>
              <a:defRPr sz="2325" b="1">
                <a:solidFill>
                  <a:srgbClr val="247C76"/>
                </a:solidFill>
                <a:latin typeface="IPAexGothic"/>
                <a:ea typeface="IPAexGothic"/>
                <a:cs typeface="IPAexGothic"/>
              </a:defRPr>
            </a:lvl8pPr>
            <a:lvl9pPr algn="l">
              <a:buNone/>
              <a:defRPr sz="2325" b="1">
                <a:solidFill>
                  <a:srgbClr val="247C76"/>
                </a:solidFill>
                <a:latin typeface="IPAexGothic"/>
                <a:ea typeface="IPAexGothic"/>
                <a:cs typeface="IPAexGothic"/>
              </a:defRPr>
            </a:lvl9pPr>
          </a:lstStyle>
          <a:p xmlns:a="http://schemas.openxmlformats.org/drawingml/2006/main">
            <a:pPr algn="l">
              <a:buNone/>
              <a:defRPr sz="2325" b="1">
                <a:solidFill>
                  <a:srgbClr val="247C76"/>
                </a:solidFill>
                <a:latin typeface="IPAexGothic"/>
                <a:ea typeface="IPAexGothic"/>
                <a:cs typeface="IPAexGothic"/>
              </a:defRPr>
            </a:pPr>
            <a:r>
              <a:rPr sz="2325" b="1">
                <a:solidFill>
                  <a:srgbClr val="247C76"/>
                </a:solidFill>
                <a:latin typeface="IPAexGothic"/>
                <a:ea typeface="IPAexGothic"/>
                <a:cs typeface="IPAexGothic"/>
              </a:rPr>
              <a:t>本案で具体化する差分候補</a:t>
            </a:r>
          </a:p>
        </p:txBody>
      </p:sp>
      <p:sp>
        <p:nvSpPr>
          <p:cNvPr id="7" name="text-6">
            <a:extLst xmlns:a="http://schemas.openxmlformats.org/drawingml/2006/main">
              <a:ext uri="{FF2B5EF4-FFF2-40B4-BE49-F238E27FC236}">
                <a16:creationId xmlns:a16="http://schemas.microsoft.com/office/drawing/2014/main" id="{930A1943-0BCA-43C5-9299-6D2FE04203D1}"/>
              </a:ext>
            </a:extLst>
          </p:cNvPr>
          <p:cNvSpPr>
            <a:spLocks xmlns:a="http://schemas.openxmlformats.org/drawingml/2006/main" noGrp="1"/>
          </p:cNvSpPr>
          <p:nvPr/>
        </p:nvSpPr>
        <p:spPr>
          <a:xfrm xmlns:a="http://schemas.openxmlformats.org/drawingml/2006/main">
            <a:off x="6477000" y="2333625"/>
            <a:ext cx="5095875"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B3A"/>
                </a:solidFill>
                <a:latin typeface="IPAexGothic"/>
                <a:ea typeface="IPAexGothic"/>
                <a:cs typeface="IPAexGothic"/>
              </a:defRPr>
            </a:defPPr>
            <a:lvl1pPr algn="l">
              <a:buNone/>
              <a:defRPr sz="2025" b="0">
                <a:solidFill>
                  <a:srgbClr val="172B3A"/>
                </a:solidFill>
                <a:latin typeface="IPAexGothic"/>
                <a:ea typeface="IPAexGothic"/>
                <a:cs typeface="IPAexGothic"/>
              </a:defRPr>
            </a:lvl1pPr>
            <a:lvl2pPr algn="l">
              <a:buNone/>
              <a:defRPr sz="2025" b="0">
                <a:solidFill>
                  <a:srgbClr val="172B3A"/>
                </a:solidFill>
                <a:latin typeface="IPAexGothic"/>
                <a:ea typeface="IPAexGothic"/>
                <a:cs typeface="IPAexGothic"/>
              </a:defRPr>
            </a:lvl2pPr>
            <a:lvl3pPr algn="l">
              <a:buNone/>
              <a:defRPr sz="2025" b="0">
                <a:solidFill>
                  <a:srgbClr val="172B3A"/>
                </a:solidFill>
                <a:latin typeface="IPAexGothic"/>
                <a:ea typeface="IPAexGothic"/>
                <a:cs typeface="IPAexGothic"/>
              </a:defRPr>
            </a:lvl3pPr>
            <a:lvl4pPr algn="l">
              <a:buNone/>
              <a:defRPr sz="2025" b="0">
                <a:solidFill>
                  <a:srgbClr val="172B3A"/>
                </a:solidFill>
                <a:latin typeface="IPAexGothic"/>
                <a:ea typeface="IPAexGothic"/>
                <a:cs typeface="IPAexGothic"/>
              </a:defRPr>
            </a:lvl4pPr>
            <a:lvl5pPr algn="l">
              <a:buNone/>
              <a:defRPr sz="2025" b="0">
                <a:solidFill>
                  <a:srgbClr val="172B3A"/>
                </a:solidFill>
                <a:latin typeface="IPAexGothic"/>
                <a:ea typeface="IPAexGothic"/>
                <a:cs typeface="IPAexGothic"/>
              </a:defRPr>
            </a:lvl5pPr>
            <a:lvl6pPr algn="l">
              <a:buNone/>
              <a:defRPr sz="2025" b="0">
                <a:solidFill>
                  <a:srgbClr val="172B3A"/>
                </a:solidFill>
                <a:latin typeface="IPAexGothic"/>
                <a:ea typeface="IPAexGothic"/>
                <a:cs typeface="IPAexGothic"/>
              </a:defRPr>
            </a:lvl6pPr>
            <a:lvl7pPr algn="l">
              <a:buNone/>
              <a:defRPr sz="2025" b="0">
                <a:solidFill>
                  <a:srgbClr val="172B3A"/>
                </a:solidFill>
                <a:latin typeface="IPAexGothic"/>
                <a:ea typeface="IPAexGothic"/>
                <a:cs typeface="IPAexGothic"/>
              </a:defRPr>
            </a:lvl7pPr>
            <a:lvl8pPr algn="l">
              <a:buNone/>
              <a:defRPr sz="2025" b="0">
                <a:solidFill>
                  <a:srgbClr val="172B3A"/>
                </a:solidFill>
                <a:latin typeface="IPAexGothic"/>
                <a:ea typeface="IPAexGothic"/>
                <a:cs typeface="IPAexGothic"/>
              </a:defRPr>
            </a:lvl8pPr>
            <a:lvl9pPr algn="l">
              <a:buNone/>
              <a:defRPr sz="2025" b="0">
                <a:solidFill>
                  <a:srgbClr val="172B3A"/>
                </a:solidFill>
                <a:latin typeface="IPAexGothic"/>
                <a:ea typeface="IPAexGothic"/>
                <a:cs typeface="IPAexGothic"/>
              </a:defRPr>
            </a:lvl9pPr>
          </a:lstStyle>
          <a:p xmlns:a="http://schemas.openxmlformats.org/drawingml/2006/main">
            <a:pPr algn="l">
              <a:buNone/>
              <a:defRPr sz="2025" b="0">
                <a:solidFill>
                  <a:srgbClr val="172B3A"/>
                </a:solidFill>
                <a:latin typeface="IPAexGothic"/>
                <a:ea typeface="IPAexGothic"/>
                <a:cs typeface="IPAexGothic"/>
              </a:defRPr>
            </a:pPr>
            <a:r>
              <a:rPr sz="2025" b="0">
                <a:solidFill>
                  <a:srgbClr val="172B3A"/>
                </a:solidFill>
                <a:latin typeface="IPAexGothic"/>
                <a:ea typeface="IPAexGothic"/>
                <a:cs typeface="IPAexGothic"/>
              </a:rPr>
              <a:t>同一パターン版について、</a:t>
            </a:r>
          </a:p>
          <a:p xmlns:a="http://schemas.openxmlformats.org/drawingml/2006/main">
            <a:pPr algn="l">
              <a:buNone/>
              <a:defRPr sz="2025" b="0">
                <a:solidFill>
                  <a:srgbClr val="172B3A"/>
                </a:solidFill>
                <a:latin typeface="IPAexGothic"/>
                <a:ea typeface="IPAexGothic"/>
                <a:cs typeface="IPAexGothic"/>
              </a:defRPr>
            </a:pPr>
            <a:r>
              <a:rPr sz="2025" b="0">
                <a:solidFill>
                  <a:srgbClr val="172B3A"/>
                </a:solidFill>
                <a:latin typeface="IPAexGothic"/>
                <a:ea typeface="IPAexGothic"/>
                <a:cs typeface="IPAexGothic"/>
              </a:rPr>
              <a:t>確立度・特徴置換性能・保持構成を</a:t>
            </a:r>
          </a:p>
          <a:p xmlns:a="http://schemas.openxmlformats.org/drawingml/2006/main">
            <a:pPr algn="l">
              <a:buNone/>
              <a:defRPr sz="2025" b="0">
                <a:solidFill>
                  <a:srgbClr val="172B3A"/>
                </a:solidFill>
                <a:latin typeface="IPAexGothic"/>
                <a:ea typeface="IPAexGothic"/>
                <a:cs typeface="IPAexGothic"/>
              </a:defRPr>
            </a:pPr>
            <a:r>
              <a:rPr sz="2025" b="0">
                <a:solidFill>
                  <a:srgbClr val="172B3A"/>
                </a:solidFill>
                <a:latin typeface="IPAexGothic"/>
                <a:ea typeface="IPAexGothic"/>
                <a:cs typeface="IPAexGothic"/>
              </a:rPr>
              <a:t>別々に評価</a:t>
            </a:r>
          </a:p>
          <a:p xmlns:a="http://schemas.openxmlformats.org/drawingml/2006/main">
            <a:r>
              <a:t/>
            </a:r>
          </a:p>
          <a:p xmlns:a="http://schemas.openxmlformats.org/drawingml/2006/main">
            <a:pPr algn="l">
              <a:buNone/>
              <a:defRPr sz="2025" b="0">
                <a:solidFill>
                  <a:srgbClr val="172B3A"/>
                </a:solidFill>
                <a:latin typeface="IPAexGothic"/>
                <a:ea typeface="IPAexGothic"/>
                <a:cs typeface="IPAexGothic"/>
              </a:defRPr>
            </a:pPr>
            <a:r>
              <a:rPr sz="2025" b="0">
                <a:solidFill>
                  <a:srgbClr val="172B3A"/>
                </a:solidFill>
                <a:latin typeface="IPAexGothic"/>
                <a:ea typeface="IPAexGothic"/>
                <a:cs typeface="IPAexGothic"/>
              </a:rPr>
              <a:t>未達の評価が削除対象を制限</a:t>
            </a:r>
          </a:p>
          <a:p xmlns:a="http://schemas.openxmlformats.org/drawingml/2006/main">
            <a:r>
              <a:t/>
            </a:r>
          </a:p>
          <a:p xmlns:a="http://schemas.openxmlformats.org/drawingml/2006/main">
            <a:pPr algn="l">
              <a:buNone/>
              <a:defRPr sz="2025" b="0">
                <a:solidFill>
                  <a:srgbClr val="172B3A"/>
                </a:solidFill>
                <a:latin typeface="IPAexGothic"/>
                <a:ea typeface="IPAexGothic"/>
                <a:cs typeface="IPAexGothic"/>
              </a:defRPr>
            </a:pPr>
            <a:r>
              <a:rPr sz="2025" b="0">
                <a:solidFill>
                  <a:srgbClr val="172B3A"/>
                </a:solidFill>
                <a:latin typeface="IPAexGothic"/>
                <a:ea typeface="IPAexGothic"/>
                <a:cs typeface="IPAexGothic"/>
              </a:rPr>
              <a:t>学習と統計説明へ同じ出現情報を使用</a:t>
            </a:r>
          </a:p>
        </p:txBody>
      </p:sp>
      <p:sp>
        <p:nvSpPr>
          <p:cNvPr id="8" name="text-7">
            <a:extLst xmlns:a="http://schemas.openxmlformats.org/drawingml/2006/main">
              <a:ext uri="{FF2B5EF4-FFF2-40B4-BE49-F238E27FC236}">
                <a16:creationId xmlns:a16="http://schemas.microsoft.com/office/drawing/2014/main" id="{790D4AFE-46F1-44C8-9E90-EC7D6AAFAB78}"/>
              </a:ext>
            </a:extLst>
          </p:cNvPr>
          <p:cNvSpPr>
            <a:spLocks xmlns:a="http://schemas.openxmlformats.org/drawingml/2006/main" noGrp="1"/>
          </p:cNvSpPr>
          <p:nvPr/>
        </p:nvSpPr>
        <p:spPr>
          <a:xfrm xmlns:a="http://schemas.openxmlformats.org/drawingml/2006/main">
            <a:off x="609600" y="5953125"/>
            <a:ext cx="10906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86872"/>
                </a:solidFill>
                <a:latin typeface="IPAexGothic"/>
                <a:ea typeface="IPAexGothic"/>
                <a:cs typeface="IPAexGothic"/>
              </a:defRPr>
            </a:defPPr>
            <a:lvl1pPr algn="l">
              <a:buNone/>
              <a:defRPr sz="1575" b="0">
                <a:solidFill>
                  <a:srgbClr val="586872"/>
                </a:solidFill>
                <a:latin typeface="IPAexGothic"/>
                <a:ea typeface="IPAexGothic"/>
                <a:cs typeface="IPAexGothic"/>
              </a:defRPr>
            </a:lvl1pPr>
            <a:lvl2pPr algn="l">
              <a:buNone/>
              <a:defRPr sz="1575" b="0">
                <a:solidFill>
                  <a:srgbClr val="586872"/>
                </a:solidFill>
                <a:latin typeface="IPAexGothic"/>
                <a:ea typeface="IPAexGothic"/>
                <a:cs typeface="IPAexGothic"/>
              </a:defRPr>
            </a:lvl2pPr>
            <a:lvl3pPr algn="l">
              <a:buNone/>
              <a:defRPr sz="1575" b="0">
                <a:solidFill>
                  <a:srgbClr val="586872"/>
                </a:solidFill>
                <a:latin typeface="IPAexGothic"/>
                <a:ea typeface="IPAexGothic"/>
                <a:cs typeface="IPAexGothic"/>
              </a:defRPr>
            </a:lvl3pPr>
            <a:lvl4pPr algn="l">
              <a:buNone/>
              <a:defRPr sz="1575" b="0">
                <a:solidFill>
                  <a:srgbClr val="586872"/>
                </a:solidFill>
                <a:latin typeface="IPAexGothic"/>
                <a:ea typeface="IPAexGothic"/>
                <a:cs typeface="IPAexGothic"/>
              </a:defRPr>
            </a:lvl4pPr>
            <a:lvl5pPr algn="l">
              <a:buNone/>
              <a:defRPr sz="1575" b="0">
                <a:solidFill>
                  <a:srgbClr val="586872"/>
                </a:solidFill>
                <a:latin typeface="IPAexGothic"/>
                <a:ea typeface="IPAexGothic"/>
                <a:cs typeface="IPAexGothic"/>
              </a:defRPr>
            </a:lvl5pPr>
            <a:lvl6pPr algn="l">
              <a:buNone/>
              <a:defRPr sz="1575" b="0">
                <a:solidFill>
                  <a:srgbClr val="586872"/>
                </a:solidFill>
                <a:latin typeface="IPAexGothic"/>
                <a:ea typeface="IPAexGothic"/>
                <a:cs typeface="IPAexGothic"/>
              </a:defRPr>
            </a:lvl6pPr>
            <a:lvl7pPr algn="l">
              <a:buNone/>
              <a:defRPr sz="1575" b="0">
                <a:solidFill>
                  <a:srgbClr val="586872"/>
                </a:solidFill>
                <a:latin typeface="IPAexGothic"/>
                <a:ea typeface="IPAexGothic"/>
                <a:cs typeface="IPAexGothic"/>
              </a:defRPr>
            </a:lvl7pPr>
            <a:lvl8pPr algn="l">
              <a:buNone/>
              <a:defRPr sz="1575" b="0">
                <a:solidFill>
                  <a:srgbClr val="586872"/>
                </a:solidFill>
                <a:latin typeface="IPAexGothic"/>
                <a:ea typeface="IPAexGothic"/>
                <a:cs typeface="IPAexGothic"/>
              </a:defRPr>
            </a:lvl8pPr>
            <a:lvl9pPr algn="l">
              <a:buNone/>
              <a:defRPr sz="1575" b="0">
                <a:solidFill>
                  <a:srgbClr val="586872"/>
                </a:solidFill>
                <a:latin typeface="IPAexGothic"/>
                <a:ea typeface="IPAexGothic"/>
                <a:cs typeface="IPAexGothic"/>
              </a:defRPr>
            </a:lvl9pPr>
          </a:lstStyle>
          <a:p xmlns:a="http://schemas.openxmlformats.org/drawingml/2006/main">
            <a:pPr algn="l">
              <a:buNone/>
              <a:defRPr sz="1575" b="0">
                <a:solidFill>
                  <a:srgbClr val="586872"/>
                </a:solidFill>
                <a:latin typeface="IPAexGothic"/>
                <a:ea typeface="IPAexGothic"/>
                <a:cs typeface="IPAexGothic"/>
              </a:defRPr>
            </a:pPr>
            <a:r>
              <a:rPr sz="1575" b="0">
                <a:solidFill>
                  <a:srgbClr val="586872"/>
                </a:solidFill>
                <a:latin typeface="IPAexGothic"/>
                <a:ea typeface="IPAexGothic"/>
                <a:cs typeface="IPAexGothic"/>
              </a:rPr>
              <a:t>境界保護だけを独自性の根拠にしない。具体的な連動条件と効果を対比する</a:t>
            </a:r>
          </a:p>
        </p:txBody>
      </p:sp>
    </p:spTree>
    <p:extLst>
      <p:ext uri="{BB962C8B-B14F-4D97-AF65-F5344CB8AC3E}">
        <p14:creationId xmlns:p14="http://schemas.microsoft.com/office/powerpoint/2010/main" val="354473226"/>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headline">
            <a:extLst xmlns:a="http://schemas.openxmlformats.org/drawingml/2006/main">
              <a:ext uri="{FF2B5EF4-FFF2-40B4-BE49-F238E27FC236}">
                <a16:creationId xmlns:a16="http://schemas.microsoft.com/office/drawing/2014/main" id="{EE1A7C34-3522-400E-B0E9-1F6ABA3401CB}"/>
              </a:ext>
            </a:extLst>
          </p:cNvPr>
          <p:cNvSpPr>
            <a:spLocks xmlns:a="http://schemas.openxmlformats.org/drawingml/2006/main" noGrp="1"/>
          </p:cNvSpPr>
          <p:nvPr/>
        </p:nvSpPr>
        <p:spPr>
          <a:xfrm xmlns:a="http://schemas.openxmlformats.org/drawingml/2006/main">
            <a:off x="590550" y="333375"/>
            <a:ext cx="1095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72B3A"/>
                </a:solidFill>
                <a:latin typeface="IPAexGothic"/>
                <a:ea typeface="IPAexGothic"/>
                <a:cs typeface="IPAexGothic"/>
              </a:defRPr>
            </a:defPPr>
            <a:lvl1pPr algn="l">
              <a:buNone/>
              <a:defRPr sz="3300" b="1">
                <a:solidFill>
                  <a:srgbClr val="172B3A"/>
                </a:solidFill>
                <a:latin typeface="IPAexGothic"/>
                <a:ea typeface="IPAexGothic"/>
                <a:cs typeface="IPAexGothic"/>
              </a:defRPr>
            </a:lvl1pPr>
            <a:lvl2pPr algn="l">
              <a:buNone/>
              <a:defRPr sz="3300" b="1">
                <a:solidFill>
                  <a:srgbClr val="172B3A"/>
                </a:solidFill>
                <a:latin typeface="IPAexGothic"/>
                <a:ea typeface="IPAexGothic"/>
                <a:cs typeface="IPAexGothic"/>
              </a:defRPr>
            </a:lvl2pPr>
            <a:lvl3pPr algn="l">
              <a:buNone/>
              <a:defRPr sz="3300" b="1">
                <a:solidFill>
                  <a:srgbClr val="172B3A"/>
                </a:solidFill>
                <a:latin typeface="IPAexGothic"/>
                <a:ea typeface="IPAexGothic"/>
                <a:cs typeface="IPAexGothic"/>
              </a:defRPr>
            </a:lvl3pPr>
            <a:lvl4pPr algn="l">
              <a:buNone/>
              <a:defRPr sz="3300" b="1">
                <a:solidFill>
                  <a:srgbClr val="172B3A"/>
                </a:solidFill>
                <a:latin typeface="IPAexGothic"/>
                <a:ea typeface="IPAexGothic"/>
                <a:cs typeface="IPAexGothic"/>
              </a:defRPr>
            </a:lvl4pPr>
            <a:lvl5pPr algn="l">
              <a:buNone/>
              <a:defRPr sz="3300" b="1">
                <a:solidFill>
                  <a:srgbClr val="172B3A"/>
                </a:solidFill>
                <a:latin typeface="IPAexGothic"/>
                <a:ea typeface="IPAexGothic"/>
                <a:cs typeface="IPAexGothic"/>
              </a:defRPr>
            </a:lvl5pPr>
            <a:lvl6pPr algn="l">
              <a:buNone/>
              <a:defRPr sz="3300" b="1">
                <a:solidFill>
                  <a:srgbClr val="172B3A"/>
                </a:solidFill>
                <a:latin typeface="IPAexGothic"/>
                <a:ea typeface="IPAexGothic"/>
                <a:cs typeface="IPAexGothic"/>
              </a:defRPr>
            </a:lvl6pPr>
            <a:lvl7pPr algn="l">
              <a:buNone/>
              <a:defRPr sz="3300" b="1">
                <a:solidFill>
                  <a:srgbClr val="172B3A"/>
                </a:solidFill>
                <a:latin typeface="IPAexGothic"/>
                <a:ea typeface="IPAexGothic"/>
                <a:cs typeface="IPAexGothic"/>
              </a:defRPr>
            </a:lvl7pPr>
            <a:lvl8pPr algn="l">
              <a:buNone/>
              <a:defRPr sz="3300" b="1">
                <a:solidFill>
                  <a:srgbClr val="172B3A"/>
                </a:solidFill>
                <a:latin typeface="IPAexGothic"/>
                <a:ea typeface="IPAexGothic"/>
                <a:cs typeface="IPAexGothic"/>
              </a:defRPr>
            </a:lvl8pPr>
            <a:lvl9pPr algn="l">
              <a:buNone/>
              <a:defRPr sz="3300" b="1">
                <a:solidFill>
                  <a:srgbClr val="172B3A"/>
                </a:solidFill>
                <a:latin typeface="IPAexGothic"/>
                <a:ea typeface="IPAexGothic"/>
                <a:cs typeface="IPAexGothic"/>
              </a:defRPr>
            </a:lvl9pPr>
          </a:lstStyle>
          <a:p xmlns:a="http://schemas.openxmlformats.org/drawingml/2006/main">
            <a:pPr algn="l">
              <a:buNone/>
              <a:defRPr sz="3300" b="1">
                <a:solidFill>
                  <a:srgbClr val="172B3A"/>
                </a:solidFill>
                <a:latin typeface="IPAexGothic"/>
                <a:ea typeface="IPAexGothic"/>
                <a:cs typeface="IPAexGothic"/>
              </a:defRPr>
            </a:pPr>
            <a:r>
              <a:rPr sz="3300" b="1">
                <a:solidFill>
                  <a:srgbClr val="172B3A"/>
                </a:solidFill>
                <a:latin typeface="IPAexGothic"/>
                <a:ea typeface="IPAexGothic"/>
                <a:cs typeface="IPAexGothic"/>
              </a:rPr>
              <a:t>入力と評価と説明に関する先行技術</a:t>
            </a:r>
          </a:p>
        </p:txBody>
      </p:sp>
      <p:sp>
        <p:nvSpPr>
          <p:cNvPr id="2" name="summary">
            <a:extLst xmlns:a="http://schemas.openxmlformats.org/drawingml/2006/main">
              <a:ext uri="{FF2B5EF4-FFF2-40B4-BE49-F238E27FC236}">
                <a16:creationId xmlns:a16="http://schemas.microsoft.com/office/drawing/2014/main" id="{4A1D52C8-698C-4159-93FA-4A775AD4693C}"/>
              </a:ext>
            </a:extLst>
          </p:cNvPr>
          <p:cNvSpPr>
            <a:spLocks xmlns:a="http://schemas.openxmlformats.org/drawingml/2006/main" noGrp="1"/>
          </p:cNvSpPr>
          <p:nvPr/>
        </p:nvSpPr>
        <p:spPr>
          <a:xfrm xmlns:a="http://schemas.openxmlformats.org/drawingml/2006/main">
            <a:off x="609600" y="1028700"/>
            <a:ext cx="10896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86872"/>
                </a:solidFill>
                <a:latin typeface="IPAexGothic"/>
                <a:ea typeface="IPAexGothic"/>
                <a:cs typeface="IPAexGothic"/>
              </a:defRPr>
            </a:defPPr>
            <a:lvl1pPr algn="l">
              <a:buNone/>
              <a:defRPr sz="1800" b="0">
                <a:solidFill>
                  <a:srgbClr val="586872"/>
                </a:solidFill>
                <a:latin typeface="IPAexGothic"/>
                <a:ea typeface="IPAexGothic"/>
                <a:cs typeface="IPAexGothic"/>
              </a:defRPr>
            </a:lvl1pPr>
            <a:lvl2pPr algn="l">
              <a:buNone/>
              <a:defRPr sz="1800" b="0">
                <a:solidFill>
                  <a:srgbClr val="586872"/>
                </a:solidFill>
                <a:latin typeface="IPAexGothic"/>
                <a:ea typeface="IPAexGothic"/>
                <a:cs typeface="IPAexGothic"/>
              </a:defRPr>
            </a:lvl2pPr>
            <a:lvl3pPr algn="l">
              <a:buNone/>
              <a:defRPr sz="1800" b="0">
                <a:solidFill>
                  <a:srgbClr val="586872"/>
                </a:solidFill>
                <a:latin typeface="IPAexGothic"/>
                <a:ea typeface="IPAexGothic"/>
                <a:cs typeface="IPAexGothic"/>
              </a:defRPr>
            </a:lvl3pPr>
            <a:lvl4pPr algn="l">
              <a:buNone/>
              <a:defRPr sz="1800" b="0">
                <a:solidFill>
                  <a:srgbClr val="586872"/>
                </a:solidFill>
                <a:latin typeface="IPAexGothic"/>
                <a:ea typeface="IPAexGothic"/>
                <a:cs typeface="IPAexGothic"/>
              </a:defRPr>
            </a:lvl4pPr>
            <a:lvl5pPr algn="l">
              <a:buNone/>
              <a:defRPr sz="1800" b="0">
                <a:solidFill>
                  <a:srgbClr val="586872"/>
                </a:solidFill>
                <a:latin typeface="IPAexGothic"/>
                <a:ea typeface="IPAexGothic"/>
                <a:cs typeface="IPAexGothic"/>
              </a:defRPr>
            </a:lvl5pPr>
            <a:lvl6pPr algn="l">
              <a:buNone/>
              <a:defRPr sz="1800" b="0">
                <a:solidFill>
                  <a:srgbClr val="586872"/>
                </a:solidFill>
                <a:latin typeface="IPAexGothic"/>
                <a:ea typeface="IPAexGothic"/>
                <a:cs typeface="IPAexGothic"/>
              </a:defRPr>
            </a:lvl6pPr>
            <a:lvl7pPr algn="l">
              <a:buNone/>
              <a:defRPr sz="1800" b="0">
                <a:solidFill>
                  <a:srgbClr val="586872"/>
                </a:solidFill>
                <a:latin typeface="IPAexGothic"/>
                <a:ea typeface="IPAexGothic"/>
                <a:cs typeface="IPAexGothic"/>
              </a:defRPr>
            </a:lvl7pPr>
            <a:lvl8pPr algn="l">
              <a:buNone/>
              <a:defRPr sz="1800" b="0">
                <a:solidFill>
                  <a:srgbClr val="586872"/>
                </a:solidFill>
                <a:latin typeface="IPAexGothic"/>
                <a:ea typeface="IPAexGothic"/>
                <a:cs typeface="IPAexGothic"/>
              </a:defRPr>
            </a:lvl8pPr>
            <a:lvl9pPr algn="l">
              <a:buNone/>
              <a:defRPr sz="1800" b="0">
                <a:solidFill>
                  <a:srgbClr val="586872"/>
                </a:solidFill>
                <a:latin typeface="IPAexGothic"/>
                <a:ea typeface="IPAexGothic"/>
                <a:cs typeface="IPAexGothic"/>
              </a:defRPr>
            </a:lvl9pPr>
          </a:lstStyle>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パターンの情報を学習入力に使うことや、ルールと統計で説明することにも既存技術があります。</a:t>
            </a:r>
          </a:p>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出現回数の入力や統計の表示だけを発明の中心とせず、削除条件との機能的な関係を整理します。</a:t>
            </a:r>
          </a:p>
        </p:txBody>
      </p:sp>
      <p:sp>
        <p:nvSpPr>
          <p:cNvPr id="3" name="text-2">
            <a:extLst xmlns:a="http://schemas.openxmlformats.org/drawingml/2006/main">
              <a:ext uri="{FF2B5EF4-FFF2-40B4-BE49-F238E27FC236}">
                <a16:creationId xmlns:a16="http://schemas.microsoft.com/office/drawing/2014/main" id="{C04D0F44-45F6-431C-87AC-F4EBD911B1CD}"/>
              </a:ext>
            </a:extLst>
          </p:cNvPr>
          <p:cNvSpPr>
            <a:spLocks xmlns:a="http://schemas.openxmlformats.org/drawingml/2006/main" noGrp="1"/>
          </p:cNvSpPr>
          <p:nvPr/>
        </p:nvSpPr>
        <p:spPr>
          <a:xfrm xmlns:a="http://schemas.openxmlformats.org/drawingml/2006/main">
            <a:off x="11239500" y="644842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872"/>
                </a:solidFill>
                <a:latin typeface="IPAexGothic"/>
                <a:ea typeface="IPAexGothic"/>
                <a:cs typeface="IPAexGothic"/>
              </a:defRPr>
            </a:defPPr>
            <a:lvl1pPr algn="r">
              <a:buNone/>
              <a:defRPr sz="1275" b="0">
                <a:solidFill>
                  <a:srgbClr val="586872"/>
                </a:solidFill>
                <a:latin typeface="IPAexGothic"/>
                <a:ea typeface="IPAexGothic"/>
                <a:cs typeface="IPAexGothic"/>
              </a:defRPr>
            </a:lvl1pPr>
            <a:lvl2pPr algn="r">
              <a:buNone/>
              <a:defRPr sz="1275" b="0">
                <a:solidFill>
                  <a:srgbClr val="586872"/>
                </a:solidFill>
                <a:latin typeface="IPAexGothic"/>
                <a:ea typeface="IPAexGothic"/>
                <a:cs typeface="IPAexGothic"/>
              </a:defRPr>
            </a:lvl2pPr>
            <a:lvl3pPr algn="r">
              <a:buNone/>
              <a:defRPr sz="1275" b="0">
                <a:solidFill>
                  <a:srgbClr val="586872"/>
                </a:solidFill>
                <a:latin typeface="IPAexGothic"/>
                <a:ea typeface="IPAexGothic"/>
                <a:cs typeface="IPAexGothic"/>
              </a:defRPr>
            </a:lvl3pPr>
            <a:lvl4pPr algn="r">
              <a:buNone/>
              <a:defRPr sz="1275" b="0">
                <a:solidFill>
                  <a:srgbClr val="586872"/>
                </a:solidFill>
                <a:latin typeface="IPAexGothic"/>
                <a:ea typeface="IPAexGothic"/>
                <a:cs typeface="IPAexGothic"/>
              </a:defRPr>
            </a:lvl4pPr>
            <a:lvl5pPr algn="r">
              <a:buNone/>
              <a:defRPr sz="1275" b="0">
                <a:solidFill>
                  <a:srgbClr val="586872"/>
                </a:solidFill>
                <a:latin typeface="IPAexGothic"/>
                <a:ea typeface="IPAexGothic"/>
                <a:cs typeface="IPAexGothic"/>
              </a:defRPr>
            </a:lvl5pPr>
            <a:lvl6pPr algn="r">
              <a:buNone/>
              <a:defRPr sz="1275" b="0">
                <a:solidFill>
                  <a:srgbClr val="586872"/>
                </a:solidFill>
                <a:latin typeface="IPAexGothic"/>
                <a:ea typeface="IPAexGothic"/>
                <a:cs typeface="IPAexGothic"/>
              </a:defRPr>
            </a:lvl6pPr>
            <a:lvl7pPr algn="r">
              <a:buNone/>
              <a:defRPr sz="1275" b="0">
                <a:solidFill>
                  <a:srgbClr val="586872"/>
                </a:solidFill>
                <a:latin typeface="IPAexGothic"/>
                <a:ea typeface="IPAexGothic"/>
                <a:cs typeface="IPAexGothic"/>
              </a:defRPr>
            </a:lvl7pPr>
            <a:lvl8pPr algn="r">
              <a:buNone/>
              <a:defRPr sz="1275" b="0">
                <a:solidFill>
                  <a:srgbClr val="586872"/>
                </a:solidFill>
                <a:latin typeface="IPAexGothic"/>
                <a:ea typeface="IPAexGothic"/>
                <a:cs typeface="IPAexGothic"/>
              </a:defRPr>
            </a:lvl8pPr>
            <a:lvl9pPr algn="r">
              <a:buNone/>
              <a:defRPr sz="1275" b="0">
                <a:solidFill>
                  <a:srgbClr val="586872"/>
                </a:solidFill>
                <a:latin typeface="IPAexGothic"/>
                <a:ea typeface="IPAexGothic"/>
                <a:cs typeface="IPAexGothic"/>
              </a:defRPr>
            </a:lvl9pPr>
          </a:lstStyle>
          <a:p xmlns:a="http://schemas.openxmlformats.org/drawingml/2006/main">
            <a:pPr algn="r">
              <a:buNone/>
              <a:defRPr sz="1275" b="0">
                <a:solidFill>
                  <a:srgbClr val="586872"/>
                </a:solidFill>
                <a:latin typeface="IPAexGothic"/>
                <a:ea typeface="IPAexGothic"/>
                <a:cs typeface="IPAexGothic"/>
              </a:defRPr>
            </a:pPr>
            <a:r>
              <a:rPr sz="1275" b="0">
                <a:solidFill>
                  <a:srgbClr val="586872"/>
                </a:solidFill>
                <a:latin typeface="IPAexGothic"/>
                <a:ea typeface="IPAexGothic"/>
                <a:cs typeface="IPAexGothic"/>
              </a:rPr>
              <a:t>47</a:t>
            </a:r>
          </a:p>
        </p:txBody>
      </p:sp>
      <p:graphicFrame>
        <p:nvGraphicFramePr>
          <p:cNvPr id="4" name="">
            <a:extLst xmlns:a="http://schemas.openxmlformats.org/drawingml/2006/main">
              <a:ext uri="{FF2B5EF4-FFF2-40B4-BE49-F238E27FC236}">
                <a16:creationId xmlns:a16="http://schemas.microsoft.com/office/drawing/2014/main" id="{9FB9715E-F822-43A8-9FE1-73C64A2AE9A3}"/>
              </a:ext>
            </a:extLst>
          </p:cNvPr>
          <p:cNvGraphicFramePr/>
          <p:nvPr/>
        </p:nvGraphicFramePr>
        <p:xfrm>
          <a:off xmlns:a="http://schemas.openxmlformats.org/drawingml/2006/main" x="609600" y="1714500"/>
          <a:ext xmlns:a="http://schemas.openxmlformats.org/drawingml/2006/main" cx="10972800" cy="3714750"/>
        </p:xfrm>
        <a:graphic xmlns:a="http://schemas.openxmlformats.org/drawingml/2006/main">
          <a:graphicData uri="http://schemas.openxmlformats.org/drawingml/2006/table">
            <a:tbl>
              <a:tblPr firstRow="1" bandRow="0"/>
              <a:tblGrid>
                <a:gridCol w="3000375"/>
                <a:gridCol w="4238625"/>
                <a:gridCol w="3733800"/>
              </a:tblGrid>
              <a:tr h="742950">
                <a:tc>
                  <a:txBody>
                    <a:bodyPr wrap="square" lIns="133350" tIns="85725" rIns="114300" bIns="76200"/>
                    <a:lstStyle/>
                    <a:p>
                      <a:r>
                        <a:rPr sz="1725" b="1">
                          <a:solidFill>
                            <a:srgbClr val="172B3A"/>
                          </a:solidFill>
                          <a:latin typeface="IPAexGothic"/>
                          <a:ea typeface="IPAexGothic"/>
                          <a:cs typeface="IPAexGothic"/>
                        </a:rPr>
                        <a:t>文献</a:t>
                      </a:r>
                    </a:p>
                  </a:txBody>
                  <a:tcPr marL="91440" marR="91440" marT="45720" marB="45720" anchor="ctr">
                    <a:lnL w="9525">
                      <a:solidFill>
                        <a:srgbClr val="BCCAD2"/>
                      </a:solidFill>
                      <a:prstDash val="solid"/>
                    </a:lnL>
                    <a:lnR w="9525">
                      <a:solidFill>
                        <a:srgbClr val="BCCAD2"/>
                      </a:solidFill>
                      <a:prstDash val="solid"/>
                    </a:lnR>
                    <a:lnT w="9525">
                      <a:solidFill>
                        <a:srgbClr val="BCCAD2"/>
                      </a:solidFill>
                      <a:prstDash val="solid"/>
                    </a:lnT>
                    <a:lnB w="9525">
                      <a:solidFill>
                        <a:srgbClr val="BCCAD2"/>
                      </a:solidFill>
                      <a:prstDash val="solid"/>
                    </a:lnB>
                    <a:solidFill>
                      <a:srgbClr val="EAF1F5"/>
                    </a:solidFill>
                  </a:tcPr>
                </a:tc>
                <a:tc>
                  <a:txBody>
                    <a:bodyPr wrap="square" lIns="133350" tIns="85725" rIns="114300" bIns="76200"/>
                    <a:lstStyle/>
                    <a:p>
                      <a:r>
                        <a:rPr sz="1725" b="1">
                          <a:solidFill>
                            <a:srgbClr val="172B3A"/>
                          </a:solidFill>
                          <a:latin typeface="IPAexGothic"/>
                          <a:ea typeface="IPAexGothic"/>
                          <a:cs typeface="IPAexGothic"/>
                        </a:rPr>
                        <a:t>確認した関連処理</a:t>
                      </a:r>
                    </a:p>
                  </a:txBody>
                  <a:tcPr marL="91440" marR="91440" marT="45720" marB="45720" anchor="ctr">
                    <a:lnR w="9525">
                      <a:solidFill>
                        <a:srgbClr val="BCCAD2"/>
                      </a:solidFill>
                      <a:prstDash val="solid"/>
                    </a:lnR>
                    <a:lnT w="9525">
                      <a:solidFill>
                        <a:srgbClr val="BCCAD2"/>
                      </a:solidFill>
                      <a:prstDash val="solid"/>
                    </a:lnT>
                    <a:lnB w="9525">
                      <a:solidFill>
                        <a:srgbClr val="BCCAD2"/>
                      </a:solidFill>
                      <a:prstDash val="solid"/>
                    </a:lnB>
                    <a:solidFill>
                      <a:srgbClr val="EAF1F5"/>
                    </a:solidFill>
                  </a:tcPr>
                </a:tc>
                <a:tc>
                  <a:txBody>
                    <a:bodyPr wrap="square" lIns="133350" tIns="85725" rIns="114300" bIns="76200"/>
                    <a:lstStyle/>
                    <a:p>
                      <a:r>
                        <a:rPr sz="1725" b="1">
                          <a:solidFill>
                            <a:srgbClr val="172B3A"/>
                          </a:solidFill>
                          <a:latin typeface="IPAexGothic"/>
                          <a:ea typeface="IPAexGothic"/>
                          <a:cs typeface="IPAexGothic"/>
                        </a:rPr>
                        <a:t>本案との比較点</a:t>
                      </a:r>
                    </a:p>
                  </a:txBody>
                  <a:tcPr marL="91440" marR="91440" marT="45720" marB="45720" anchor="ctr">
                    <a:lnR w="9525">
                      <a:solidFill>
                        <a:srgbClr val="BCCAD2"/>
                      </a:solidFill>
                      <a:prstDash val="solid"/>
                    </a:lnR>
                    <a:lnT w="9525">
                      <a:solidFill>
                        <a:srgbClr val="BCCAD2"/>
                      </a:solidFill>
                      <a:prstDash val="solid"/>
                    </a:lnT>
                    <a:lnB w="9525">
                      <a:solidFill>
                        <a:srgbClr val="BCCAD2"/>
                      </a:solidFill>
                      <a:prstDash val="solid"/>
                    </a:lnB>
                    <a:solidFill>
                      <a:srgbClr val="EAF1F5"/>
                    </a:solidFill>
                  </a:tcPr>
                </a:tc>
              </a:tr>
              <a:tr h="742950">
                <a:tc>
                  <a:txBody>
                    <a:bodyPr wrap="square" lIns="133350" tIns="85725" rIns="114300" bIns="76200"/>
                    <a:lstStyle/>
                    <a:p>
                      <a:r>
                        <a:rPr sz="1725" b="0">
                          <a:solidFill>
                            <a:srgbClr val="172B3A"/>
                          </a:solidFill>
                          <a:latin typeface="IPAexGothic"/>
                          <a:ea typeface="IPAexGothic"/>
                          <a:cs typeface="IPAexGothic"/>
                        </a:rPr>
                        <a:t>IBM JP5936240B2</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FFFFF"/>
                    </a:solidFill>
                  </a:tcPr>
                </a:tc>
                <a:tc>
                  <a:txBody>
                    <a:bodyPr wrap="square" lIns="133350" tIns="85725" rIns="114300" bIns="76200"/>
                    <a:lstStyle/>
                    <a:p>
                      <a:r>
                        <a:rPr sz="1725" b="0">
                          <a:solidFill>
                            <a:srgbClr val="172B3A"/>
                          </a:solidFill>
                          <a:latin typeface="IPAexGothic"/>
                          <a:ea typeface="IPAexGothic"/>
                          <a:cs typeface="IPAexGothic"/>
                        </a:rPr>
                        <a:t>パターンの有無や個数を</a:t>
                      </a:r>
                    </a:p>
                    <a:p>
                      <a:r>
                        <a:rPr sz="1725" b="0">
                          <a:solidFill>
                            <a:srgbClr val="172B3A"/>
                          </a:solidFill>
                          <a:latin typeface="IPAexGothic"/>
                          <a:ea typeface="IPAexGothic"/>
                          <a:cs typeface="IPAexGothic"/>
                        </a:rPr>
                        <a:t>特徴量にし、分類学習</a:t>
                      </a:r>
                    </a:p>
                  </a:txBody>
                  <a:tcPr marL="91440" marR="91440" marT="45720" marB="45720" anchor="ctr">
                    <a:lnR w="9525">
                      <a:solidFill>
                        <a:srgbClr val="BCCAD2"/>
                      </a:solidFill>
                      <a:prstDash val="solid"/>
                    </a:lnR>
                    <a:lnB w="9525">
                      <a:solidFill>
                        <a:srgbClr val="BCCAD2"/>
                      </a:solidFill>
                      <a:prstDash val="solid"/>
                    </a:lnB>
                    <a:solidFill>
                      <a:srgbClr val="FFFFFF"/>
                    </a:solidFill>
                  </a:tcPr>
                </a:tc>
                <a:tc>
                  <a:txBody>
                    <a:bodyPr wrap="square" lIns="133350" tIns="85725" rIns="114300" bIns="76200"/>
                    <a:lstStyle/>
                    <a:p>
                      <a:r>
                        <a:rPr sz="1725" b="0">
                          <a:solidFill>
                            <a:srgbClr val="172B3A"/>
                          </a:solidFill>
                          <a:latin typeface="IPAexGothic"/>
                          <a:ea typeface="IPAexGothic"/>
                          <a:cs typeface="IPAexGothic"/>
                        </a:rPr>
                        <a:t>回数を入力すること自体は既存</a:t>
                      </a:r>
                    </a:p>
                  </a:txBody>
                  <a:tcPr marL="91440" marR="91440" marT="45720" marB="45720" anchor="ctr">
                    <a:lnR w="9525">
                      <a:solidFill>
                        <a:srgbClr val="BCCAD2"/>
                      </a:solidFill>
                      <a:prstDash val="solid"/>
                    </a:lnR>
                    <a:lnB w="9525">
                      <a:solidFill>
                        <a:srgbClr val="BCCAD2"/>
                      </a:solidFill>
                      <a:prstDash val="solid"/>
                    </a:lnB>
                    <a:solidFill>
                      <a:srgbClr val="FFFFFF"/>
                    </a:solidFill>
                  </a:tcPr>
                </a:tc>
              </a:tr>
              <a:tr h="742950">
                <a:tc>
                  <a:txBody>
                    <a:bodyPr wrap="square" lIns="133350" tIns="85725" rIns="114300" bIns="76200"/>
                    <a:lstStyle/>
                    <a:p>
                      <a:r>
                        <a:rPr sz="1725" b="0">
                          <a:solidFill>
                            <a:srgbClr val="172B3A"/>
                          </a:solidFill>
                          <a:latin typeface="IPAexGothic"/>
                          <a:ea typeface="IPAexGothic"/>
                          <a:cs typeface="IPAexGothic"/>
                        </a:rPr>
                        <a:t>東芝 JP2008299486A</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8FAFB"/>
                    </a:solidFill>
                  </a:tcPr>
                </a:tc>
                <a:tc>
                  <a:txBody>
                    <a:bodyPr wrap="square" lIns="133350" tIns="85725" rIns="114300" bIns="76200"/>
                    <a:lstStyle/>
                    <a:p>
                      <a:r>
                        <a:rPr sz="1725" b="0">
                          <a:solidFill>
                            <a:srgbClr val="172B3A"/>
                          </a:solidFill>
                          <a:latin typeface="IPAexGothic"/>
                          <a:ea typeface="IPAexGothic"/>
                          <a:cs typeface="IPAexGothic"/>
                        </a:rPr>
                        <a:t>全データと部分データのモデル比較</a:t>
                      </a:r>
                    </a:p>
                  </a:txBody>
                  <a:tcPr marL="91440" marR="91440" marT="45720" marB="45720" anchor="ctr">
                    <a:lnR w="9525">
                      <a:solidFill>
                        <a:srgbClr val="BCCAD2"/>
                      </a:solidFill>
                      <a:prstDash val="solid"/>
                    </a:lnR>
                    <a:lnB w="9525">
                      <a:solidFill>
                        <a:srgbClr val="BCCAD2"/>
                      </a:solidFill>
                      <a:prstDash val="solid"/>
                    </a:lnB>
                    <a:solidFill>
                      <a:srgbClr val="F8FAFB"/>
                    </a:solidFill>
                  </a:tcPr>
                </a:tc>
                <a:tc>
                  <a:txBody>
                    <a:bodyPr wrap="square" lIns="133350" tIns="85725" rIns="114300" bIns="76200"/>
                    <a:lstStyle/>
                    <a:p>
                      <a:r>
                        <a:rPr sz="1725" b="0">
                          <a:solidFill>
                            <a:srgbClr val="172B3A"/>
                          </a:solidFill>
                          <a:latin typeface="IPAexGothic"/>
                          <a:ea typeface="IPAexGothic"/>
                          <a:cs typeface="IPAexGothic"/>
                        </a:rPr>
                        <a:t>入力表現の置換と</a:t>
                      </a:r>
                    </a:p>
                    <a:p>
                      <a:r>
                        <a:rPr sz="1725" b="0">
                          <a:solidFill>
                            <a:srgbClr val="172B3A"/>
                          </a:solidFill>
                          <a:latin typeface="IPAexGothic"/>
                          <a:ea typeface="IPAexGothic"/>
                          <a:cs typeface="IPAexGothic"/>
                        </a:rPr>
                        <a:t>条件別保持を具体化</a:t>
                      </a:r>
                    </a:p>
                  </a:txBody>
                  <a:tcPr marL="91440" marR="91440" marT="45720" marB="45720" anchor="ctr">
                    <a:lnR w="9525">
                      <a:solidFill>
                        <a:srgbClr val="BCCAD2"/>
                      </a:solidFill>
                      <a:prstDash val="solid"/>
                    </a:lnR>
                    <a:lnB w="9525">
                      <a:solidFill>
                        <a:srgbClr val="BCCAD2"/>
                      </a:solidFill>
                      <a:prstDash val="solid"/>
                    </a:lnB>
                    <a:solidFill>
                      <a:srgbClr val="F8FAFB"/>
                    </a:solidFill>
                  </a:tcPr>
                </a:tc>
              </a:tr>
              <a:tr h="742950">
                <a:tc>
                  <a:txBody>
                    <a:bodyPr wrap="square" lIns="133350" tIns="85725" rIns="114300" bIns="76200"/>
                    <a:lstStyle/>
                    <a:p>
                      <a:r>
                        <a:rPr sz="1725" b="0">
                          <a:solidFill>
                            <a:srgbClr val="172B3A"/>
                          </a:solidFill>
                          <a:latin typeface="IPAexGothic"/>
                          <a:ea typeface="IPAexGothic"/>
                          <a:cs typeface="IPAexGothic"/>
                        </a:rPr>
                        <a:t>HPE US20240259034A1</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FFFFF"/>
                    </a:solidFill>
                  </a:tcPr>
                </a:tc>
                <a:tc>
                  <a:txBody>
                    <a:bodyPr wrap="square" lIns="133350" tIns="85725" rIns="114300" bIns="76200"/>
                    <a:lstStyle/>
                    <a:p>
                      <a:r>
                        <a:rPr sz="1725" b="0">
                          <a:solidFill>
                            <a:srgbClr val="172B3A"/>
                          </a:solidFill>
                          <a:latin typeface="IPAexGothic"/>
                          <a:ea typeface="IPAexGothic"/>
                          <a:cs typeface="IPAexGothic"/>
                        </a:rPr>
                        <a:t>圧縮表現から時系列を再生成して比較</a:t>
                      </a:r>
                    </a:p>
                  </a:txBody>
                  <a:tcPr marL="91440" marR="91440" marT="45720" marB="45720" anchor="ctr">
                    <a:lnR w="9525">
                      <a:solidFill>
                        <a:srgbClr val="BCCAD2"/>
                      </a:solidFill>
                      <a:prstDash val="solid"/>
                    </a:lnR>
                    <a:lnB w="9525">
                      <a:solidFill>
                        <a:srgbClr val="BCCAD2"/>
                      </a:solidFill>
                      <a:prstDash val="solid"/>
                    </a:lnB>
                    <a:solidFill>
                      <a:srgbClr val="FFFFFF"/>
                    </a:solidFill>
                  </a:tcPr>
                </a:tc>
                <a:tc>
                  <a:txBody>
                    <a:bodyPr wrap="square" lIns="133350" tIns="85725" rIns="114300" bIns="76200"/>
                    <a:lstStyle/>
                    <a:p>
                      <a:r>
                        <a:rPr sz="1725" b="0">
                          <a:solidFill>
                            <a:srgbClr val="172B3A"/>
                          </a:solidFill>
                          <a:latin typeface="IPAexGothic"/>
                          <a:ea typeface="IPAexGothic"/>
                          <a:cs typeface="IPAexGothic"/>
                        </a:rPr>
                        <a:t>再生成波形と</a:t>
                      </a:r>
                    </a:p>
                    <a:p>
                      <a:r>
                        <a:rPr sz="1725" b="0">
                          <a:solidFill>
                            <a:srgbClr val="172B3A"/>
                          </a:solidFill>
                          <a:latin typeface="IPAexGothic"/>
                          <a:ea typeface="IPAexGothic"/>
                          <a:cs typeface="IPAexGothic"/>
                        </a:rPr>
                        <a:t>出現情報の直接入力を区別</a:t>
                      </a:r>
                    </a:p>
                  </a:txBody>
                  <a:tcPr marL="91440" marR="91440" marT="45720" marB="45720" anchor="ctr">
                    <a:lnR w="9525">
                      <a:solidFill>
                        <a:srgbClr val="BCCAD2"/>
                      </a:solidFill>
                      <a:prstDash val="solid"/>
                    </a:lnR>
                    <a:lnB w="9525">
                      <a:solidFill>
                        <a:srgbClr val="BCCAD2"/>
                      </a:solidFill>
                      <a:prstDash val="solid"/>
                    </a:lnB>
                    <a:solidFill>
                      <a:srgbClr val="FFFFFF"/>
                    </a:solidFill>
                  </a:tcPr>
                </a:tc>
              </a:tr>
              <a:tr h="742950">
                <a:tc>
                  <a:txBody>
                    <a:bodyPr wrap="square" lIns="133350" tIns="85725" rIns="114300" bIns="76200"/>
                    <a:lstStyle/>
                    <a:p>
                      <a:r>
                        <a:rPr sz="1725" b="0">
                          <a:solidFill>
                            <a:srgbClr val="172B3A"/>
                          </a:solidFill>
                          <a:latin typeface="IPAexGothic"/>
                          <a:ea typeface="IPAexGothic"/>
                          <a:cs typeface="IPAexGothic"/>
                        </a:rPr>
                        <a:t>富士通・EMCの関連文献</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8FAFB"/>
                    </a:solidFill>
                  </a:tcPr>
                </a:tc>
                <a:tc>
                  <a:txBody>
                    <a:bodyPr wrap="square" lIns="133350" tIns="85725" rIns="114300" bIns="76200"/>
                    <a:lstStyle/>
                    <a:p>
                      <a:r>
                        <a:rPr sz="1725" b="0">
                          <a:solidFill>
                            <a:srgbClr val="172B3A"/>
                          </a:solidFill>
                          <a:latin typeface="IPAexGothic"/>
                          <a:ea typeface="IPAexGothic"/>
                          <a:cs typeface="IPAexGothic"/>
                        </a:rPr>
                        <a:t>ルールや統計指標を用いる説明</a:t>
                      </a:r>
                    </a:p>
                  </a:txBody>
                  <a:tcPr marL="91440" marR="91440" marT="45720" marB="45720" anchor="ctr">
                    <a:lnR w="9525">
                      <a:solidFill>
                        <a:srgbClr val="BCCAD2"/>
                      </a:solidFill>
                      <a:prstDash val="solid"/>
                    </a:lnR>
                    <a:lnB w="9525">
                      <a:solidFill>
                        <a:srgbClr val="BCCAD2"/>
                      </a:solidFill>
                      <a:prstDash val="solid"/>
                    </a:lnB>
                    <a:solidFill>
                      <a:srgbClr val="F8FAFB"/>
                    </a:solidFill>
                  </a:tcPr>
                </a:tc>
                <a:tc>
                  <a:txBody>
                    <a:bodyPr wrap="square" lIns="133350" tIns="85725" rIns="114300" bIns="76200"/>
                    <a:lstStyle/>
                    <a:p>
                      <a:r>
                        <a:rPr sz="1725" b="0">
                          <a:solidFill>
                            <a:srgbClr val="172B3A"/>
                          </a:solidFill>
                          <a:latin typeface="IPAexGothic"/>
                          <a:ea typeface="IPAexGothic"/>
                          <a:cs typeface="IPAexGothic"/>
                        </a:rPr>
                        <a:t>削除履歴と同じ版の統計との</a:t>
                      </a:r>
                    </a:p>
                    <a:p>
                      <a:r>
                        <a:rPr sz="1725" b="0">
                          <a:solidFill>
                            <a:srgbClr val="172B3A"/>
                          </a:solidFill>
                          <a:latin typeface="IPAexGothic"/>
                          <a:ea typeface="IPAexGothic"/>
                          <a:cs typeface="IPAexGothic"/>
                        </a:rPr>
                        <a:t>関係を具体化</a:t>
                      </a:r>
                    </a:p>
                  </a:txBody>
                  <a:tcPr marL="91440" marR="91440" marT="45720" marB="45720" anchor="ctr">
                    <a:lnR w="9525">
                      <a:solidFill>
                        <a:srgbClr val="BCCAD2"/>
                      </a:solidFill>
                      <a:prstDash val="solid"/>
                    </a:lnR>
                    <a:lnB w="9525">
                      <a:solidFill>
                        <a:srgbClr val="BCCAD2"/>
                      </a:solidFill>
                      <a:prstDash val="solid"/>
                    </a:lnB>
                    <a:solidFill>
                      <a:srgbClr val="F8FAFB"/>
                    </a:solidFill>
                  </a:tcPr>
                </a:tc>
              </a:tr>
            </a:tbl>
          </a:graphicData>
        </a:graphic>
      </p:graphicFrame>
      <p:sp>
        <p:nvSpPr>
          <p:cNvPr id="5" name="text-3">
            <a:extLst xmlns:a="http://schemas.openxmlformats.org/drawingml/2006/main">
              <a:ext uri="{FF2B5EF4-FFF2-40B4-BE49-F238E27FC236}">
                <a16:creationId xmlns:a16="http://schemas.microsoft.com/office/drawing/2014/main" id="{4849E38F-B56C-4271-BF0C-705F32997E83}"/>
              </a:ext>
            </a:extLst>
          </p:cNvPr>
          <p:cNvSpPr>
            <a:spLocks xmlns:a="http://schemas.openxmlformats.org/drawingml/2006/main" noGrp="1"/>
          </p:cNvSpPr>
          <p:nvPr/>
        </p:nvSpPr>
        <p:spPr>
          <a:xfrm xmlns:a="http://schemas.openxmlformats.org/drawingml/2006/main">
            <a:off x="609600" y="5953125"/>
            <a:ext cx="10906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86872"/>
                </a:solidFill>
                <a:latin typeface="IPAexGothic"/>
                <a:ea typeface="IPAexGothic"/>
                <a:cs typeface="IPAexGothic"/>
              </a:defRPr>
            </a:defPPr>
            <a:lvl1pPr algn="l">
              <a:buNone/>
              <a:defRPr sz="1575" b="0">
                <a:solidFill>
                  <a:srgbClr val="586872"/>
                </a:solidFill>
                <a:latin typeface="IPAexGothic"/>
                <a:ea typeface="IPAexGothic"/>
                <a:cs typeface="IPAexGothic"/>
              </a:defRPr>
            </a:lvl1pPr>
            <a:lvl2pPr algn="l">
              <a:buNone/>
              <a:defRPr sz="1575" b="0">
                <a:solidFill>
                  <a:srgbClr val="586872"/>
                </a:solidFill>
                <a:latin typeface="IPAexGothic"/>
                <a:ea typeface="IPAexGothic"/>
                <a:cs typeface="IPAexGothic"/>
              </a:defRPr>
            </a:lvl2pPr>
            <a:lvl3pPr algn="l">
              <a:buNone/>
              <a:defRPr sz="1575" b="0">
                <a:solidFill>
                  <a:srgbClr val="586872"/>
                </a:solidFill>
                <a:latin typeface="IPAexGothic"/>
                <a:ea typeface="IPAexGothic"/>
                <a:cs typeface="IPAexGothic"/>
              </a:defRPr>
            </a:lvl3pPr>
            <a:lvl4pPr algn="l">
              <a:buNone/>
              <a:defRPr sz="1575" b="0">
                <a:solidFill>
                  <a:srgbClr val="586872"/>
                </a:solidFill>
                <a:latin typeface="IPAexGothic"/>
                <a:ea typeface="IPAexGothic"/>
                <a:cs typeface="IPAexGothic"/>
              </a:defRPr>
            </a:lvl4pPr>
            <a:lvl5pPr algn="l">
              <a:buNone/>
              <a:defRPr sz="1575" b="0">
                <a:solidFill>
                  <a:srgbClr val="586872"/>
                </a:solidFill>
                <a:latin typeface="IPAexGothic"/>
                <a:ea typeface="IPAexGothic"/>
                <a:cs typeface="IPAexGothic"/>
              </a:defRPr>
            </a:lvl5pPr>
            <a:lvl6pPr algn="l">
              <a:buNone/>
              <a:defRPr sz="1575" b="0">
                <a:solidFill>
                  <a:srgbClr val="586872"/>
                </a:solidFill>
                <a:latin typeface="IPAexGothic"/>
                <a:ea typeface="IPAexGothic"/>
                <a:cs typeface="IPAexGothic"/>
              </a:defRPr>
            </a:lvl6pPr>
            <a:lvl7pPr algn="l">
              <a:buNone/>
              <a:defRPr sz="1575" b="0">
                <a:solidFill>
                  <a:srgbClr val="586872"/>
                </a:solidFill>
                <a:latin typeface="IPAexGothic"/>
                <a:ea typeface="IPAexGothic"/>
                <a:cs typeface="IPAexGothic"/>
              </a:defRPr>
            </a:lvl7pPr>
            <a:lvl8pPr algn="l">
              <a:buNone/>
              <a:defRPr sz="1575" b="0">
                <a:solidFill>
                  <a:srgbClr val="586872"/>
                </a:solidFill>
                <a:latin typeface="IPAexGothic"/>
                <a:ea typeface="IPAexGothic"/>
                <a:cs typeface="IPAexGothic"/>
              </a:defRPr>
            </a:lvl8pPr>
            <a:lvl9pPr algn="l">
              <a:buNone/>
              <a:defRPr sz="1575" b="0">
                <a:solidFill>
                  <a:srgbClr val="586872"/>
                </a:solidFill>
                <a:latin typeface="IPAexGothic"/>
                <a:ea typeface="IPAexGothic"/>
                <a:cs typeface="IPAexGothic"/>
              </a:defRPr>
            </a:lvl9pPr>
          </a:lstStyle>
          <a:p xmlns:a="http://schemas.openxmlformats.org/drawingml/2006/main">
            <a:pPr algn="l">
              <a:buNone/>
              <a:defRPr sz="1575" b="0">
                <a:solidFill>
                  <a:srgbClr val="586872"/>
                </a:solidFill>
                <a:latin typeface="IPAexGothic"/>
                <a:ea typeface="IPAexGothic"/>
                <a:cs typeface="IPAexGothic"/>
              </a:defRPr>
            </a:pPr>
            <a:r>
              <a:rPr sz="1575" b="0">
                <a:solidFill>
                  <a:srgbClr val="586872"/>
                </a:solidFill>
                <a:latin typeface="IPAexGothic"/>
                <a:ea typeface="IPAexGothic"/>
                <a:cs typeface="IPAexGothic"/>
              </a:rPr>
              <a:t>上表は技術要素の重なり。各文献が本案全体を開示するという判断ではない</a:t>
            </a:r>
          </a:p>
        </p:txBody>
      </p:sp>
    </p:spTree>
    <p:extLst>
      <p:ext uri="{BB962C8B-B14F-4D97-AF65-F5344CB8AC3E}">
        <p14:creationId xmlns:p14="http://schemas.microsoft.com/office/powerpoint/2010/main" val="1317966150"/>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headline">
            <a:extLst xmlns:a="http://schemas.openxmlformats.org/drawingml/2006/main">
              <a:ext uri="{FF2B5EF4-FFF2-40B4-BE49-F238E27FC236}">
                <a16:creationId xmlns:a16="http://schemas.microsoft.com/office/drawing/2014/main" id="{35980B65-51A9-4A92-9A07-F33E2E39B668}"/>
              </a:ext>
            </a:extLst>
          </p:cNvPr>
          <p:cNvSpPr>
            <a:spLocks xmlns:a="http://schemas.openxmlformats.org/drawingml/2006/main" noGrp="1"/>
          </p:cNvSpPr>
          <p:nvPr/>
        </p:nvSpPr>
        <p:spPr>
          <a:xfrm xmlns:a="http://schemas.openxmlformats.org/drawingml/2006/main">
            <a:off x="590550" y="333375"/>
            <a:ext cx="1095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72B3A"/>
                </a:solidFill>
                <a:latin typeface="IPAexGothic"/>
                <a:ea typeface="IPAexGothic"/>
                <a:cs typeface="IPAexGothic"/>
              </a:defRPr>
            </a:defPPr>
            <a:lvl1pPr algn="l">
              <a:buNone/>
              <a:defRPr sz="3300" b="1">
                <a:solidFill>
                  <a:srgbClr val="172B3A"/>
                </a:solidFill>
                <a:latin typeface="IPAexGothic"/>
                <a:ea typeface="IPAexGothic"/>
                <a:cs typeface="IPAexGothic"/>
              </a:defRPr>
            </a:lvl1pPr>
            <a:lvl2pPr algn="l">
              <a:buNone/>
              <a:defRPr sz="3300" b="1">
                <a:solidFill>
                  <a:srgbClr val="172B3A"/>
                </a:solidFill>
                <a:latin typeface="IPAexGothic"/>
                <a:ea typeface="IPAexGothic"/>
                <a:cs typeface="IPAexGothic"/>
              </a:defRPr>
            </a:lvl2pPr>
            <a:lvl3pPr algn="l">
              <a:buNone/>
              <a:defRPr sz="3300" b="1">
                <a:solidFill>
                  <a:srgbClr val="172B3A"/>
                </a:solidFill>
                <a:latin typeface="IPAexGothic"/>
                <a:ea typeface="IPAexGothic"/>
                <a:cs typeface="IPAexGothic"/>
              </a:defRPr>
            </a:lvl3pPr>
            <a:lvl4pPr algn="l">
              <a:buNone/>
              <a:defRPr sz="3300" b="1">
                <a:solidFill>
                  <a:srgbClr val="172B3A"/>
                </a:solidFill>
                <a:latin typeface="IPAexGothic"/>
                <a:ea typeface="IPAexGothic"/>
                <a:cs typeface="IPAexGothic"/>
              </a:defRPr>
            </a:lvl4pPr>
            <a:lvl5pPr algn="l">
              <a:buNone/>
              <a:defRPr sz="3300" b="1">
                <a:solidFill>
                  <a:srgbClr val="172B3A"/>
                </a:solidFill>
                <a:latin typeface="IPAexGothic"/>
                <a:ea typeface="IPAexGothic"/>
                <a:cs typeface="IPAexGothic"/>
              </a:defRPr>
            </a:lvl5pPr>
            <a:lvl6pPr algn="l">
              <a:buNone/>
              <a:defRPr sz="3300" b="1">
                <a:solidFill>
                  <a:srgbClr val="172B3A"/>
                </a:solidFill>
                <a:latin typeface="IPAexGothic"/>
                <a:ea typeface="IPAexGothic"/>
                <a:cs typeface="IPAexGothic"/>
              </a:defRPr>
            </a:lvl6pPr>
            <a:lvl7pPr algn="l">
              <a:buNone/>
              <a:defRPr sz="3300" b="1">
                <a:solidFill>
                  <a:srgbClr val="172B3A"/>
                </a:solidFill>
                <a:latin typeface="IPAexGothic"/>
                <a:ea typeface="IPAexGothic"/>
                <a:cs typeface="IPAexGothic"/>
              </a:defRPr>
            </a:lvl7pPr>
            <a:lvl8pPr algn="l">
              <a:buNone/>
              <a:defRPr sz="3300" b="1">
                <a:solidFill>
                  <a:srgbClr val="172B3A"/>
                </a:solidFill>
                <a:latin typeface="IPAexGothic"/>
                <a:ea typeface="IPAexGothic"/>
                <a:cs typeface="IPAexGothic"/>
              </a:defRPr>
            </a:lvl8pPr>
            <a:lvl9pPr algn="l">
              <a:buNone/>
              <a:defRPr sz="3300" b="1">
                <a:solidFill>
                  <a:srgbClr val="172B3A"/>
                </a:solidFill>
                <a:latin typeface="IPAexGothic"/>
                <a:ea typeface="IPAexGothic"/>
                <a:cs typeface="IPAexGothic"/>
              </a:defRPr>
            </a:lvl9pPr>
          </a:lstStyle>
          <a:p xmlns:a="http://schemas.openxmlformats.org/drawingml/2006/main">
            <a:pPr algn="l">
              <a:buNone/>
              <a:defRPr sz="3300" b="1">
                <a:solidFill>
                  <a:srgbClr val="172B3A"/>
                </a:solidFill>
                <a:latin typeface="IPAexGothic"/>
                <a:ea typeface="IPAexGothic"/>
                <a:cs typeface="IPAexGothic"/>
              </a:defRPr>
            </a:pPr>
            <a:r>
              <a:rPr sz="3300" b="1">
                <a:solidFill>
                  <a:srgbClr val="172B3A"/>
                </a:solidFill>
                <a:latin typeface="IPAexGothic"/>
                <a:ea typeface="IPAexGothic"/>
                <a:cs typeface="IPAexGothic"/>
              </a:rPr>
              <a:t>差分候補となる具体的な連動関係</a:t>
            </a:r>
          </a:p>
        </p:txBody>
      </p:sp>
      <p:sp>
        <p:nvSpPr>
          <p:cNvPr id="2" name="summary">
            <a:extLst xmlns:a="http://schemas.openxmlformats.org/drawingml/2006/main">
              <a:ext uri="{FF2B5EF4-FFF2-40B4-BE49-F238E27FC236}">
                <a16:creationId xmlns:a16="http://schemas.microsoft.com/office/drawing/2014/main" id="{37B0090C-924D-4E90-8C5A-E8A5ED3424E2}"/>
              </a:ext>
            </a:extLst>
          </p:cNvPr>
          <p:cNvSpPr>
            <a:spLocks xmlns:a="http://schemas.openxmlformats.org/drawingml/2006/main" noGrp="1"/>
          </p:cNvSpPr>
          <p:nvPr/>
        </p:nvSpPr>
        <p:spPr>
          <a:xfrm xmlns:a="http://schemas.openxmlformats.org/drawingml/2006/main">
            <a:off x="609600" y="1028700"/>
            <a:ext cx="10896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86872"/>
                </a:solidFill>
                <a:latin typeface="IPAexGothic"/>
                <a:ea typeface="IPAexGothic"/>
                <a:cs typeface="IPAexGothic"/>
              </a:defRPr>
            </a:defPPr>
            <a:lvl1pPr algn="l">
              <a:buNone/>
              <a:defRPr sz="1800" b="0">
                <a:solidFill>
                  <a:srgbClr val="586872"/>
                </a:solidFill>
                <a:latin typeface="IPAexGothic"/>
                <a:ea typeface="IPAexGothic"/>
                <a:cs typeface="IPAexGothic"/>
              </a:defRPr>
            </a:lvl1pPr>
            <a:lvl2pPr algn="l">
              <a:buNone/>
              <a:defRPr sz="1800" b="0">
                <a:solidFill>
                  <a:srgbClr val="586872"/>
                </a:solidFill>
                <a:latin typeface="IPAexGothic"/>
                <a:ea typeface="IPAexGothic"/>
                <a:cs typeface="IPAexGothic"/>
              </a:defRPr>
            </a:lvl2pPr>
            <a:lvl3pPr algn="l">
              <a:buNone/>
              <a:defRPr sz="1800" b="0">
                <a:solidFill>
                  <a:srgbClr val="586872"/>
                </a:solidFill>
                <a:latin typeface="IPAexGothic"/>
                <a:ea typeface="IPAexGothic"/>
                <a:cs typeface="IPAexGothic"/>
              </a:defRPr>
            </a:lvl3pPr>
            <a:lvl4pPr algn="l">
              <a:buNone/>
              <a:defRPr sz="1800" b="0">
                <a:solidFill>
                  <a:srgbClr val="586872"/>
                </a:solidFill>
                <a:latin typeface="IPAexGothic"/>
                <a:ea typeface="IPAexGothic"/>
                <a:cs typeface="IPAexGothic"/>
              </a:defRPr>
            </a:lvl4pPr>
            <a:lvl5pPr algn="l">
              <a:buNone/>
              <a:defRPr sz="1800" b="0">
                <a:solidFill>
                  <a:srgbClr val="586872"/>
                </a:solidFill>
                <a:latin typeface="IPAexGothic"/>
                <a:ea typeface="IPAexGothic"/>
                <a:cs typeface="IPAexGothic"/>
              </a:defRPr>
            </a:lvl5pPr>
            <a:lvl6pPr algn="l">
              <a:buNone/>
              <a:defRPr sz="1800" b="0">
                <a:solidFill>
                  <a:srgbClr val="586872"/>
                </a:solidFill>
                <a:latin typeface="IPAexGothic"/>
                <a:ea typeface="IPAexGothic"/>
                <a:cs typeface="IPAexGothic"/>
              </a:defRPr>
            </a:lvl6pPr>
            <a:lvl7pPr algn="l">
              <a:buNone/>
              <a:defRPr sz="1800" b="0">
                <a:solidFill>
                  <a:srgbClr val="586872"/>
                </a:solidFill>
                <a:latin typeface="IPAexGothic"/>
                <a:ea typeface="IPAexGothic"/>
                <a:cs typeface="IPAexGothic"/>
              </a:defRPr>
            </a:lvl7pPr>
            <a:lvl8pPr algn="l">
              <a:buNone/>
              <a:defRPr sz="1800" b="0">
                <a:solidFill>
                  <a:srgbClr val="586872"/>
                </a:solidFill>
                <a:latin typeface="IPAexGothic"/>
                <a:ea typeface="IPAexGothic"/>
                <a:cs typeface="IPAexGothic"/>
              </a:defRPr>
            </a:lvl8pPr>
            <a:lvl9pPr algn="l">
              <a:buNone/>
              <a:defRPr sz="1800" b="0">
                <a:solidFill>
                  <a:srgbClr val="586872"/>
                </a:solidFill>
                <a:latin typeface="IPAexGothic"/>
                <a:ea typeface="IPAexGothic"/>
                <a:cs typeface="IPAexGothic"/>
              </a:defRPr>
            </a:lvl9pPr>
          </a:lstStyle>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差分候補は、性能が良くても保持構成が不足すれば削除しない、といった処理間の関係です。</a:t>
            </a:r>
          </a:p>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条件を並べるだけで終わらせず、どの評価結果が削除の停止・許可に作用するかを明確にします。</a:t>
            </a:r>
          </a:p>
        </p:txBody>
      </p:sp>
      <p:sp>
        <p:nvSpPr>
          <p:cNvPr id="3" name="text-2">
            <a:extLst xmlns:a="http://schemas.openxmlformats.org/drawingml/2006/main">
              <a:ext uri="{FF2B5EF4-FFF2-40B4-BE49-F238E27FC236}">
                <a16:creationId xmlns:a16="http://schemas.microsoft.com/office/drawing/2014/main" id="{EC2663F8-91E0-49D7-B7C0-533802B79E05}"/>
              </a:ext>
            </a:extLst>
          </p:cNvPr>
          <p:cNvSpPr>
            <a:spLocks xmlns:a="http://schemas.openxmlformats.org/drawingml/2006/main" noGrp="1"/>
          </p:cNvSpPr>
          <p:nvPr/>
        </p:nvSpPr>
        <p:spPr>
          <a:xfrm xmlns:a="http://schemas.openxmlformats.org/drawingml/2006/main">
            <a:off x="11239500" y="644842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872"/>
                </a:solidFill>
                <a:latin typeface="IPAexGothic"/>
                <a:ea typeface="IPAexGothic"/>
                <a:cs typeface="IPAexGothic"/>
              </a:defRPr>
            </a:defPPr>
            <a:lvl1pPr algn="r">
              <a:buNone/>
              <a:defRPr sz="1275" b="0">
                <a:solidFill>
                  <a:srgbClr val="586872"/>
                </a:solidFill>
                <a:latin typeface="IPAexGothic"/>
                <a:ea typeface="IPAexGothic"/>
                <a:cs typeface="IPAexGothic"/>
              </a:defRPr>
            </a:lvl1pPr>
            <a:lvl2pPr algn="r">
              <a:buNone/>
              <a:defRPr sz="1275" b="0">
                <a:solidFill>
                  <a:srgbClr val="586872"/>
                </a:solidFill>
                <a:latin typeface="IPAexGothic"/>
                <a:ea typeface="IPAexGothic"/>
                <a:cs typeface="IPAexGothic"/>
              </a:defRPr>
            </a:lvl2pPr>
            <a:lvl3pPr algn="r">
              <a:buNone/>
              <a:defRPr sz="1275" b="0">
                <a:solidFill>
                  <a:srgbClr val="586872"/>
                </a:solidFill>
                <a:latin typeface="IPAexGothic"/>
                <a:ea typeface="IPAexGothic"/>
                <a:cs typeface="IPAexGothic"/>
              </a:defRPr>
            </a:lvl3pPr>
            <a:lvl4pPr algn="r">
              <a:buNone/>
              <a:defRPr sz="1275" b="0">
                <a:solidFill>
                  <a:srgbClr val="586872"/>
                </a:solidFill>
                <a:latin typeface="IPAexGothic"/>
                <a:ea typeface="IPAexGothic"/>
                <a:cs typeface="IPAexGothic"/>
              </a:defRPr>
            </a:lvl4pPr>
            <a:lvl5pPr algn="r">
              <a:buNone/>
              <a:defRPr sz="1275" b="0">
                <a:solidFill>
                  <a:srgbClr val="586872"/>
                </a:solidFill>
                <a:latin typeface="IPAexGothic"/>
                <a:ea typeface="IPAexGothic"/>
                <a:cs typeface="IPAexGothic"/>
              </a:defRPr>
            </a:lvl5pPr>
            <a:lvl6pPr algn="r">
              <a:buNone/>
              <a:defRPr sz="1275" b="0">
                <a:solidFill>
                  <a:srgbClr val="586872"/>
                </a:solidFill>
                <a:latin typeface="IPAexGothic"/>
                <a:ea typeface="IPAexGothic"/>
                <a:cs typeface="IPAexGothic"/>
              </a:defRPr>
            </a:lvl6pPr>
            <a:lvl7pPr algn="r">
              <a:buNone/>
              <a:defRPr sz="1275" b="0">
                <a:solidFill>
                  <a:srgbClr val="586872"/>
                </a:solidFill>
                <a:latin typeface="IPAexGothic"/>
                <a:ea typeface="IPAexGothic"/>
                <a:cs typeface="IPAexGothic"/>
              </a:defRPr>
            </a:lvl7pPr>
            <a:lvl8pPr algn="r">
              <a:buNone/>
              <a:defRPr sz="1275" b="0">
                <a:solidFill>
                  <a:srgbClr val="586872"/>
                </a:solidFill>
                <a:latin typeface="IPAexGothic"/>
                <a:ea typeface="IPAexGothic"/>
                <a:cs typeface="IPAexGothic"/>
              </a:defRPr>
            </a:lvl8pPr>
            <a:lvl9pPr algn="r">
              <a:buNone/>
              <a:defRPr sz="1275" b="0">
                <a:solidFill>
                  <a:srgbClr val="586872"/>
                </a:solidFill>
                <a:latin typeface="IPAexGothic"/>
                <a:ea typeface="IPAexGothic"/>
                <a:cs typeface="IPAexGothic"/>
              </a:defRPr>
            </a:lvl9pPr>
          </a:lstStyle>
          <a:p xmlns:a="http://schemas.openxmlformats.org/drawingml/2006/main">
            <a:pPr algn="r">
              <a:buNone/>
              <a:defRPr sz="1275" b="0">
                <a:solidFill>
                  <a:srgbClr val="586872"/>
                </a:solidFill>
                <a:latin typeface="IPAexGothic"/>
                <a:ea typeface="IPAexGothic"/>
                <a:cs typeface="IPAexGothic"/>
              </a:defRPr>
            </a:pPr>
            <a:r>
              <a:rPr sz="1275" b="0">
                <a:solidFill>
                  <a:srgbClr val="586872"/>
                </a:solidFill>
                <a:latin typeface="IPAexGothic"/>
                <a:ea typeface="IPAexGothic"/>
                <a:cs typeface="IPAexGothic"/>
              </a:rPr>
              <a:t>48</a:t>
            </a:r>
          </a:p>
        </p:txBody>
      </p:sp>
      <p:graphicFrame>
        <p:nvGraphicFramePr>
          <p:cNvPr id="4" name="">
            <a:extLst xmlns:a="http://schemas.openxmlformats.org/drawingml/2006/main">
              <a:ext uri="{FF2B5EF4-FFF2-40B4-BE49-F238E27FC236}">
                <a16:creationId xmlns:a16="http://schemas.microsoft.com/office/drawing/2014/main" id="{96B9815E-DE74-45A3-8259-1BC334561BC4}"/>
              </a:ext>
            </a:extLst>
          </p:cNvPr>
          <p:cNvGraphicFramePr/>
          <p:nvPr/>
        </p:nvGraphicFramePr>
        <p:xfrm>
          <a:off xmlns:a="http://schemas.openxmlformats.org/drawingml/2006/main" x="609600" y="1714500"/>
          <a:ext xmlns:a="http://schemas.openxmlformats.org/drawingml/2006/main" cx="10972800" cy="3333750"/>
        </p:xfrm>
        <a:graphic xmlns:a="http://schemas.openxmlformats.org/drawingml/2006/main">
          <a:graphicData uri="http://schemas.openxmlformats.org/drawingml/2006/table">
            <a:tbl>
              <a:tblPr firstRow="1" bandRow="0"/>
              <a:tblGrid>
                <a:gridCol w="4524375"/>
                <a:gridCol w="2762250"/>
                <a:gridCol w="3686175"/>
              </a:tblGrid>
              <a:tr h="666750">
                <a:tc>
                  <a:txBody>
                    <a:bodyPr wrap="square" lIns="133350" tIns="85725" rIns="114300" bIns="76200"/>
                    <a:lstStyle/>
                    <a:p>
                      <a:r>
                        <a:rPr sz="1800" b="1">
                          <a:solidFill>
                            <a:srgbClr val="172B3A"/>
                          </a:solidFill>
                          <a:latin typeface="IPAexGothic"/>
                          <a:ea typeface="IPAexGothic"/>
                          <a:cs typeface="IPAexGothic"/>
                        </a:rPr>
                        <a:t>状態</a:t>
                      </a:r>
                    </a:p>
                  </a:txBody>
                  <a:tcPr marL="91440" marR="91440" marT="45720" marB="45720" anchor="ctr">
                    <a:lnL w="9525">
                      <a:solidFill>
                        <a:srgbClr val="BCCAD2"/>
                      </a:solidFill>
                      <a:prstDash val="solid"/>
                    </a:lnL>
                    <a:lnR w="9525">
                      <a:solidFill>
                        <a:srgbClr val="BCCAD2"/>
                      </a:solidFill>
                      <a:prstDash val="solid"/>
                    </a:lnR>
                    <a:lnT w="9525">
                      <a:solidFill>
                        <a:srgbClr val="BCCAD2"/>
                      </a:solidFill>
                      <a:prstDash val="solid"/>
                    </a:lnT>
                    <a:lnB w="9525">
                      <a:solidFill>
                        <a:srgbClr val="BCCAD2"/>
                      </a:solidFill>
                      <a:prstDash val="solid"/>
                    </a:lnB>
                    <a:solidFill>
                      <a:srgbClr val="EAF1F5"/>
                    </a:solidFill>
                  </a:tcPr>
                </a:tc>
                <a:tc>
                  <a:txBody>
                    <a:bodyPr wrap="square" lIns="133350" tIns="85725" rIns="114300" bIns="76200"/>
                    <a:lstStyle/>
                    <a:p>
                      <a:r>
                        <a:rPr sz="1800" b="1">
                          <a:solidFill>
                            <a:srgbClr val="172B3A"/>
                          </a:solidFill>
                          <a:latin typeface="IPAexGothic"/>
                          <a:ea typeface="IPAexGothic"/>
                          <a:cs typeface="IPAexGothic"/>
                        </a:rPr>
                        <a:t>本案での制御</a:t>
                      </a:r>
                    </a:p>
                  </a:txBody>
                  <a:tcPr marL="91440" marR="91440" marT="45720" marB="45720" anchor="ctr">
                    <a:lnR w="9525">
                      <a:solidFill>
                        <a:srgbClr val="BCCAD2"/>
                      </a:solidFill>
                      <a:prstDash val="solid"/>
                    </a:lnR>
                    <a:lnT w="9525">
                      <a:solidFill>
                        <a:srgbClr val="BCCAD2"/>
                      </a:solidFill>
                      <a:prstDash val="solid"/>
                    </a:lnT>
                    <a:lnB w="9525">
                      <a:solidFill>
                        <a:srgbClr val="BCCAD2"/>
                      </a:solidFill>
                      <a:prstDash val="solid"/>
                    </a:lnB>
                    <a:solidFill>
                      <a:srgbClr val="EAF1F5"/>
                    </a:solidFill>
                  </a:tcPr>
                </a:tc>
                <a:tc>
                  <a:txBody>
                    <a:bodyPr wrap="square" lIns="133350" tIns="85725" rIns="114300" bIns="76200"/>
                    <a:lstStyle/>
                    <a:p>
                      <a:r>
                        <a:rPr sz="1800" b="1">
                          <a:solidFill>
                            <a:srgbClr val="172B3A"/>
                          </a:solidFill>
                          <a:latin typeface="IPAexGothic"/>
                          <a:ea typeface="IPAexGothic"/>
                          <a:cs typeface="IPAexGothic"/>
                        </a:rPr>
                        <a:t>維持したいもの</a:t>
                      </a:r>
                    </a:p>
                  </a:txBody>
                  <a:tcPr marL="91440" marR="91440" marT="45720" marB="45720" anchor="ctr">
                    <a:lnR w="9525">
                      <a:solidFill>
                        <a:srgbClr val="BCCAD2"/>
                      </a:solidFill>
                      <a:prstDash val="solid"/>
                    </a:lnR>
                    <a:lnT w="9525">
                      <a:solidFill>
                        <a:srgbClr val="BCCAD2"/>
                      </a:solidFill>
                      <a:prstDash val="solid"/>
                    </a:lnT>
                    <a:lnB w="9525">
                      <a:solidFill>
                        <a:srgbClr val="BCCAD2"/>
                      </a:solidFill>
                      <a:prstDash val="solid"/>
                    </a:lnB>
                    <a:solidFill>
                      <a:srgbClr val="EAF1F5"/>
                    </a:solidFill>
                  </a:tcPr>
                </a:tc>
              </a:tr>
              <a:tr h="666750">
                <a:tc>
                  <a:txBody>
                    <a:bodyPr wrap="square" lIns="133350" tIns="85725" rIns="114300" bIns="76200"/>
                    <a:lstStyle/>
                    <a:p>
                      <a:r>
                        <a:rPr sz="1800" b="0">
                          <a:solidFill>
                            <a:srgbClr val="172B3A"/>
                          </a:solidFill>
                          <a:latin typeface="IPAexGothic"/>
                          <a:ea typeface="IPAexGothic"/>
                          <a:cs typeface="IPAexGothic"/>
                        </a:rPr>
                        <a:t>確立度は高いが置換性能が未達</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FFFFF"/>
                    </a:solidFill>
                  </a:tcPr>
                </a:tc>
                <a:tc>
                  <a:txBody>
                    <a:bodyPr wrap="square" lIns="133350" tIns="85725" rIns="114300" bIns="76200"/>
                    <a:lstStyle/>
                    <a:p>
                      <a:r>
                        <a:rPr sz="1800" b="0">
                          <a:solidFill>
                            <a:srgbClr val="172B3A"/>
                          </a:solidFill>
                          <a:latin typeface="IPAexGothic"/>
                          <a:ea typeface="IPAexGothic"/>
                          <a:cs typeface="IPAexGothic"/>
                        </a:rPr>
                        <a:t>削除しない</a:t>
                      </a:r>
                    </a:p>
                  </a:txBody>
                  <a:tcPr marL="91440" marR="91440" marT="45720" marB="45720" anchor="ctr">
                    <a:lnR w="9525">
                      <a:solidFill>
                        <a:srgbClr val="BCCAD2"/>
                      </a:solidFill>
                      <a:prstDash val="solid"/>
                    </a:lnR>
                    <a:lnB w="9525">
                      <a:solidFill>
                        <a:srgbClr val="BCCAD2"/>
                      </a:solidFill>
                      <a:prstDash val="solid"/>
                    </a:lnB>
                    <a:solidFill>
                      <a:srgbClr val="FFFFFF"/>
                    </a:solidFill>
                  </a:tcPr>
                </a:tc>
                <a:tc>
                  <a:txBody>
                    <a:bodyPr wrap="square" lIns="133350" tIns="85725" rIns="114300" bIns="76200"/>
                    <a:lstStyle/>
                    <a:p>
                      <a:r>
                        <a:rPr sz="1800" b="0">
                          <a:solidFill>
                            <a:srgbClr val="172B3A"/>
                          </a:solidFill>
                          <a:latin typeface="IPAexGothic"/>
                          <a:ea typeface="IPAexGothic"/>
                          <a:cs typeface="IPAexGothic"/>
                        </a:rPr>
                        <a:t>判定に必要な情報</a:t>
                      </a:r>
                    </a:p>
                  </a:txBody>
                  <a:tcPr marL="91440" marR="91440" marT="45720" marB="45720" anchor="ctr">
                    <a:lnR w="9525">
                      <a:solidFill>
                        <a:srgbClr val="BCCAD2"/>
                      </a:solidFill>
                      <a:prstDash val="solid"/>
                    </a:lnR>
                    <a:lnB w="9525">
                      <a:solidFill>
                        <a:srgbClr val="BCCAD2"/>
                      </a:solidFill>
                      <a:prstDash val="solid"/>
                    </a:lnB>
                    <a:solidFill>
                      <a:srgbClr val="FFFFFF"/>
                    </a:solidFill>
                  </a:tcPr>
                </a:tc>
              </a:tr>
              <a:tr h="666750">
                <a:tc>
                  <a:txBody>
                    <a:bodyPr wrap="square" lIns="133350" tIns="85725" rIns="114300" bIns="76200"/>
                    <a:lstStyle/>
                    <a:p>
                      <a:r>
                        <a:rPr sz="1800" b="0">
                          <a:solidFill>
                            <a:srgbClr val="172B3A"/>
                          </a:solidFill>
                          <a:latin typeface="IPAexGothic"/>
                          <a:ea typeface="IPAexGothic"/>
                          <a:cs typeface="IPAexGothic"/>
                        </a:rPr>
                        <a:t>予測性能は維持するが希少区分が欠落</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8FAFB"/>
                    </a:solidFill>
                  </a:tcPr>
                </a:tc>
                <a:tc>
                  <a:txBody>
                    <a:bodyPr wrap="square" lIns="133350" tIns="85725" rIns="114300" bIns="76200"/>
                    <a:lstStyle/>
                    <a:p>
                      <a:r>
                        <a:rPr sz="1800" b="0">
                          <a:solidFill>
                            <a:srgbClr val="172B3A"/>
                          </a:solidFill>
                          <a:latin typeface="IPAexGothic"/>
                          <a:ea typeface="IPAexGothic"/>
                          <a:cs typeface="IPAexGothic"/>
                        </a:rPr>
                        <a:t>削除しない</a:t>
                      </a:r>
                    </a:p>
                  </a:txBody>
                  <a:tcPr marL="91440" marR="91440" marT="45720" marB="45720" anchor="ctr">
                    <a:lnR w="9525">
                      <a:solidFill>
                        <a:srgbClr val="BCCAD2"/>
                      </a:solidFill>
                      <a:prstDash val="solid"/>
                    </a:lnR>
                    <a:lnB w="9525">
                      <a:solidFill>
                        <a:srgbClr val="BCCAD2"/>
                      </a:solidFill>
                      <a:prstDash val="solid"/>
                    </a:lnB>
                    <a:solidFill>
                      <a:srgbClr val="F8FAFB"/>
                    </a:solidFill>
                  </a:tcPr>
                </a:tc>
                <a:tc>
                  <a:txBody>
                    <a:bodyPr wrap="square" lIns="133350" tIns="85725" rIns="114300" bIns="76200"/>
                    <a:lstStyle/>
                    <a:p>
                      <a:r>
                        <a:rPr sz="1800" b="0">
                          <a:solidFill>
                            <a:srgbClr val="172B3A"/>
                          </a:solidFill>
                          <a:latin typeface="IPAexGothic"/>
                          <a:ea typeface="IPAexGothic"/>
                          <a:cs typeface="IPAexGothic"/>
                        </a:rPr>
                        <a:t>条件別の再検討材料</a:t>
                      </a:r>
                    </a:p>
                  </a:txBody>
                  <a:tcPr marL="91440" marR="91440" marT="45720" marB="45720" anchor="ctr">
                    <a:lnR w="9525">
                      <a:solidFill>
                        <a:srgbClr val="BCCAD2"/>
                      </a:solidFill>
                      <a:prstDash val="solid"/>
                    </a:lnR>
                    <a:lnB w="9525">
                      <a:solidFill>
                        <a:srgbClr val="BCCAD2"/>
                      </a:solidFill>
                      <a:prstDash val="solid"/>
                    </a:lnB>
                    <a:solidFill>
                      <a:srgbClr val="F8FAFB"/>
                    </a:solidFill>
                  </a:tcPr>
                </a:tc>
              </a:tr>
              <a:tr h="666750">
                <a:tc>
                  <a:txBody>
                    <a:bodyPr wrap="square" lIns="133350" tIns="85725" rIns="114300" bIns="76200"/>
                    <a:lstStyle/>
                    <a:p>
                      <a:r>
                        <a:rPr sz="1800" b="0">
                          <a:solidFill>
                            <a:srgbClr val="172B3A"/>
                          </a:solidFill>
                          <a:latin typeface="IPAexGothic"/>
                          <a:ea typeface="IPAexGothic"/>
                          <a:cs typeface="IPAexGothic"/>
                        </a:rPr>
                        <a:t>すべて合格するが版や条件が変化</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FFFFF"/>
                    </a:solidFill>
                  </a:tcPr>
                </a:tc>
                <a:tc>
                  <a:txBody>
                    <a:bodyPr wrap="square" lIns="133350" tIns="85725" rIns="114300" bIns="76200"/>
                    <a:lstStyle/>
                    <a:p>
                      <a:r>
                        <a:rPr sz="1800" b="0">
                          <a:solidFill>
                            <a:srgbClr val="172B3A"/>
                          </a:solidFill>
                          <a:latin typeface="IPAexGothic"/>
                          <a:ea typeface="IPAexGothic"/>
                          <a:cs typeface="IPAexGothic"/>
                        </a:rPr>
                        <a:t>旧許可を使わず再評価</a:t>
                      </a:r>
                    </a:p>
                  </a:txBody>
                  <a:tcPr marL="91440" marR="91440" marT="45720" marB="45720" anchor="ctr">
                    <a:lnR w="9525">
                      <a:solidFill>
                        <a:srgbClr val="BCCAD2"/>
                      </a:solidFill>
                      <a:prstDash val="solid"/>
                    </a:lnR>
                    <a:lnB w="9525">
                      <a:solidFill>
                        <a:srgbClr val="BCCAD2"/>
                      </a:solidFill>
                      <a:prstDash val="solid"/>
                    </a:lnB>
                    <a:solidFill>
                      <a:srgbClr val="FFFFFF"/>
                    </a:solidFill>
                  </a:tcPr>
                </a:tc>
                <a:tc>
                  <a:txBody>
                    <a:bodyPr wrap="square" lIns="133350" tIns="85725" rIns="114300" bIns="76200"/>
                    <a:lstStyle/>
                    <a:p>
                      <a:r>
                        <a:rPr sz="1800" b="0">
                          <a:solidFill>
                            <a:srgbClr val="172B3A"/>
                          </a:solidFill>
                          <a:latin typeface="IPAexGothic"/>
                          <a:ea typeface="IPAexGothic"/>
                          <a:cs typeface="IPAexGothic"/>
                        </a:rPr>
                        <a:t>評価した範囲との整合</a:t>
                      </a:r>
                    </a:p>
                  </a:txBody>
                  <a:tcPr marL="91440" marR="91440" marT="45720" marB="45720" anchor="ctr">
                    <a:lnR w="9525">
                      <a:solidFill>
                        <a:srgbClr val="BCCAD2"/>
                      </a:solidFill>
                      <a:prstDash val="solid"/>
                    </a:lnR>
                    <a:lnB w="9525">
                      <a:solidFill>
                        <a:srgbClr val="BCCAD2"/>
                      </a:solidFill>
                      <a:prstDash val="solid"/>
                    </a:lnB>
                    <a:solidFill>
                      <a:srgbClr val="FFFFFF"/>
                    </a:solidFill>
                  </a:tcPr>
                </a:tc>
              </a:tr>
              <a:tr h="666750">
                <a:tc>
                  <a:txBody>
                    <a:bodyPr wrap="square" lIns="133350" tIns="85725" rIns="114300" bIns="76200"/>
                    <a:lstStyle/>
                    <a:p>
                      <a:r>
                        <a:rPr sz="1800" b="0">
                          <a:solidFill>
                            <a:srgbClr val="172B3A"/>
                          </a:solidFill>
                          <a:latin typeface="IPAexGothic"/>
                          <a:ea typeface="IPAexGothic"/>
                          <a:cs typeface="IPAexGothic"/>
                        </a:rPr>
                        <a:t>元データの物理削除を実行</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8FAFB"/>
                    </a:solidFill>
                  </a:tcPr>
                </a:tc>
                <a:tc>
                  <a:txBody>
                    <a:bodyPr wrap="square" lIns="133350" tIns="85725" rIns="114300" bIns="76200"/>
                    <a:lstStyle/>
                    <a:p>
                      <a:r>
                        <a:rPr sz="1800" b="0">
                          <a:solidFill>
                            <a:srgbClr val="172B3A"/>
                          </a:solidFill>
                          <a:latin typeface="IPAexGothic"/>
                          <a:ea typeface="IPAexGothic"/>
                          <a:cs typeface="IPAexGothic"/>
                        </a:rPr>
                        <a:t>出現履歴と統計は維持</a:t>
                      </a:r>
                    </a:p>
                  </a:txBody>
                  <a:tcPr marL="91440" marR="91440" marT="45720" marB="45720" anchor="ctr">
                    <a:lnR w="9525">
                      <a:solidFill>
                        <a:srgbClr val="BCCAD2"/>
                      </a:solidFill>
                      <a:prstDash val="solid"/>
                    </a:lnR>
                    <a:lnB w="9525">
                      <a:solidFill>
                        <a:srgbClr val="BCCAD2"/>
                      </a:solidFill>
                      <a:prstDash val="solid"/>
                    </a:lnB>
                    <a:solidFill>
                      <a:srgbClr val="F8FAFB"/>
                    </a:solidFill>
                  </a:tcPr>
                </a:tc>
                <a:tc>
                  <a:txBody>
                    <a:bodyPr wrap="square" lIns="133350" tIns="85725" rIns="114300" bIns="76200"/>
                    <a:lstStyle/>
                    <a:p>
                      <a:r>
                        <a:rPr sz="1800" b="0">
                          <a:solidFill>
                            <a:srgbClr val="172B3A"/>
                          </a:solidFill>
                          <a:latin typeface="IPAexGothic"/>
                          <a:ea typeface="IPAexGothic"/>
                          <a:cs typeface="IPAexGothic"/>
                        </a:rPr>
                        <a:t>学習入力と説明の根拠</a:t>
                      </a:r>
                    </a:p>
                  </a:txBody>
                  <a:tcPr marL="91440" marR="91440" marT="45720" marB="45720" anchor="ctr">
                    <a:lnR w="9525">
                      <a:solidFill>
                        <a:srgbClr val="BCCAD2"/>
                      </a:solidFill>
                      <a:prstDash val="solid"/>
                    </a:lnR>
                    <a:lnB w="9525">
                      <a:solidFill>
                        <a:srgbClr val="BCCAD2"/>
                      </a:solidFill>
                      <a:prstDash val="solid"/>
                    </a:lnB>
                    <a:solidFill>
                      <a:srgbClr val="F8FAFB"/>
                    </a:solidFill>
                  </a:tcPr>
                </a:tc>
              </a:tr>
            </a:tbl>
          </a:graphicData>
        </a:graphic>
      </p:graphicFrame>
      <p:sp>
        <p:nvSpPr>
          <p:cNvPr id="5" name="text-3">
            <a:extLst xmlns:a="http://schemas.openxmlformats.org/drawingml/2006/main">
              <a:ext uri="{FF2B5EF4-FFF2-40B4-BE49-F238E27FC236}">
                <a16:creationId xmlns:a16="http://schemas.microsoft.com/office/drawing/2014/main" id="{3DFFEA0A-16A9-431D-9EA7-BCEFA95693C0}"/>
              </a:ext>
            </a:extLst>
          </p:cNvPr>
          <p:cNvSpPr>
            <a:spLocks xmlns:a="http://schemas.openxmlformats.org/drawingml/2006/main" noGrp="1"/>
          </p:cNvSpPr>
          <p:nvPr/>
        </p:nvSpPr>
        <p:spPr>
          <a:xfrm xmlns:a="http://schemas.openxmlformats.org/drawingml/2006/main">
            <a:off x="647700" y="5219700"/>
            <a:ext cx="107632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236487"/>
                </a:solidFill>
                <a:latin typeface="IPAexGothic"/>
                <a:ea typeface="IPAexGothic"/>
                <a:cs typeface="IPAexGothic"/>
              </a:defRPr>
            </a:defPPr>
            <a:lvl1pPr algn="l">
              <a:buNone/>
              <a:defRPr sz="2025" b="0">
                <a:solidFill>
                  <a:srgbClr val="236487"/>
                </a:solidFill>
                <a:latin typeface="IPAexGothic"/>
                <a:ea typeface="IPAexGothic"/>
                <a:cs typeface="IPAexGothic"/>
              </a:defRPr>
            </a:lvl1pPr>
            <a:lvl2pPr algn="l">
              <a:buNone/>
              <a:defRPr sz="2025" b="0">
                <a:solidFill>
                  <a:srgbClr val="236487"/>
                </a:solidFill>
                <a:latin typeface="IPAexGothic"/>
                <a:ea typeface="IPAexGothic"/>
                <a:cs typeface="IPAexGothic"/>
              </a:defRPr>
            </a:lvl2pPr>
            <a:lvl3pPr algn="l">
              <a:buNone/>
              <a:defRPr sz="2025" b="0">
                <a:solidFill>
                  <a:srgbClr val="236487"/>
                </a:solidFill>
                <a:latin typeface="IPAexGothic"/>
                <a:ea typeface="IPAexGothic"/>
                <a:cs typeface="IPAexGothic"/>
              </a:defRPr>
            </a:lvl3pPr>
            <a:lvl4pPr algn="l">
              <a:buNone/>
              <a:defRPr sz="2025" b="0">
                <a:solidFill>
                  <a:srgbClr val="236487"/>
                </a:solidFill>
                <a:latin typeface="IPAexGothic"/>
                <a:ea typeface="IPAexGothic"/>
                <a:cs typeface="IPAexGothic"/>
              </a:defRPr>
            </a:lvl4pPr>
            <a:lvl5pPr algn="l">
              <a:buNone/>
              <a:defRPr sz="2025" b="0">
                <a:solidFill>
                  <a:srgbClr val="236487"/>
                </a:solidFill>
                <a:latin typeface="IPAexGothic"/>
                <a:ea typeface="IPAexGothic"/>
                <a:cs typeface="IPAexGothic"/>
              </a:defRPr>
            </a:lvl5pPr>
            <a:lvl6pPr algn="l">
              <a:buNone/>
              <a:defRPr sz="2025" b="0">
                <a:solidFill>
                  <a:srgbClr val="236487"/>
                </a:solidFill>
                <a:latin typeface="IPAexGothic"/>
                <a:ea typeface="IPAexGothic"/>
                <a:cs typeface="IPAexGothic"/>
              </a:defRPr>
            </a:lvl6pPr>
            <a:lvl7pPr algn="l">
              <a:buNone/>
              <a:defRPr sz="2025" b="0">
                <a:solidFill>
                  <a:srgbClr val="236487"/>
                </a:solidFill>
                <a:latin typeface="IPAexGothic"/>
                <a:ea typeface="IPAexGothic"/>
                <a:cs typeface="IPAexGothic"/>
              </a:defRPr>
            </a:lvl7pPr>
            <a:lvl8pPr algn="l">
              <a:buNone/>
              <a:defRPr sz="2025" b="0">
                <a:solidFill>
                  <a:srgbClr val="236487"/>
                </a:solidFill>
                <a:latin typeface="IPAexGothic"/>
                <a:ea typeface="IPAexGothic"/>
                <a:cs typeface="IPAexGothic"/>
              </a:defRPr>
            </a:lvl8pPr>
            <a:lvl9pPr algn="l">
              <a:buNone/>
              <a:defRPr sz="2025" b="0">
                <a:solidFill>
                  <a:srgbClr val="236487"/>
                </a:solidFill>
                <a:latin typeface="IPAexGothic"/>
                <a:ea typeface="IPAexGothic"/>
                <a:cs typeface="IPAexGothic"/>
              </a:defRPr>
            </a:lvl9pPr>
          </a:lstStyle>
          <a:p xmlns:a="http://schemas.openxmlformats.org/drawingml/2006/main">
            <a:pPr algn="l">
              <a:buNone/>
              <a:defRPr sz="2025" b="0">
                <a:solidFill>
                  <a:srgbClr val="236487"/>
                </a:solidFill>
                <a:latin typeface="IPAexGothic"/>
                <a:ea typeface="IPAexGothic"/>
                <a:cs typeface="IPAexGothic"/>
              </a:defRPr>
            </a:pPr>
            <a:r>
              <a:rPr sz="2025" b="0">
                <a:solidFill>
                  <a:srgbClr val="236487"/>
                </a:solidFill>
                <a:latin typeface="IPAexGothic"/>
                <a:ea typeface="IPAexGothic"/>
                <a:cs typeface="IPAexGothic"/>
              </a:rPr>
              <a:t>中心候補は請求項1の連動制御。</a:t>
            </a:r>
          </a:p>
          <a:p xmlns:a="http://schemas.openxmlformats.org/drawingml/2006/main">
            <a:pPr algn="l">
              <a:buNone/>
              <a:defRPr sz="2025" b="0">
                <a:solidFill>
                  <a:srgbClr val="236487"/>
                </a:solidFill>
                <a:latin typeface="IPAexGothic"/>
                <a:ea typeface="IPAexGothic"/>
                <a:cs typeface="IPAexGothic"/>
              </a:defRPr>
            </a:pPr>
            <a:r>
              <a:rPr sz="2025" b="0">
                <a:solidFill>
                  <a:srgbClr val="236487"/>
                </a:solidFill>
                <a:latin typeface="IPAexGothic"/>
                <a:ea typeface="IPAexGothic"/>
                <a:cs typeface="IPAexGothic"/>
              </a:rPr>
              <a:t>3・4・6の具体化が重要で、2・5の追加要素は既存技術に近い。</a:t>
            </a:r>
          </a:p>
        </p:txBody>
      </p:sp>
      <p:sp>
        <p:nvSpPr>
          <p:cNvPr id="6" name="text-4">
            <a:extLst xmlns:a="http://schemas.openxmlformats.org/drawingml/2006/main">
              <a:ext uri="{FF2B5EF4-FFF2-40B4-BE49-F238E27FC236}">
                <a16:creationId xmlns:a16="http://schemas.microsoft.com/office/drawing/2014/main" id="{CA2F4B6A-1818-4D16-82E0-8722869A6923}"/>
              </a:ext>
            </a:extLst>
          </p:cNvPr>
          <p:cNvSpPr>
            <a:spLocks xmlns:a="http://schemas.openxmlformats.org/drawingml/2006/main" noGrp="1"/>
          </p:cNvSpPr>
          <p:nvPr/>
        </p:nvSpPr>
        <p:spPr>
          <a:xfrm xmlns:a="http://schemas.openxmlformats.org/drawingml/2006/main">
            <a:off x="609600" y="5953125"/>
            <a:ext cx="10906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86872"/>
                </a:solidFill>
                <a:latin typeface="IPAexGothic"/>
                <a:ea typeface="IPAexGothic"/>
                <a:cs typeface="IPAexGothic"/>
              </a:defRPr>
            </a:defPPr>
            <a:lvl1pPr algn="l">
              <a:buNone/>
              <a:defRPr sz="1575" b="0">
                <a:solidFill>
                  <a:srgbClr val="586872"/>
                </a:solidFill>
                <a:latin typeface="IPAexGothic"/>
                <a:ea typeface="IPAexGothic"/>
                <a:cs typeface="IPAexGothic"/>
              </a:defRPr>
            </a:lvl1pPr>
            <a:lvl2pPr algn="l">
              <a:buNone/>
              <a:defRPr sz="1575" b="0">
                <a:solidFill>
                  <a:srgbClr val="586872"/>
                </a:solidFill>
                <a:latin typeface="IPAexGothic"/>
                <a:ea typeface="IPAexGothic"/>
                <a:cs typeface="IPAexGothic"/>
              </a:defRPr>
            </a:lvl2pPr>
            <a:lvl3pPr algn="l">
              <a:buNone/>
              <a:defRPr sz="1575" b="0">
                <a:solidFill>
                  <a:srgbClr val="586872"/>
                </a:solidFill>
                <a:latin typeface="IPAexGothic"/>
                <a:ea typeface="IPAexGothic"/>
                <a:cs typeface="IPAexGothic"/>
              </a:defRPr>
            </a:lvl3pPr>
            <a:lvl4pPr algn="l">
              <a:buNone/>
              <a:defRPr sz="1575" b="0">
                <a:solidFill>
                  <a:srgbClr val="586872"/>
                </a:solidFill>
                <a:latin typeface="IPAexGothic"/>
                <a:ea typeface="IPAexGothic"/>
                <a:cs typeface="IPAexGothic"/>
              </a:defRPr>
            </a:lvl4pPr>
            <a:lvl5pPr algn="l">
              <a:buNone/>
              <a:defRPr sz="1575" b="0">
                <a:solidFill>
                  <a:srgbClr val="586872"/>
                </a:solidFill>
                <a:latin typeface="IPAexGothic"/>
                <a:ea typeface="IPAexGothic"/>
                <a:cs typeface="IPAexGothic"/>
              </a:defRPr>
            </a:lvl5pPr>
            <a:lvl6pPr algn="l">
              <a:buNone/>
              <a:defRPr sz="1575" b="0">
                <a:solidFill>
                  <a:srgbClr val="586872"/>
                </a:solidFill>
                <a:latin typeface="IPAexGothic"/>
                <a:ea typeface="IPAexGothic"/>
                <a:cs typeface="IPAexGothic"/>
              </a:defRPr>
            </a:lvl6pPr>
            <a:lvl7pPr algn="l">
              <a:buNone/>
              <a:defRPr sz="1575" b="0">
                <a:solidFill>
                  <a:srgbClr val="586872"/>
                </a:solidFill>
                <a:latin typeface="IPAexGothic"/>
                <a:ea typeface="IPAexGothic"/>
                <a:cs typeface="IPAexGothic"/>
              </a:defRPr>
            </a:lvl7pPr>
            <a:lvl8pPr algn="l">
              <a:buNone/>
              <a:defRPr sz="1575" b="0">
                <a:solidFill>
                  <a:srgbClr val="586872"/>
                </a:solidFill>
                <a:latin typeface="IPAexGothic"/>
                <a:ea typeface="IPAexGothic"/>
                <a:cs typeface="IPAexGothic"/>
              </a:defRPr>
            </a:lvl8pPr>
            <a:lvl9pPr algn="l">
              <a:buNone/>
              <a:defRPr sz="1575" b="0">
                <a:solidFill>
                  <a:srgbClr val="586872"/>
                </a:solidFill>
                <a:latin typeface="IPAexGothic"/>
                <a:ea typeface="IPAexGothic"/>
                <a:cs typeface="IPAexGothic"/>
              </a:defRPr>
            </a:lvl9pPr>
          </a:lstStyle>
          <a:p xmlns:a="http://schemas.openxmlformats.org/drawingml/2006/main">
            <a:pPr algn="l">
              <a:buNone/>
              <a:defRPr sz="1575" b="0">
                <a:solidFill>
                  <a:srgbClr val="586872"/>
                </a:solidFill>
                <a:latin typeface="IPAexGothic"/>
                <a:ea typeface="IPAexGothic"/>
                <a:cs typeface="IPAexGothic"/>
              </a:defRPr>
            </a:pPr>
            <a:r>
              <a:rPr sz="1575" b="0">
                <a:solidFill>
                  <a:srgbClr val="586872"/>
                </a:solidFill>
                <a:latin typeface="IPAexGothic"/>
                <a:ea typeface="IPAexGothic"/>
                <a:cs typeface="IPAexGothic"/>
              </a:rPr>
              <a:t>条件を並べるだけでは弱い。新規性・進歩性は構成と出願時点と文言の確定後に評価する</a:t>
            </a:r>
          </a:p>
        </p:txBody>
      </p:sp>
    </p:spTree>
    <p:extLst>
      <p:ext uri="{BB962C8B-B14F-4D97-AF65-F5344CB8AC3E}">
        <p14:creationId xmlns:p14="http://schemas.microsoft.com/office/powerpoint/2010/main" val="305266067"/>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22EED785-03FC-450D-A91C-0A9494C88580}"/>
              </a:ext>
            </a:extLst>
          </p:cNvPr>
          <p:cNvCxnSpPr>
            <a:stCxn xmlns:a="http://schemas.openxmlformats.org/drawingml/2006/main" id="5" idx="3"/>
            <a:endCxn xmlns:a="http://schemas.openxmlformats.org/drawingml/2006/main" id="13" idx="3"/>
          </p:cNvCxnSpPr>
          <p:nvPr/>
        </p:nvCxnSpPr>
        <p:spPr>
          <a:xfrm xmlns:a="http://schemas.openxmlformats.org/drawingml/2006/main">
            <a:off x="11239500" y="2076450"/>
            <a:ext cx="228600" cy="3838575"/>
          </a:xfrm>
          <a:prstGeom xmlns:a="http://schemas.openxmlformats.org/drawingml/2006/main" prst="bentConnector4">
            <a:avLst/>
          </a:prstGeom>
          <a:ln xmlns:a="http://schemas.openxmlformats.org/drawingml/2006/main" w="19050">
            <a:solidFill>
              <a:srgbClr val="236487"/>
            </a:solidFill>
            <a:prstDash val="solid"/>
            <a:tailEnd type="arrow" w="med" len="med"/>
          </a:ln>
        </p:spPr>
      </p:cxnSp>
      <p:cxnSp>
        <p:nvCxnSpPr>
          <p:cNvPr id="12" name="">
            <a:extLst xmlns:a="http://schemas.openxmlformats.org/drawingml/2006/main">
              <a:ext uri="{FF2B5EF4-FFF2-40B4-BE49-F238E27FC236}">
                <a16:creationId xmlns:a16="http://schemas.microsoft.com/office/drawing/2014/main" id="{2408F714-807C-46B8-B1CB-F6227AB18097}"/>
              </a:ext>
            </a:extLst>
          </p:cNvPr>
          <p:cNvCxnSpPr>
            <a:stCxn xmlns:a="http://schemas.openxmlformats.org/drawingml/2006/main" id="4" idx="3"/>
            <a:endCxn xmlns:a="http://schemas.openxmlformats.org/drawingml/2006/main" id="8" idx="1"/>
          </p:cNvCxnSpPr>
          <p:nvPr/>
        </p:nvCxnSpPr>
        <p:spPr>
          <a:xfrm xmlns:a="http://schemas.openxmlformats.org/drawingml/2006/main">
            <a:off x="4238625" y="3595688"/>
            <a:ext cx="1762125" cy="1481138"/>
          </a:xfrm>
          <a:prstGeom xmlns:a="http://schemas.openxmlformats.org/drawingml/2006/main" prst="bentConnector3">
            <a:avLst>
              <a:gd name="adj1" fmla="val 87027"/>
            </a:avLst>
          </a:prstGeom>
          <a:ln xmlns:a="http://schemas.openxmlformats.org/drawingml/2006/main" w="19050">
            <a:solidFill>
              <a:srgbClr val="236487"/>
            </a:solidFill>
            <a:prstDash val="solid"/>
            <a:tailEnd type="arrow" w="med" len="med"/>
          </a:ln>
        </p:spPr>
      </p:cxnSp>
      <p:cxnSp>
        <p:nvCxnSpPr>
          <p:cNvPr id="11" name="">
            <a:extLst xmlns:a="http://schemas.openxmlformats.org/drawingml/2006/main">
              <a:ext uri="{FF2B5EF4-FFF2-40B4-BE49-F238E27FC236}">
                <a16:creationId xmlns:a16="http://schemas.microsoft.com/office/drawing/2014/main" id="{CEDB42CA-3387-49F5-A7BC-9AB3D7956A22}"/>
              </a:ext>
            </a:extLst>
          </p:cNvPr>
          <p:cNvCxnSpPr>
            <a:stCxn xmlns:a="http://schemas.openxmlformats.org/drawingml/2006/main" id="4" idx="3"/>
            <a:endCxn xmlns:a="http://schemas.openxmlformats.org/drawingml/2006/main" id="7" idx="1"/>
          </p:cNvCxnSpPr>
          <p:nvPr/>
        </p:nvCxnSpPr>
        <p:spPr>
          <a:xfrm xmlns:a="http://schemas.openxmlformats.org/drawingml/2006/main">
            <a:off x="4238625" y="3595688"/>
            <a:ext cx="1762125" cy="481013"/>
          </a:xfrm>
          <a:prstGeom xmlns:a="http://schemas.openxmlformats.org/drawingml/2006/main" prst="bentConnector3">
            <a:avLst>
              <a:gd name="adj1" fmla="val 50000"/>
            </a:avLst>
          </a:prstGeom>
          <a:ln xmlns:a="http://schemas.openxmlformats.org/drawingml/2006/main" w="19050">
            <a:solidFill>
              <a:srgbClr val="236487"/>
            </a:solidFill>
            <a:prstDash val="solid"/>
            <a:tailEnd type="arrow" w="med" len="med"/>
          </a:ln>
        </p:spPr>
      </p:cxnSp>
      <p:cxnSp>
        <p:nvCxnSpPr>
          <p:cNvPr id="10" name="">
            <a:extLst xmlns:a="http://schemas.openxmlformats.org/drawingml/2006/main">
              <a:ext uri="{FF2B5EF4-FFF2-40B4-BE49-F238E27FC236}">
                <a16:creationId xmlns:a16="http://schemas.microsoft.com/office/drawing/2014/main" id="{2647FF93-A27C-4845-88EB-3115E7863C35}"/>
              </a:ext>
            </a:extLst>
          </p:cNvPr>
          <p:cNvCxnSpPr>
            <a:stCxn xmlns:a="http://schemas.openxmlformats.org/drawingml/2006/main" id="4" idx="3"/>
            <a:endCxn xmlns:a="http://schemas.openxmlformats.org/drawingml/2006/main" id="6" idx="1"/>
          </p:cNvCxnSpPr>
          <p:nvPr/>
        </p:nvCxnSpPr>
        <p:spPr>
          <a:xfrm xmlns:a="http://schemas.openxmlformats.org/drawingml/2006/main" flipV="1">
            <a:off x="4238625" y="3076575"/>
            <a:ext cx="1762125" cy="519113"/>
          </a:xfrm>
          <a:prstGeom xmlns:a="http://schemas.openxmlformats.org/drawingml/2006/main" prst="bentConnector3">
            <a:avLst>
              <a:gd name="adj1" fmla="val 50000"/>
            </a:avLst>
          </a:prstGeom>
          <a:ln xmlns:a="http://schemas.openxmlformats.org/drawingml/2006/main" w="19050">
            <a:solidFill>
              <a:srgbClr val="236487"/>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56E385CA-0C7B-45FB-98F7-5F9D64DEDF11}"/>
              </a:ext>
            </a:extLst>
          </p:cNvPr>
          <p:cNvCxnSpPr>
            <a:stCxn xmlns:a="http://schemas.openxmlformats.org/drawingml/2006/main" id="4" idx="3"/>
            <a:endCxn xmlns:a="http://schemas.openxmlformats.org/drawingml/2006/main" id="5" idx="1"/>
          </p:cNvCxnSpPr>
          <p:nvPr/>
        </p:nvCxnSpPr>
        <p:spPr>
          <a:xfrm xmlns:a="http://schemas.openxmlformats.org/drawingml/2006/main" flipV="1">
            <a:off x="4238625" y="2076450"/>
            <a:ext cx="1762125" cy="1519238"/>
          </a:xfrm>
          <a:prstGeom xmlns:a="http://schemas.openxmlformats.org/drawingml/2006/main" prst="bentConnector3">
            <a:avLst>
              <a:gd name="adj1" fmla="val 50000"/>
            </a:avLst>
          </a:prstGeom>
          <a:ln xmlns:a="http://schemas.openxmlformats.org/drawingml/2006/main" w="19050">
            <a:solidFill>
              <a:srgbClr val="236487"/>
            </a:solidFill>
            <a:prstDash val="solid"/>
            <a:tailEnd type="arrow" w="med" len="med"/>
          </a:ln>
        </p:spPr>
      </p:cxnSp>
      <p:sp>
        <p:nvSpPr>
          <p:cNvPr id="16" name="headline">
            <a:extLst xmlns:a="http://schemas.openxmlformats.org/drawingml/2006/main">
              <a:ext uri="{FF2B5EF4-FFF2-40B4-BE49-F238E27FC236}">
                <a16:creationId xmlns:a16="http://schemas.microsoft.com/office/drawing/2014/main" id="{F94EC29C-A7C4-4C64-850D-4AAD1F34063D}"/>
              </a:ext>
            </a:extLst>
          </p:cNvPr>
          <p:cNvSpPr>
            <a:spLocks xmlns:a="http://schemas.openxmlformats.org/drawingml/2006/main" noGrp="1"/>
          </p:cNvSpPr>
          <p:nvPr/>
        </p:nvSpPr>
        <p:spPr>
          <a:xfrm xmlns:a="http://schemas.openxmlformats.org/drawingml/2006/main">
            <a:off x="590550" y="333375"/>
            <a:ext cx="1095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72B3A"/>
                </a:solidFill>
                <a:latin typeface="IPAexGothic"/>
                <a:ea typeface="IPAexGothic"/>
                <a:cs typeface="IPAexGothic"/>
              </a:defRPr>
            </a:defPPr>
            <a:lvl1pPr algn="l">
              <a:buNone/>
              <a:defRPr sz="3300" b="1">
                <a:solidFill>
                  <a:srgbClr val="172B3A"/>
                </a:solidFill>
                <a:latin typeface="IPAexGothic"/>
                <a:ea typeface="IPAexGothic"/>
                <a:cs typeface="IPAexGothic"/>
              </a:defRPr>
            </a:lvl1pPr>
            <a:lvl2pPr algn="l">
              <a:buNone/>
              <a:defRPr sz="3300" b="1">
                <a:solidFill>
                  <a:srgbClr val="172B3A"/>
                </a:solidFill>
                <a:latin typeface="IPAexGothic"/>
                <a:ea typeface="IPAexGothic"/>
                <a:cs typeface="IPAexGothic"/>
              </a:defRPr>
            </a:lvl2pPr>
            <a:lvl3pPr algn="l">
              <a:buNone/>
              <a:defRPr sz="3300" b="1">
                <a:solidFill>
                  <a:srgbClr val="172B3A"/>
                </a:solidFill>
                <a:latin typeface="IPAexGothic"/>
                <a:ea typeface="IPAexGothic"/>
                <a:cs typeface="IPAexGothic"/>
              </a:defRPr>
            </a:lvl3pPr>
            <a:lvl4pPr algn="l">
              <a:buNone/>
              <a:defRPr sz="3300" b="1">
                <a:solidFill>
                  <a:srgbClr val="172B3A"/>
                </a:solidFill>
                <a:latin typeface="IPAexGothic"/>
                <a:ea typeface="IPAexGothic"/>
                <a:cs typeface="IPAexGothic"/>
              </a:defRPr>
            </a:lvl4pPr>
            <a:lvl5pPr algn="l">
              <a:buNone/>
              <a:defRPr sz="3300" b="1">
                <a:solidFill>
                  <a:srgbClr val="172B3A"/>
                </a:solidFill>
                <a:latin typeface="IPAexGothic"/>
                <a:ea typeface="IPAexGothic"/>
                <a:cs typeface="IPAexGothic"/>
              </a:defRPr>
            </a:lvl5pPr>
            <a:lvl6pPr algn="l">
              <a:buNone/>
              <a:defRPr sz="3300" b="1">
                <a:solidFill>
                  <a:srgbClr val="172B3A"/>
                </a:solidFill>
                <a:latin typeface="IPAexGothic"/>
                <a:ea typeface="IPAexGothic"/>
                <a:cs typeface="IPAexGothic"/>
              </a:defRPr>
            </a:lvl6pPr>
            <a:lvl7pPr algn="l">
              <a:buNone/>
              <a:defRPr sz="3300" b="1">
                <a:solidFill>
                  <a:srgbClr val="172B3A"/>
                </a:solidFill>
                <a:latin typeface="IPAexGothic"/>
                <a:ea typeface="IPAexGothic"/>
                <a:cs typeface="IPAexGothic"/>
              </a:defRPr>
            </a:lvl7pPr>
            <a:lvl8pPr algn="l">
              <a:buNone/>
              <a:defRPr sz="3300" b="1">
                <a:solidFill>
                  <a:srgbClr val="172B3A"/>
                </a:solidFill>
                <a:latin typeface="IPAexGothic"/>
                <a:ea typeface="IPAexGothic"/>
                <a:cs typeface="IPAexGothic"/>
              </a:defRPr>
            </a:lvl8pPr>
            <a:lvl9pPr algn="l">
              <a:buNone/>
              <a:defRPr sz="3300" b="1">
                <a:solidFill>
                  <a:srgbClr val="172B3A"/>
                </a:solidFill>
                <a:latin typeface="IPAexGothic"/>
                <a:ea typeface="IPAexGothic"/>
                <a:cs typeface="IPAexGothic"/>
              </a:defRPr>
            </a:lvl9pPr>
          </a:lstStyle>
          <a:p xmlns:a="http://schemas.openxmlformats.org/drawingml/2006/main">
            <a:pPr algn="l">
              <a:buNone/>
              <a:defRPr sz="3300" b="1">
                <a:solidFill>
                  <a:srgbClr val="172B3A"/>
                </a:solidFill>
                <a:latin typeface="IPAexGothic"/>
                <a:ea typeface="IPAexGothic"/>
                <a:cs typeface="IPAexGothic"/>
              </a:defRPr>
            </a:pPr>
            <a:r>
              <a:rPr sz="3300" b="1">
                <a:solidFill>
                  <a:srgbClr val="172B3A"/>
                </a:solidFill>
                <a:latin typeface="IPAexGothic"/>
                <a:ea typeface="IPAexGothic"/>
                <a:cs typeface="IPAexGothic"/>
              </a:rPr>
              <a:t>6項の請求項構成案</a:t>
            </a:r>
          </a:p>
        </p:txBody>
      </p:sp>
      <p:sp>
        <p:nvSpPr>
          <p:cNvPr id="2" name="summary">
            <a:extLst xmlns:a="http://schemas.openxmlformats.org/drawingml/2006/main">
              <a:ext uri="{FF2B5EF4-FFF2-40B4-BE49-F238E27FC236}">
                <a16:creationId xmlns:a16="http://schemas.microsoft.com/office/drawing/2014/main" id="{D5E4301B-A83E-4472-8C42-3A09E2713E32}"/>
              </a:ext>
            </a:extLst>
          </p:cNvPr>
          <p:cNvSpPr>
            <a:spLocks xmlns:a="http://schemas.openxmlformats.org/drawingml/2006/main" noGrp="1"/>
          </p:cNvSpPr>
          <p:nvPr/>
        </p:nvSpPr>
        <p:spPr>
          <a:xfrm xmlns:a="http://schemas.openxmlformats.org/drawingml/2006/main">
            <a:off x="609600" y="1028700"/>
            <a:ext cx="10896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86872"/>
                </a:solidFill>
                <a:latin typeface="IPAexGothic"/>
                <a:ea typeface="IPAexGothic"/>
                <a:cs typeface="IPAexGothic"/>
              </a:defRPr>
            </a:defPPr>
            <a:lvl1pPr algn="l">
              <a:buNone/>
              <a:defRPr sz="1800" b="0">
                <a:solidFill>
                  <a:srgbClr val="586872"/>
                </a:solidFill>
                <a:latin typeface="IPAexGothic"/>
                <a:ea typeface="IPAexGothic"/>
                <a:cs typeface="IPAexGothic"/>
              </a:defRPr>
            </a:lvl1pPr>
            <a:lvl2pPr algn="l">
              <a:buNone/>
              <a:defRPr sz="1800" b="0">
                <a:solidFill>
                  <a:srgbClr val="586872"/>
                </a:solidFill>
                <a:latin typeface="IPAexGothic"/>
                <a:ea typeface="IPAexGothic"/>
                <a:cs typeface="IPAexGothic"/>
              </a:defRPr>
            </a:lvl2pPr>
            <a:lvl3pPr algn="l">
              <a:buNone/>
              <a:defRPr sz="1800" b="0">
                <a:solidFill>
                  <a:srgbClr val="586872"/>
                </a:solidFill>
                <a:latin typeface="IPAexGothic"/>
                <a:ea typeface="IPAexGothic"/>
                <a:cs typeface="IPAexGothic"/>
              </a:defRPr>
            </a:lvl3pPr>
            <a:lvl4pPr algn="l">
              <a:buNone/>
              <a:defRPr sz="1800" b="0">
                <a:solidFill>
                  <a:srgbClr val="586872"/>
                </a:solidFill>
                <a:latin typeface="IPAexGothic"/>
                <a:ea typeface="IPAexGothic"/>
                <a:cs typeface="IPAexGothic"/>
              </a:defRPr>
            </a:lvl4pPr>
            <a:lvl5pPr algn="l">
              <a:buNone/>
              <a:defRPr sz="1800" b="0">
                <a:solidFill>
                  <a:srgbClr val="586872"/>
                </a:solidFill>
                <a:latin typeface="IPAexGothic"/>
                <a:ea typeface="IPAexGothic"/>
                <a:cs typeface="IPAexGothic"/>
              </a:defRPr>
            </a:lvl5pPr>
            <a:lvl6pPr algn="l">
              <a:buNone/>
              <a:defRPr sz="1800" b="0">
                <a:solidFill>
                  <a:srgbClr val="586872"/>
                </a:solidFill>
                <a:latin typeface="IPAexGothic"/>
                <a:ea typeface="IPAexGothic"/>
                <a:cs typeface="IPAexGothic"/>
              </a:defRPr>
            </a:lvl6pPr>
            <a:lvl7pPr algn="l">
              <a:buNone/>
              <a:defRPr sz="1800" b="0">
                <a:solidFill>
                  <a:srgbClr val="586872"/>
                </a:solidFill>
                <a:latin typeface="IPAexGothic"/>
                <a:ea typeface="IPAexGothic"/>
                <a:cs typeface="IPAexGothic"/>
              </a:defRPr>
            </a:lvl7pPr>
            <a:lvl8pPr algn="l">
              <a:buNone/>
              <a:defRPr sz="1800" b="0">
                <a:solidFill>
                  <a:srgbClr val="586872"/>
                </a:solidFill>
                <a:latin typeface="IPAexGothic"/>
                <a:ea typeface="IPAexGothic"/>
                <a:cs typeface="IPAexGothic"/>
              </a:defRPr>
            </a:lvl8pPr>
            <a:lvl9pPr algn="l">
              <a:buNone/>
              <a:defRPr sz="1800" b="0">
                <a:solidFill>
                  <a:srgbClr val="586872"/>
                </a:solidFill>
                <a:latin typeface="IPAexGothic"/>
                <a:ea typeface="IPAexGothic"/>
                <a:cs typeface="IPAexGothic"/>
              </a:defRPr>
            </a:lvl9pPr>
          </a:lstStyle>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請求項1に発明の基本構成を置き、2〜5で個別の条件を追加し、6は2を引用する構成案です。</a:t>
            </a:r>
          </a:p>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引用する項の条件も含めて技術範囲を読み、追加部分だけの差分と請求項全体を区別します。</a:t>
            </a:r>
          </a:p>
        </p:txBody>
      </p:sp>
      <p:sp>
        <p:nvSpPr>
          <p:cNvPr id="3" name="text-2">
            <a:extLst xmlns:a="http://schemas.openxmlformats.org/drawingml/2006/main">
              <a:ext uri="{FF2B5EF4-FFF2-40B4-BE49-F238E27FC236}">
                <a16:creationId xmlns:a16="http://schemas.microsoft.com/office/drawing/2014/main" id="{21A08EFC-69A3-461C-8DF5-4A79992456D3}"/>
              </a:ext>
            </a:extLst>
          </p:cNvPr>
          <p:cNvSpPr>
            <a:spLocks xmlns:a="http://schemas.openxmlformats.org/drawingml/2006/main" noGrp="1"/>
          </p:cNvSpPr>
          <p:nvPr/>
        </p:nvSpPr>
        <p:spPr>
          <a:xfrm xmlns:a="http://schemas.openxmlformats.org/drawingml/2006/main">
            <a:off x="11239500" y="644842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872"/>
                </a:solidFill>
                <a:latin typeface="IPAexGothic"/>
                <a:ea typeface="IPAexGothic"/>
                <a:cs typeface="IPAexGothic"/>
              </a:defRPr>
            </a:defPPr>
            <a:lvl1pPr algn="r">
              <a:buNone/>
              <a:defRPr sz="1275" b="0">
                <a:solidFill>
                  <a:srgbClr val="586872"/>
                </a:solidFill>
                <a:latin typeface="IPAexGothic"/>
                <a:ea typeface="IPAexGothic"/>
                <a:cs typeface="IPAexGothic"/>
              </a:defRPr>
            </a:lvl1pPr>
            <a:lvl2pPr algn="r">
              <a:buNone/>
              <a:defRPr sz="1275" b="0">
                <a:solidFill>
                  <a:srgbClr val="586872"/>
                </a:solidFill>
                <a:latin typeface="IPAexGothic"/>
                <a:ea typeface="IPAexGothic"/>
                <a:cs typeface="IPAexGothic"/>
              </a:defRPr>
            </a:lvl2pPr>
            <a:lvl3pPr algn="r">
              <a:buNone/>
              <a:defRPr sz="1275" b="0">
                <a:solidFill>
                  <a:srgbClr val="586872"/>
                </a:solidFill>
                <a:latin typeface="IPAexGothic"/>
                <a:ea typeface="IPAexGothic"/>
                <a:cs typeface="IPAexGothic"/>
              </a:defRPr>
            </a:lvl3pPr>
            <a:lvl4pPr algn="r">
              <a:buNone/>
              <a:defRPr sz="1275" b="0">
                <a:solidFill>
                  <a:srgbClr val="586872"/>
                </a:solidFill>
                <a:latin typeface="IPAexGothic"/>
                <a:ea typeface="IPAexGothic"/>
                <a:cs typeface="IPAexGothic"/>
              </a:defRPr>
            </a:lvl4pPr>
            <a:lvl5pPr algn="r">
              <a:buNone/>
              <a:defRPr sz="1275" b="0">
                <a:solidFill>
                  <a:srgbClr val="586872"/>
                </a:solidFill>
                <a:latin typeface="IPAexGothic"/>
                <a:ea typeface="IPAexGothic"/>
                <a:cs typeface="IPAexGothic"/>
              </a:defRPr>
            </a:lvl5pPr>
            <a:lvl6pPr algn="r">
              <a:buNone/>
              <a:defRPr sz="1275" b="0">
                <a:solidFill>
                  <a:srgbClr val="586872"/>
                </a:solidFill>
                <a:latin typeface="IPAexGothic"/>
                <a:ea typeface="IPAexGothic"/>
                <a:cs typeface="IPAexGothic"/>
              </a:defRPr>
            </a:lvl6pPr>
            <a:lvl7pPr algn="r">
              <a:buNone/>
              <a:defRPr sz="1275" b="0">
                <a:solidFill>
                  <a:srgbClr val="586872"/>
                </a:solidFill>
                <a:latin typeface="IPAexGothic"/>
                <a:ea typeface="IPAexGothic"/>
                <a:cs typeface="IPAexGothic"/>
              </a:defRPr>
            </a:lvl7pPr>
            <a:lvl8pPr algn="r">
              <a:buNone/>
              <a:defRPr sz="1275" b="0">
                <a:solidFill>
                  <a:srgbClr val="586872"/>
                </a:solidFill>
                <a:latin typeface="IPAexGothic"/>
                <a:ea typeface="IPAexGothic"/>
                <a:cs typeface="IPAexGothic"/>
              </a:defRPr>
            </a:lvl8pPr>
            <a:lvl9pPr algn="r">
              <a:buNone/>
              <a:defRPr sz="1275" b="0">
                <a:solidFill>
                  <a:srgbClr val="586872"/>
                </a:solidFill>
                <a:latin typeface="IPAexGothic"/>
                <a:ea typeface="IPAexGothic"/>
                <a:cs typeface="IPAexGothic"/>
              </a:defRPr>
            </a:lvl9pPr>
          </a:lstStyle>
          <a:p xmlns:a="http://schemas.openxmlformats.org/drawingml/2006/main">
            <a:pPr algn="r">
              <a:buNone/>
              <a:defRPr sz="1275" b="0">
                <a:solidFill>
                  <a:srgbClr val="586872"/>
                </a:solidFill>
                <a:latin typeface="IPAexGothic"/>
                <a:ea typeface="IPAexGothic"/>
                <a:cs typeface="IPAexGothic"/>
              </a:defRPr>
            </a:pPr>
            <a:r>
              <a:rPr sz="1275" b="0">
                <a:solidFill>
                  <a:srgbClr val="586872"/>
                </a:solidFill>
                <a:latin typeface="IPAexGothic"/>
                <a:ea typeface="IPAexGothic"/>
                <a:cs typeface="IPAexGothic"/>
              </a:rPr>
              <a:t>49</a:t>
            </a:r>
          </a:p>
        </p:txBody>
      </p:sp>
      <p:sp>
        <p:nvSpPr>
          <p:cNvPr id="4" name="diagram-3">
            <a:extLst xmlns:a="http://schemas.openxmlformats.org/drawingml/2006/main">
              <a:ext uri="{FF2B5EF4-FFF2-40B4-BE49-F238E27FC236}">
                <a16:creationId xmlns:a16="http://schemas.microsoft.com/office/drawing/2014/main" id="{58B1EF91-0B21-4389-A49E-D89FCEE04B76}"/>
              </a:ext>
            </a:extLst>
          </p:cNvPr>
          <p:cNvSpPr>
            <a:spLocks xmlns:a="http://schemas.openxmlformats.org/drawingml/2006/main" noGrp="1"/>
          </p:cNvSpPr>
          <p:nvPr/>
        </p:nvSpPr>
        <p:spPr>
          <a:xfrm xmlns:a="http://schemas.openxmlformats.org/drawingml/2006/main">
            <a:off x="619125" y="3000375"/>
            <a:ext cx="3619500" cy="1190625"/>
          </a:xfrm>
          <a:prstGeom xmlns:a="http://schemas.openxmlformats.org/drawingml/2006/main" prst="rect">
            <a:avLst/>
          </a:prstGeom>
          <a:solidFill xmlns:a="http://schemas.openxmlformats.org/drawingml/2006/main">
            <a:srgbClr val="EAF1F5"/>
          </a:solidFill>
          <a:ln xmlns:a="http://schemas.openxmlformats.org/drawingml/2006/main" w="14288">
            <a:solidFill>
              <a:srgbClr val="236487"/>
            </a:solidFill>
            <a:prstDash val="solid"/>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72B3A"/>
                </a:solidFill>
                <a:latin typeface="IPAexGothic"/>
                <a:ea typeface="IPAexGothic"/>
                <a:cs typeface="IPAexGothic"/>
              </a:defRPr>
            </a:defPPr>
            <a:lvl1pPr algn="ctr">
              <a:buNone/>
              <a:defRPr sz="2025" b="1">
                <a:solidFill>
                  <a:srgbClr val="172B3A"/>
                </a:solidFill>
                <a:latin typeface="IPAexGothic"/>
                <a:ea typeface="IPAexGothic"/>
                <a:cs typeface="IPAexGothic"/>
              </a:defRPr>
            </a:lvl1pPr>
            <a:lvl2pPr algn="ctr">
              <a:buNone/>
              <a:defRPr sz="2025" b="1">
                <a:solidFill>
                  <a:srgbClr val="172B3A"/>
                </a:solidFill>
                <a:latin typeface="IPAexGothic"/>
                <a:ea typeface="IPAexGothic"/>
                <a:cs typeface="IPAexGothic"/>
              </a:defRPr>
            </a:lvl2pPr>
            <a:lvl3pPr algn="ctr">
              <a:buNone/>
              <a:defRPr sz="2025" b="1">
                <a:solidFill>
                  <a:srgbClr val="172B3A"/>
                </a:solidFill>
                <a:latin typeface="IPAexGothic"/>
                <a:ea typeface="IPAexGothic"/>
                <a:cs typeface="IPAexGothic"/>
              </a:defRPr>
            </a:lvl3pPr>
            <a:lvl4pPr algn="ctr">
              <a:buNone/>
              <a:defRPr sz="2025" b="1">
                <a:solidFill>
                  <a:srgbClr val="172B3A"/>
                </a:solidFill>
                <a:latin typeface="IPAexGothic"/>
                <a:ea typeface="IPAexGothic"/>
                <a:cs typeface="IPAexGothic"/>
              </a:defRPr>
            </a:lvl4pPr>
            <a:lvl5pPr algn="ctr">
              <a:buNone/>
              <a:defRPr sz="2025" b="1">
                <a:solidFill>
                  <a:srgbClr val="172B3A"/>
                </a:solidFill>
                <a:latin typeface="IPAexGothic"/>
                <a:ea typeface="IPAexGothic"/>
                <a:cs typeface="IPAexGothic"/>
              </a:defRPr>
            </a:lvl5pPr>
            <a:lvl6pPr algn="ctr">
              <a:buNone/>
              <a:defRPr sz="2025" b="1">
                <a:solidFill>
                  <a:srgbClr val="172B3A"/>
                </a:solidFill>
                <a:latin typeface="IPAexGothic"/>
                <a:ea typeface="IPAexGothic"/>
                <a:cs typeface="IPAexGothic"/>
              </a:defRPr>
            </a:lvl6pPr>
            <a:lvl7pPr algn="ctr">
              <a:buNone/>
              <a:defRPr sz="2025" b="1">
                <a:solidFill>
                  <a:srgbClr val="172B3A"/>
                </a:solidFill>
                <a:latin typeface="IPAexGothic"/>
                <a:ea typeface="IPAexGothic"/>
                <a:cs typeface="IPAexGothic"/>
              </a:defRPr>
            </a:lvl7pPr>
            <a:lvl8pPr algn="ctr">
              <a:buNone/>
              <a:defRPr sz="2025" b="1">
                <a:solidFill>
                  <a:srgbClr val="172B3A"/>
                </a:solidFill>
                <a:latin typeface="IPAexGothic"/>
                <a:ea typeface="IPAexGothic"/>
                <a:cs typeface="IPAexGothic"/>
              </a:defRPr>
            </a:lvl8pPr>
            <a:lvl9pPr algn="ctr">
              <a:buNone/>
              <a:defRPr sz="2025" b="1">
                <a:solidFill>
                  <a:srgbClr val="172B3A"/>
                </a:solidFill>
                <a:latin typeface="IPAexGothic"/>
                <a:ea typeface="IPAexGothic"/>
                <a:cs typeface="IPAexGothic"/>
              </a:defRPr>
            </a:lvl9pPr>
          </a:lstStyle>
          <a:p xmlns:a="http://schemas.openxmlformats.org/drawingml/2006/main">
            <a:pPr algn="ctr">
              <a:buNone/>
              <a:defRPr sz="2025" b="1">
                <a:solidFill>
                  <a:srgbClr val="172B3A"/>
                </a:solidFill>
                <a:latin typeface="IPAexGothic"/>
                <a:ea typeface="IPAexGothic"/>
                <a:cs typeface="IPAexGothic"/>
              </a:defRPr>
            </a:pPr>
            <a:r>
              <a:rPr sz="2025" b="1">
                <a:solidFill>
                  <a:srgbClr val="172B3A"/>
                </a:solidFill>
                <a:latin typeface="IPAexGothic"/>
                <a:ea typeface="IPAexGothic"/>
                <a:cs typeface="IPAexGothic"/>
              </a:rPr>
              <a:t>1 独立項</a:t>
            </a:r>
          </a:p>
          <a:p xmlns:a="http://schemas.openxmlformats.org/drawingml/2006/main">
            <a:pPr algn="ctr">
              <a:buNone/>
              <a:defRPr sz="2025" b="1">
                <a:solidFill>
                  <a:srgbClr val="172B3A"/>
                </a:solidFill>
                <a:latin typeface="IPAexGothic"/>
                <a:ea typeface="IPAexGothic"/>
                <a:cs typeface="IPAexGothic"/>
              </a:defRPr>
            </a:pPr>
            <a:r>
              <a:rPr sz="2025" b="1">
                <a:solidFill>
                  <a:srgbClr val="172B3A"/>
                </a:solidFill>
                <a:latin typeface="IPAexGothic"/>
                <a:ea typeface="IPAexGothic"/>
                <a:cs typeface="IPAexGothic"/>
              </a:rPr>
              <a:t>同一パターンによる</a:t>
            </a:r>
          </a:p>
          <a:p xmlns:a="http://schemas.openxmlformats.org/drawingml/2006/main">
            <a:pPr algn="ctr">
              <a:buNone/>
              <a:defRPr sz="2025" b="1">
                <a:solidFill>
                  <a:srgbClr val="172B3A"/>
                </a:solidFill>
                <a:latin typeface="IPAexGothic"/>
                <a:ea typeface="IPAexGothic"/>
                <a:cs typeface="IPAexGothic"/>
              </a:defRPr>
            </a:pPr>
            <a:r>
              <a:rPr sz="2025" b="1">
                <a:solidFill>
                  <a:srgbClr val="172B3A"/>
                </a:solidFill>
                <a:latin typeface="IPAexGothic"/>
                <a:ea typeface="IPAexGothic"/>
                <a:cs typeface="IPAexGothic"/>
              </a:rPr>
              <a:t>連動制御</a:t>
            </a:r>
          </a:p>
        </p:txBody>
      </p:sp>
      <p:sp>
        <p:nvSpPr>
          <p:cNvPr id="5" name="diagram-4">
            <a:extLst xmlns:a="http://schemas.openxmlformats.org/drawingml/2006/main">
              <a:ext uri="{FF2B5EF4-FFF2-40B4-BE49-F238E27FC236}">
                <a16:creationId xmlns:a16="http://schemas.microsoft.com/office/drawing/2014/main" id="{CA8A2A5A-439B-44C6-984A-25953F9C546A}"/>
              </a:ext>
            </a:extLst>
          </p:cNvPr>
          <p:cNvSpPr>
            <a:spLocks xmlns:a="http://schemas.openxmlformats.org/drawingml/2006/main" noGrp="1"/>
          </p:cNvSpPr>
          <p:nvPr/>
        </p:nvSpPr>
        <p:spPr>
          <a:xfrm xmlns:a="http://schemas.openxmlformats.org/drawingml/2006/main">
            <a:off x="6000750" y="1714500"/>
            <a:ext cx="5238750" cy="723900"/>
          </a:xfrm>
          <a:prstGeom xmlns:a="http://schemas.openxmlformats.org/drawingml/2006/main" prst="rect">
            <a:avLst/>
          </a:prstGeom>
          <a:solidFill xmlns:a="http://schemas.openxmlformats.org/drawingml/2006/main">
            <a:srgbClr val="EAF1F5"/>
          </a:solidFill>
          <a:ln xmlns:a="http://schemas.openxmlformats.org/drawingml/2006/main" w="14288">
            <a:solidFill>
              <a:srgbClr val="236487"/>
            </a:solidFill>
            <a:prstDash val="solid"/>
          </a:ln>
        </p:spPr>
        <p:txBody>
          <a:bodyPr xmlns:a="http://schemas.openxmlformats.org/drawingml/2006/main" wrap="square" lIns="114300" tIns="114300" rIns="114300" bIns="114300" anchor="ctr">
            <a:noAutofit/>
          </a:bodyPr>
          <a:lstStyle xmlns:a="http://schemas.openxmlformats.org/drawingml/2006/main">
            <a:defPPr algn="ctr">
              <a:defRPr sz="1875" b="0">
                <a:solidFill>
                  <a:srgbClr val="172B3A"/>
                </a:solidFill>
                <a:latin typeface="IPAexGothic"/>
                <a:ea typeface="IPAexGothic"/>
                <a:cs typeface="IPAexGothic"/>
              </a:defRPr>
            </a:defPPr>
            <a:lvl1pPr algn="ctr">
              <a:buNone/>
              <a:defRPr sz="1875" b="0">
                <a:solidFill>
                  <a:srgbClr val="172B3A"/>
                </a:solidFill>
                <a:latin typeface="IPAexGothic"/>
                <a:ea typeface="IPAexGothic"/>
                <a:cs typeface="IPAexGothic"/>
              </a:defRPr>
            </a:lvl1pPr>
            <a:lvl2pPr algn="ctr">
              <a:buNone/>
              <a:defRPr sz="1875" b="0">
                <a:solidFill>
                  <a:srgbClr val="172B3A"/>
                </a:solidFill>
                <a:latin typeface="IPAexGothic"/>
                <a:ea typeface="IPAexGothic"/>
                <a:cs typeface="IPAexGothic"/>
              </a:defRPr>
            </a:lvl2pPr>
            <a:lvl3pPr algn="ctr">
              <a:buNone/>
              <a:defRPr sz="1875" b="0">
                <a:solidFill>
                  <a:srgbClr val="172B3A"/>
                </a:solidFill>
                <a:latin typeface="IPAexGothic"/>
                <a:ea typeface="IPAexGothic"/>
                <a:cs typeface="IPAexGothic"/>
              </a:defRPr>
            </a:lvl3pPr>
            <a:lvl4pPr algn="ctr">
              <a:buNone/>
              <a:defRPr sz="1875" b="0">
                <a:solidFill>
                  <a:srgbClr val="172B3A"/>
                </a:solidFill>
                <a:latin typeface="IPAexGothic"/>
                <a:ea typeface="IPAexGothic"/>
                <a:cs typeface="IPAexGothic"/>
              </a:defRPr>
            </a:lvl4pPr>
            <a:lvl5pPr algn="ctr">
              <a:buNone/>
              <a:defRPr sz="1875" b="0">
                <a:solidFill>
                  <a:srgbClr val="172B3A"/>
                </a:solidFill>
                <a:latin typeface="IPAexGothic"/>
                <a:ea typeface="IPAexGothic"/>
                <a:cs typeface="IPAexGothic"/>
              </a:defRPr>
            </a:lvl5pPr>
            <a:lvl6pPr algn="ctr">
              <a:buNone/>
              <a:defRPr sz="1875" b="0">
                <a:solidFill>
                  <a:srgbClr val="172B3A"/>
                </a:solidFill>
                <a:latin typeface="IPAexGothic"/>
                <a:ea typeface="IPAexGothic"/>
                <a:cs typeface="IPAexGothic"/>
              </a:defRPr>
            </a:lvl6pPr>
            <a:lvl7pPr algn="ctr">
              <a:buNone/>
              <a:defRPr sz="1875" b="0">
                <a:solidFill>
                  <a:srgbClr val="172B3A"/>
                </a:solidFill>
                <a:latin typeface="IPAexGothic"/>
                <a:ea typeface="IPAexGothic"/>
                <a:cs typeface="IPAexGothic"/>
              </a:defRPr>
            </a:lvl7pPr>
            <a:lvl8pPr algn="ctr">
              <a:buNone/>
              <a:defRPr sz="1875" b="0">
                <a:solidFill>
                  <a:srgbClr val="172B3A"/>
                </a:solidFill>
                <a:latin typeface="IPAexGothic"/>
                <a:ea typeface="IPAexGothic"/>
                <a:cs typeface="IPAexGothic"/>
              </a:defRPr>
            </a:lvl8pPr>
            <a:lvl9pPr algn="ctr">
              <a:buNone/>
              <a:defRPr sz="1875" b="0">
                <a:solidFill>
                  <a:srgbClr val="172B3A"/>
                </a:solidFill>
                <a:latin typeface="IPAexGothic"/>
                <a:ea typeface="IPAexGothic"/>
                <a:cs typeface="IPAexGothic"/>
              </a:defRPr>
            </a:lvl9pPr>
          </a:lstStyle>
          <a:p xmlns:a="http://schemas.openxmlformats.org/drawingml/2006/main">
            <a:pPr algn="ctr">
              <a:buNone/>
              <a:defRPr sz="1875" b="0">
                <a:solidFill>
                  <a:srgbClr val="172B3A"/>
                </a:solidFill>
                <a:latin typeface="IPAexGothic"/>
                <a:ea typeface="IPAexGothic"/>
                <a:cs typeface="IPAexGothic"/>
              </a:defRPr>
            </a:pPr>
            <a:r>
              <a:rPr sz="1875" b="0">
                <a:solidFill>
                  <a:srgbClr val="172B3A"/>
                </a:solidFill>
                <a:latin typeface="IPAexGothic"/>
                <a:ea typeface="IPAexGothic"/>
                <a:cs typeface="IPAexGothic"/>
              </a:rPr>
              <a:t>2 類似度分類と保護</a:t>
            </a:r>
          </a:p>
        </p:txBody>
      </p:sp>
      <p:sp>
        <p:nvSpPr>
          <p:cNvPr id="6" name="diagram-5">
            <a:extLst xmlns:a="http://schemas.openxmlformats.org/drawingml/2006/main">
              <a:ext uri="{FF2B5EF4-FFF2-40B4-BE49-F238E27FC236}">
                <a16:creationId xmlns:a16="http://schemas.microsoft.com/office/drawing/2014/main" id="{DE589C25-BABD-4590-A17C-783920AA604D}"/>
              </a:ext>
            </a:extLst>
          </p:cNvPr>
          <p:cNvSpPr>
            <a:spLocks xmlns:a="http://schemas.openxmlformats.org/drawingml/2006/main" noGrp="1"/>
          </p:cNvSpPr>
          <p:nvPr/>
        </p:nvSpPr>
        <p:spPr>
          <a:xfrm xmlns:a="http://schemas.openxmlformats.org/drawingml/2006/main">
            <a:off x="6000750" y="2714625"/>
            <a:ext cx="5238750" cy="723900"/>
          </a:xfrm>
          <a:prstGeom xmlns:a="http://schemas.openxmlformats.org/drawingml/2006/main" prst="rect">
            <a:avLst/>
          </a:prstGeom>
          <a:solidFill xmlns:a="http://schemas.openxmlformats.org/drawingml/2006/main">
            <a:srgbClr val="EAF1F5"/>
          </a:solidFill>
          <a:ln xmlns:a="http://schemas.openxmlformats.org/drawingml/2006/main" w="14288">
            <a:solidFill>
              <a:srgbClr val="236487"/>
            </a:solidFill>
            <a:prstDash val="solid"/>
          </a:ln>
        </p:spPr>
        <p:txBody>
          <a:bodyPr xmlns:a="http://schemas.openxmlformats.org/drawingml/2006/main" wrap="square" lIns="114300" tIns="114300" rIns="114300" bIns="114300" anchor="ctr">
            <a:noAutofit/>
          </a:bodyPr>
          <a:lstStyle xmlns:a="http://schemas.openxmlformats.org/drawingml/2006/main">
            <a:defPPr algn="ctr">
              <a:defRPr sz="1875" b="0">
                <a:solidFill>
                  <a:srgbClr val="172B3A"/>
                </a:solidFill>
                <a:latin typeface="IPAexGothic"/>
                <a:ea typeface="IPAexGothic"/>
                <a:cs typeface="IPAexGothic"/>
              </a:defRPr>
            </a:defPPr>
            <a:lvl1pPr algn="ctr">
              <a:buNone/>
              <a:defRPr sz="1875" b="0">
                <a:solidFill>
                  <a:srgbClr val="172B3A"/>
                </a:solidFill>
                <a:latin typeface="IPAexGothic"/>
                <a:ea typeface="IPAexGothic"/>
                <a:cs typeface="IPAexGothic"/>
              </a:defRPr>
            </a:lvl1pPr>
            <a:lvl2pPr algn="ctr">
              <a:buNone/>
              <a:defRPr sz="1875" b="0">
                <a:solidFill>
                  <a:srgbClr val="172B3A"/>
                </a:solidFill>
                <a:latin typeface="IPAexGothic"/>
                <a:ea typeface="IPAexGothic"/>
                <a:cs typeface="IPAexGothic"/>
              </a:defRPr>
            </a:lvl2pPr>
            <a:lvl3pPr algn="ctr">
              <a:buNone/>
              <a:defRPr sz="1875" b="0">
                <a:solidFill>
                  <a:srgbClr val="172B3A"/>
                </a:solidFill>
                <a:latin typeface="IPAexGothic"/>
                <a:ea typeface="IPAexGothic"/>
                <a:cs typeface="IPAexGothic"/>
              </a:defRPr>
            </a:lvl3pPr>
            <a:lvl4pPr algn="ctr">
              <a:buNone/>
              <a:defRPr sz="1875" b="0">
                <a:solidFill>
                  <a:srgbClr val="172B3A"/>
                </a:solidFill>
                <a:latin typeface="IPAexGothic"/>
                <a:ea typeface="IPAexGothic"/>
                <a:cs typeface="IPAexGothic"/>
              </a:defRPr>
            </a:lvl4pPr>
            <a:lvl5pPr algn="ctr">
              <a:buNone/>
              <a:defRPr sz="1875" b="0">
                <a:solidFill>
                  <a:srgbClr val="172B3A"/>
                </a:solidFill>
                <a:latin typeface="IPAexGothic"/>
                <a:ea typeface="IPAexGothic"/>
                <a:cs typeface="IPAexGothic"/>
              </a:defRPr>
            </a:lvl5pPr>
            <a:lvl6pPr algn="ctr">
              <a:buNone/>
              <a:defRPr sz="1875" b="0">
                <a:solidFill>
                  <a:srgbClr val="172B3A"/>
                </a:solidFill>
                <a:latin typeface="IPAexGothic"/>
                <a:ea typeface="IPAexGothic"/>
                <a:cs typeface="IPAexGothic"/>
              </a:defRPr>
            </a:lvl6pPr>
            <a:lvl7pPr algn="ctr">
              <a:buNone/>
              <a:defRPr sz="1875" b="0">
                <a:solidFill>
                  <a:srgbClr val="172B3A"/>
                </a:solidFill>
                <a:latin typeface="IPAexGothic"/>
                <a:ea typeface="IPAexGothic"/>
                <a:cs typeface="IPAexGothic"/>
              </a:defRPr>
            </a:lvl7pPr>
            <a:lvl8pPr algn="ctr">
              <a:buNone/>
              <a:defRPr sz="1875" b="0">
                <a:solidFill>
                  <a:srgbClr val="172B3A"/>
                </a:solidFill>
                <a:latin typeface="IPAexGothic"/>
                <a:ea typeface="IPAexGothic"/>
                <a:cs typeface="IPAexGothic"/>
              </a:defRPr>
            </a:lvl8pPr>
            <a:lvl9pPr algn="ctr">
              <a:buNone/>
              <a:defRPr sz="1875" b="0">
                <a:solidFill>
                  <a:srgbClr val="172B3A"/>
                </a:solidFill>
                <a:latin typeface="IPAexGothic"/>
                <a:ea typeface="IPAexGothic"/>
                <a:cs typeface="IPAexGothic"/>
              </a:defRPr>
            </a:lvl9pPr>
          </a:lstStyle>
          <a:p xmlns:a="http://schemas.openxmlformats.org/drawingml/2006/main">
            <a:pPr algn="ctr">
              <a:buNone/>
              <a:defRPr sz="1875" b="0">
                <a:solidFill>
                  <a:srgbClr val="172B3A"/>
                </a:solidFill>
                <a:latin typeface="IPAexGothic"/>
                <a:ea typeface="IPAexGothic"/>
                <a:cs typeface="IPAexGothic"/>
              </a:defRPr>
            </a:pPr>
            <a:r>
              <a:rPr sz="1875" b="0">
                <a:solidFill>
                  <a:srgbClr val="172B3A"/>
                </a:solidFill>
                <a:latin typeface="IPAexGothic"/>
                <a:ea typeface="IPAexGothic"/>
                <a:cs typeface="IPAexGothic"/>
              </a:rPr>
              <a:t>3 確立度と代替性能の評価</a:t>
            </a:r>
          </a:p>
        </p:txBody>
      </p:sp>
      <p:sp>
        <p:nvSpPr>
          <p:cNvPr id="7" name="diagram-6">
            <a:extLst xmlns:a="http://schemas.openxmlformats.org/drawingml/2006/main">
              <a:ext uri="{FF2B5EF4-FFF2-40B4-BE49-F238E27FC236}">
                <a16:creationId xmlns:a16="http://schemas.microsoft.com/office/drawing/2014/main" id="{42F25589-F0AF-4592-BCC6-8F29C1A1F974}"/>
              </a:ext>
            </a:extLst>
          </p:cNvPr>
          <p:cNvSpPr>
            <a:spLocks xmlns:a="http://schemas.openxmlformats.org/drawingml/2006/main" noGrp="1"/>
          </p:cNvSpPr>
          <p:nvPr/>
        </p:nvSpPr>
        <p:spPr>
          <a:xfrm xmlns:a="http://schemas.openxmlformats.org/drawingml/2006/main">
            <a:off x="6000750" y="3714750"/>
            <a:ext cx="5238750" cy="723900"/>
          </a:xfrm>
          <a:prstGeom xmlns:a="http://schemas.openxmlformats.org/drawingml/2006/main" prst="rect">
            <a:avLst/>
          </a:prstGeom>
          <a:solidFill xmlns:a="http://schemas.openxmlformats.org/drawingml/2006/main">
            <a:srgbClr val="EAF1F5"/>
          </a:solidFill>
          <a:ln xmlns:a="http://schemas.openxmlformats.org/drawingml/2006/main" w="14288">
            <a:solidFill>
              <a:srgbClr val="236487"/>
            </a:solidFill>
            <a:prstDash val="solid"/>
          </a:ln>
        </p:spPr>
        <p:txBody>
          <a:bodyPr xmlns:a="http://schemas.openxmlformats.org/drawingml/2006/main" wrap="square" lIns="114300" tIns="114300" rIns="114300" bIns="114300" anchor="ctr">
            <a:noAutofit/>
          </a:bodyPr>
          <a:lstStyle xmlns:a="http://schemas.openxmlformats.org/drawingml/2006/main">
            <a:defPPr algn="ctr">
              <a:defRPr sz="1875" b="0">
                <a:solidFill>
                  <a:srgbClr val="172B3A"/>
                </a:solidFill>
                <a:latin typeface="IPAexGothic"/>
                <a:ea typeface="IPAexGothic"/>
                <a:cs typeface="IPAexGothic"/>
              </a:defRPr>
            </a:defPPr>
            <a:lvl1pPr algn="ctr">
              <a:buNone/>
              <a:defRPr sz="1875" b="0">
                <a:solidFill>
                  <a:srgbClr val="172B3A"/>
                </a:solidFill>
                <a:latin typeface="IPAexGothic"/>
                <a:ea typeface="IPAexGothic"/>
                <a:cs typeface="IPAexGothic"/>
              </a:defRPr>
            </a:lvl1pPr>
            <a:lvl2pPr algn="ctr">
              <a:buNone/>
              <a:defRPr sz="1875" b="0">
                <a:solidFill>
                  <a:srgbClr val="172B3A"/>
                </a:solidFill>
                <a:latin typeface="IPAexGothic"/>
                <a:ea typeface="IPAexGothic"/>
                <a:cs typeface="IPAexGothic"/>
              </a:defRPr>
            </a:lvl2pPr>
            <a:lvl3pPr algn="ctr">
              <a:buNone/>
              <a:defRPr sz="1875" b="0">
                <a:solidFill>
                  <a:srgbClr val="172B3A"/>
                </a:solidFill>
                <a:latin typeface="IPAexGothic"/>
                <a:ea typeface="IPAexGothic"/>
                <a:cs typeface="IPAexGothic"/>
              </a:defRPr>
            </a:lvl3pPr>
            <a:lvl4pPr algn="ctr">
              <a:buNone/>
              <a:defRPr sz="1875" b="0">
                <a:solidFill>
                  <a:srgbClr val="172B3A"/>
                </a:solidFill>
                <a:latin typeface="IPAexGothic"/>
                <a:ea typeface="IPAexGothic"/>
                <a:cs typeface="IPAexGothic"/>
              </a:defRPr>
            </a:lvl4pPr>
            <a:lvl5pPr algn="ctr">
              <a:buNone/>
              <a:defRPr sz="1875" b="0">
                <a:solidFill>
                  <a:srgbClr val="172B3A"/>
                </a:solidFill>
                <a:latin typeface="IPAexGothic"/>
                <a:ea typeface="IPAexGothic"/>
                <a:cs typeface="IPAexGothic"/>
              </a:defRPr>
            </a:lvl5pPr>
            <a:lvl6pPr algn="ctr">
              <a:buNone/>
              <a:defRPr sz="1875" b="0">
                <a:solidFill>
                  <a:srgbClr val="172B3A"/>
                </a:solidFill>
                <a:latin typeface="IPAexGothic"/>
                <a:ea typeface="IPAexGothic"/>
                <a:cs typeface="IPAexGothic"/>
              </a:defRPr>
            </a:lvl6pPr>
            <a:lvl7pPr algn="ctr">
              <a:buNone/>
              <a:defRPr sz="1875" b="0">
                <a:solidFill>
                  <a:srgbClr val="172B3A"/>
                </a:solidFill>
                <a:latin typeface="IPAexGothic"/>
                <a:ea typeface="IPAexGothic"/>
                <a:cs typeface="IPAexGothic"/>
              </a:defRPr>
            </a:lvl7pPr>
            <a:lvl8pPr algn="ctr">
              <a:buNone/>
              <a:defRPr sz="1875" b="0">
                <a:solidFill>
                  <a:srgbClr val="172B3A"/>
                </a:solidFill>
                <a:latin typeface="IPAexGothic"/>
                <a:ea typeface="IPAexGothic"/>
                <a:cs typeface="IPAexGothic"/>
              </a:defRPr>
            </a:lvl8pPr>
            <a:lvl9pPr algn="ctr">
              <a:buNone/>
              <a:defRPr sz="1875" b="0">
                <a:solidFill>
                  <a:srgbClr val="172B3A"/>
                </a:solidFill>
                <a:latin typeface="IPAexGothic"/>
                <a:ea typeface="IPAexGothic"/>
                <a:cs typeface="IPAexGothic"/>
              </a:defRPr>
            </a:lvl9pPr>
          </a:lstStyle>
          <a:p xmlns:a="http://schemas.openxmlformats.org/drawingml/2006/main">
            <a:pPr algn="ctr">
              <a:buNone/>
              <a:defRPr sz="1875" b="0">
                <a:solidFill>
                  <a:srgbClr val="172B3A"/>
                </a:solidFill>
                <a:latin typeface="IPAexGothic"/>
                <a:ea typeface="IPAexGothic"/>
                <a:cs typeface="IPAexGothic"/>
              </a:defRPr>
            </a:pPr>
            <a:r>
              <a:rPr sz="1875" b="0">
                <a:solidFill>
                  <a:srgbClr val="172B3A"/>
                </a:solidFill>
                <a:latin typeface="IPAexGothic"/>
                <a:ea typeface="IPAexGothic"/>
                <a:cs typeface="IPAexGothic"/>
              </a:rPr>
              <a:t>4 保持数と保持構成</a:t>
            </a:r>
          </a:p>
        </p:txBody>
      </p:sp>
      <p:sp>
        <p:nvSpPr>
          <p:cNvPr id="8" name="diagram-7">
            <a:extLst xmlns:a="http://schemas.openxmlformats.org/drawingml/2006/main">
              <a:ext uri="{FF2B5EF4-FFF2-40B4-BE49-F238E27FC236}">
                <a16:creationId xmlns:a16="http://schemas.microsoft.com/office/drawing/2014/main" id="{7DECF3C0-594F-4634-AB56-B6C596CB6545}"/>
              </a:ext>
            </a:extLst>
          </p:cNvPr>
          <p:cNvSpPr>
            <a:spLocks xmlns:a="http://schemas.openxmlformats.org/drawingml/2006/main" noGrp="1"/>
          </p:cNvSpPr>
          <p:nvPr/>
        </p:nvSpPr>
        <p:spPr>
          <a:xfrm xmlns:a="http://schemas.openxmlformats.org/drawingml/2006/main">
            <a:off x="6000750" y="4714875"/>
            <a:ext cx="5238750" cy="723900"/>
          </a:xfrm>
          <a:prstGeom xmlns:a="http://schemas.openxmlformats.org/drawingml/2006/main" prst="rect">
            <a:avLst/>
          </a:prstGeom>
          <a:solidFill xmlns:a="http://schemas.openxmlformats.org/drawingml/2006/main">
            <a:srgbClr val="EAF1F5"/>
          </a:solidFill>
          <a:ln xmlns:a="http://schemas.openxmlformats.org/drawingml/2006/main" w="14288">
            <a:solidFill>
              <a:srgbClr val="236487"/>
            </a:solidFill>
            <a:prstDash val="solid"/>
          </a:ln>
        </p:spPr>
        <p:txBody>
          <a:bodyPr xmlns:a="http://schemas.openxmlformats.org/drawingml/2006/main" wrap="square" lIns="114300" tIns="114300" rIns="114300" bIns="114300" anchor="ctr">
            <a:noAutofit/>
          </a:bodyPr>
          <a:lstStyle xmlns:a="http://schemas.openxmlformats.org/drawingml/2006/main">
            <a:defPPr algn="ctr">
              <a:defRPr sz="1875" b="0">
                <a:solidFill>
                  <a:srgbClr val="172B3A"/>
                </a:solidFill>
                <a:latin typeface="IPAexGothic"/>
                <a:ea typeface="IPAexGothic"/>
                <a:cs typeface="IPAexGothic"/>
              </a:defRPr>
            </a:defPPr>
            <a:lvl1pPr algn="ctr">
              <a:buNone/>
              <a:defRPr sz="1875" b="0">
                <a:solidFill>
                  <a:srgbClr val="172B3A"/>
                </a:solidFill>
                <a:latin typeface="IPAexGothic"/>
                <a:ea typeface="IPAexGothic"/>
                <a:cs typeface="IPAexGothic"/>
              </a:defRPr>
            </a:lvl1pPr>
            <a:lvl2pPr algn="ctr">
              <a:buNone/>
              <a:defRPr sz="1875" b="0">
                <a:solidFill>
                  <a:srgbClr val="172B3A"/>
                </a:solidFill>
                <a:latin typeface="IPAexGothic"/>
                <a:ea typeface="IPAexGothic"/>
                <a:cs typeface="IPAexGothic"/>
              </a:defRPr>
            </a:lvl2pPr>
            <a:lvl3pPr algn="ctr">
              <a:buNone/>
              <a:defRPr sz="1875" b="0">
                <a:solidFill>
                  <a:srgbClr val="172B3A"/>
                </a:solidFill>
                <a:latin typeface="IPAexGothic"/>
                <a:ea typeface="IPAexGothic"/>
                <a:cs typeface="IPAexGothic"/>
              </a:defRPr>
            </a:lvl3pPr>
            <a:lvl4pPr algn="ctr">
              <a:buNone/>
              <a:defRPr sz="1875" b="0">
                <a:solidFill>
                  <a:srgbClr val="172B3A"/>
                </a:solidFill>
                <a:latin typeface="IPAexGothic"/>
                <a:ea typeface="IPAexGothic"/>
                <a:cs typeface="IPAexGothic"/>
              </a:defRPr>
            </a:lvl4pPr>
            <a:lvl5pPr algn="ctr">
              <a:buNone/>
              <a:defRPr sz="1875" b="0">
                <a:solidFill>
                  <a:srgbClr val="172B3A"/>
                </a:solidFill>
                <a:latin typeface="IPAexGothic"/>
                <a:ea typeface="IPAexGothic"/>
                <a:cs typeface="IPAexGothic"/>
              </a:defRPr>
            </a:lvl5pPr>
            <a:lvl6pPr algn="ctr">
              <a:buNone/>
              <a:defRPr sz="1875" b="0">
                <a:solidFill>
                  <a:srgbClr val="172B3A"/>
                </a:solidFill>
                <a:latin typeface="IPAexGothic"/>
                <a:ea typeface="IPAexGothic"/>
                <a:cs typeface="IPAexGothic"/>
              </a:defRPr>
            </a:lvl6pPr>
            <a:lvl7pPr algn="ctr">
              <a:buNone/>
              <a:defRPr sz="1875" b="0">
                <a:solidFill>
                  <a:srgbClr val="172B3A"/>
                </a:solidFill>
                <a:latin typeface="IPAexGothic"/>
                <a:ea typeface="IPAexGothic"/>
                <a:cs typeface="IPAexGothic"/>
              </a:defRPr>
            </a:lvl7pPr>
            <a:lvl8pPr algn="ctr">
              <a:buNone/>
              <a:defRPr sz="1875" b="0">
                <a:solidFill>
                  <a:srgbClr val="172B3A"/>
                </a:solidFill>
                <a:latin typeface="IPAexGothic"/>
                <a:ea typeface="IPAexGothic"/>
                <a:cs typeface="IPAexGothic"/>
              </a:defRPr>
            </a:lvl8pPr>
            <a:lvl9pPr algn="ctr">
              <a:buNone/>
              <a:defRPr sz="1875" b="0">
                <a:solidFill>
                  <a:srgbClr val="172B3A"/>
                </a:solidFill>
                <a:latin typeface="IPAexGothic"/>
                <a:ea typeface="IPAexGothic"/>
                <a:cs typeface="IPAexGothic"/>
              </a:defRPr>
            </a:lvl9pPr>
          </a:lstStyle>
          <a:p xmlns:a="http://schemas.openxmlformats.org/drawingml/2006/main">
            <a:pPr algn="ctr">
              <a:buNone/>
              <a:defRPr sz="1875" b="0">
                <a:solidFill>
                  <a:srgbClr val="172B3A"/>
                </a:solidFill>
                <a:latin typeface="IPAexGothic"/>
                <a:ea typeface="IPAexGothic"/>
                <a:cs typeface="IPAexGothic"/>
              </a:defRPr>
            </a:pPr>
            <a:r>
              <a:rPr sz="1875" b="0">
                <a:solidFill>
                  <a:srgbClr val="172B3A"/>
                </a:solidFill>
                <a:latin typeface="IPAexGothic"/>
                <a:ea typeface="IPAexGothic"/>
                <a:cs typeface="IPAexGothic"/>
              </a:rPr>
              <a:t>5 出現情報と統計説明</a:t>
            </a:r>
          </a:p>
        </p:txBody>
      </p:sp>
      <p:sp>
        <p:nvSpPr>
          <p:cNvPr id="13" name="diagram-12">
            <a:extLst xmlns:a="http://schemas.openxmlformats.org/drawingml/2006/main">
              <a:ext uri="{FF2B5EF4-FFF2-40B4-BE49-F238E27FC236}">
                <a16:creationId xmlns:a16="http://schemas.microsoft.com/office/drawing/2014/main" id="{0BD4DABF-7514-4968-ACB7-F1F9689A7802}"/>
              </a:ext>
            </a:extLst>
          </p:cNvPr>
          <p:cNvSpPr>
            <a:spLocks xmlns:a="http://schemas.openxmlformats.org/drawingml/2006/main" noGrp="1"/>
          </p:cNvSpPr>
          <p:nvPr/>
        </p:nvSpPr>
        <p:spPr>
          <a:xfrm xmlns:a="http://schemas.openxmlformats.org/drawingml/2006/main">
            <a:off x="6000750" y="5657850"/>
            <a:ext cx="5238750" cy="514350"/>
          </a:xfrm>
          <a:prstGeom xmlns:a="http://schemas.openxmlformats.org/drawingml/2006/main" prst="rect">
            <a:avLst/>
          </a:prstGeom>
          <a:solidFill xmlns:a="http://schemas.openxmlformats.org/drawingml/2006/main">
            <a:srgbClr val="EAF1F5"/>
          </a:solidFill>
          <a:ln xmlns:a="http://schemas.openxmlformats.org/drawingml/2006/main" w="14288">
            <a:solidFill>
              <a:srgbClr val="236487"/>
            </a:solidFill>
            <a:prstDash val="solid"/>
          </a:ln>
        </p:spPr>
        <p:txBody>
          <a:bodyPr xmlns:a="http://schemas.openxmlformats.org/drawingml/2006/main" wrap="square" lIns="114300" tIns="114300" rIns="114300" bIns="114300" anchor="ctr">
            <a:noAutofit/>
          </a:bodyPr>
          <a:lstStyle xmlns:a="http://schemas.openxmlformats.org/drawingml/2006/main">
            <a:defPPr algn="ctr">
              <a:defRPr sz="1800" b="0">
                <a:solidFill>
                  <a:srgbClr val="172B3A"/>
                </a:solidFill>
                <a:latin typeface="IPAexGothic"/>
                <a:ea typeface="IPAexGothic"/>
                <a:cs typeface="IPAexGothic"/>
              </a:defRPr>
            </a:defPPr>
            <a:lvl1pPr algn="ctr">
              <a:buNone/>
              <a:defRPr sz="1800" b="0">
                <a:solidFill>
                  <a:srgbClr val="172B3A"/>
                </a:solidFill>
                <a:latin typeface="IPAexGothic"/>
                <a:ea typeface="IPAexGothic"/>
                <a:cs typeface="IPAexGothic"/>
              </a:defRPr>
            </a:lvl1pPr>
            <a:lvl2pPr algn="ctr">
              <a:buNone/>
              <a:defRPr sz="1800" b="0">
                <a:solidFill>
                  <a:srgbClr val="172B3A"/>
                </a:solidFill>
                <a:latin typeface="IPAexGothic"/>
                <a:ea typeface="IPAexGothic"/>
                <a:cs typeface="IPAexGothic"/>
              </a:defRPr>
            </a:lvl2pPr>
            <a:lvl3pPr algn="ctr">
              <a:buNone/>
              <a:defRPr sz="1800" b="0">
                <a:solidFill>
                  <a:srgbClr val="172B3A"/>
                </a:solidFill>
                <a:latin typeface="IPAexGothic"/>
                <a:ea typeface="IPAexGothic"/>
                <a:cs typeface="IPAexGothic"/>
              </a:defRPr>
            </a:lvl3pPr>
            <a:lvl4pPr algn="ctr">
              <a:buNone/>
              <a:defRPr sz="1800" b="0">
                <a:solidFill>
                  <a:srgbClr val="172B3A"/>
                </a:solidFill>
                <a:latin typeface="IPAexGothic"/>
                <a:ea typeface="IPAexGothic"/>
                <a:cs typeface="IPAexGothic"/>
              </a:defRPr>
            </a:lvl4pPr>
            <a:lvl5pPr algn="ctr">
              <a:buNone/>
              <a:defRPr sz="1800" b="0">
                <a:solidFill>
                  <a:srgbClr val="172B3A"/>
                </a:solidFill>
                <a:latin typeface="IPAexGothic"/>
                <a:ea typeface="IPAexGothic"/>
                <a:cs typeface="IPAexGothic"/>
              </a:defRPr>
            </a:lvl5pPr>
            <a:lvl6pPr algn="ctr">
              <a:buNone/>
              <a:defRPr sz="1800" b="0">
                <a:solidFill>
                  <a:srgbClr val="172B3A"/>
                </a:solidFill>
                <a:latin typeface="IPAexGothic"/>
                <a:ea typeface="IPAexGothic"/>
                <a:cs typeface="IPAexGothic"/>
              </a:defRPr>
            </a:lvl6pPr>
            <a:lvl7pPr algn="ctr">
              <a:buNone/>
              <a:defRPr sz="1800" b="0">
                <a:solidFill>
                  <a:srgbClr val="172B3A"/>
                </a:solidFill>
                <a:latin typeface="IPAexGothic"/>
                <a:ea typeface="IPAexGothic"/>
                <a:cs typeface="IPAexGothic"/>
              </a:defRPr>
            </a:lvl7pPr>
            <a:lvl8pPr algn="ctr">
              <a:buNone/>
              <a:defRPr sz="1800" b="0">
                <a:solidFill>
                  <a:srgbClr val="172B3A"/>
                </a:solidFill>
                <a:latin typeface="IPAexGothic"/>
                <a:ea typeface="IPAexGothic"/>
                <a:cs typeface="IPAexGothic"/>
              </a:defRPr>
            </a:lvl8pPr>
            <a:lvl9pPr algn="ctr">
              <a:buNone/>
              <a:defRPr sz="1800" b="0">
                <a:solidFill>
                  <a:srgbClr val="172B3A"/>
                </a:solidFill>
                <a:latin typeface="IPAexGothic"/>
                <a:ea typeface="IPAexGothic"/>
                <a:cs typeface="IPAexGothic"/>
              </a:defRPr>
            </a:lvl9pPr>
          </a:lstStyle>
          <a:p xmlns:a="http://schemas.openxmlformats.org/drawingml/2006/main">
            <a:pPr algn="ctr">
              <a:buNone/>
              <a:defRPr sz="1800" b="0">
                <a:solidFill>
                  <a:srgbClr val="172B3A"/>
                </a:solidFill>
                <a:latin typeface="IPAexGothic"/>
                <a:ea typeface="IPAexGothic"/>
                <a:cs typeface="IPAexGothic"/>
              </a:defRPr>
            </a:pPr>
            <a:r>
              <a:rPr sz="1800" b="0">
                <a:solidFill>
                  <a:srgbClr val="172B3A"/>
                </a:solidFill>
                <a:latin typeface="IPAexGothic"/>
                <a:ea typeface="IPAexGothic"/>
                <a:cs typeface="IPAexGothic"/>
              </a:rPr>
              <a:t>6 変化検知と停止再評価</a:t>
            </a:r>
          </a:p>
        </p:txBody>
      </p:sp>
      <p:sp>
        <p:nvSpPr>
          <p:cNvPr id="15" name="text-14">
            <a:extLst xmlns:a="http://schemas.openxmlformats.org/drawingml/2006/main">
              <a:ext uri="{FF2B5EF4-FFF2-40B4-BE49-F238E27FC236}">
                <a16:creationId xmlns:a16="http://schemas.microsoft.com/office/drawing/2014/main" id="{D288CEE3-E2CC-4F27-B76C-F4B32BA0CFD8}"/>
              </a:ext>
            </a:extLst>
          </p:cNvPr>
          <p:cNvSpPr>
            <a:spLocks xmlns:a="http://schemas.openxmlformats.org/drawingml/2006/main" noGrp="1"/>
          </p:cNvSpPr>
          <p:nvPr/>
        </p:nvSpPr>
        <p:spPr>
          <a:xfrm xmlns:a="http://schemas.openxmlformats.org/drawingml/2006/main">
            <a:off x="638175" y="4933950"/>
            <a:ext cx="4476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586872"/>
                </a:solidFill>
                <a:latin typeface="IPAexGothic"/>
                <a:ea typeface="IPAexGothic"/>
                <a:cs typeface="IPAexGothic"/>
              </a:defRPr>
            </a:defPPr>
            <a:lvl1pPr algn="l">
              <a:buNone/>
              <a:defRPr sz="1800" b="0">
                <a:solidFill>
                  <a:srgbClr val="586872"/>
                </a:solidFill>
                <a:latin typeface="IPAexGothic"/>
                <a:ea typeface="IPAexGothic"/>
                <a:cs typeface="IPAexGothic"/>
              </a:defRPr>
            </a:lvl1pPr>
            <a:lvl2pPr algn="l">
              <a:buNone/>
              <a:defRPr sz="1800" b="0">
                <a:solidFill>
                  <a:srgbClr val="586872"/>
                </a:solidFill>
                <a:latin typeface="IPAexGothic"/>
                <a:ea typeface="IPAexGothic"/>
                <a:cs typeface="IPAexGothic"/>
              </a:defRPr>
            </a:lvl2pPr>
            <a:lvl3pPr algn="l">
              <a:buNone/>
              <a:defRPr sz="1800" b="0">
                <a:solidFill>
                  <a:srgbClr val="586872"/>
                </a:solidFill>
                <a:latin typeface="IPAexGothic"/>
                <a:ea typeface="IPAexGothic"/>
                <a:cs typeface="IPAexGothic"/>
              </a:defRPr>
            </a:lvl3pPr>
            <a:lvl4pPr algn="l">
              <a:buNone/>
              <a:defRPr sz="1800" b="0">
                <a:solidFill>
                  <a:srgbClr val="586872"/>
                </a:solidFill>
                <a:latin typeface="IPAexGothic"/>
                <a:ea typeface="IPAexGothic"/>
                <a:cs typeface="IPAexGothic"/>
              </a:defRPr>
            </a:lvl4pPr>
            <a:lvl5pPr algn="l">
              <a:buNone/>
              <a:defRPr sz="1800" b="0">
                <a:solidFill>
                  <a:srgbClr val="586872"/>
                </a:solidFill>
                <a:latin typeface="IPAexGothic"/>
                <a:ea typeface="IPAexGothic"/>
                <a:cs typeface="IPAexGothic"/>
              </a:defRPr>
            </a:lvl5pPr>
            <a:lvl6pPr algn="l">
              <a:buNone/>
              <a:defRPr sz="1800" b="0">
                <a:solidFill>
                  <a:srgbClr val="586872"/>
                </a:solidFill>
                <a:latin typeface="IPAexGothic"/>
                <a:ea typeface="IPAexGothic"/>
                <a:cs typeface="IPAexGothic"/>
              </a:defRPr>
            </a:lvl6pPr>
            <a:lvl7pPr algn="l">
              <a:buNone/>
              <a:defRPr sz="1800" b="0">
                <a:solidFill>
                  <a:srgbClr val="586872"/>
                </a:solidFill>
                <a:latin typeface="IPAexGothic"/>
                <a:ea typeface="IPAexGothic"/>
                <a:cs typeface="IPAexGothic"/>
              </a:defRPr>
            </a:lvl7pPr>
            <a:lvl8pPr algn="l">
              <a:buNone/>
              <a:defRPr sz="1800" b="0">
                <a:solidFill>
                  <a:srgbClr val="586872"/>
                </a:solidFill>
                <a:latin typeface="IPAexGothic"/>
                <a:ea typeface="IPAexGothic"/>
                <a:cs typeface="IPAexGothic"/>
              </a:defRPr>
            </a:lvl8pPr>
            <a:lvl9pPr algn="l">
              <a:buNone/>
              <a:defRPr sz="1800" b="0">
                <a:solidFill>
                  <a:srgbClr val="586872"/>
                </a:solidFill>
                <a:latin typeface="IPAexGothic"/>
                <a:ea typeface="IPAexGothic"/>
                <a:cs typeface="IPAexGothic"/>
              </a:defRPr>
            </a:lvl9pPr>
          </a:lstStyle>
          <a:p xmlns:a="http://schemas.openxmlformats.org/drawingml/2006/main">
            <a:pPr algn="l">
              <a:buNone/>
              <a:defRPr sz="1800" b="0">
                <a:solidFill>
                  <a:srgbClr val="586872"/>
                </a:solidFill>
                <a:latin typeface="IPAexGothic"/>
                <a:ea typeface="IPAexGothic"/>
                <a:cs typeface="IPAexGothic"/>
              </a:defRPr>
            </a:pPr>
            <a:r>
              <a:rPr sz="1800" b="0">
                <a:solidFill>
                  <a:srgbClr val="586872"/>
                </a:solidFill>
                <a:latin typeface="IPAexGothic"/>
                <a:ea typeface="IPAexGothic"/>
                <a:cs typeface="IPAexGothic"/>
              </a:rPr>
              <a:t>6は2を引用する案。</a:t>
            </a:r>
          </a:p>
          <a:p xmlns:a="http://schemas.openxmlformats.org/drawingml/2006/main">
            <a:pPr algn="l">
              <a:buNone/>
              <a:defRPr sz="1800" b="0">
                <a:solidFill>
                  <a:srgbClr val="586872"/>
                </a:solidFill>
                <a:latin typeface="IPAexGothic"/>
                <a:ea typeface="IPAexGothic"/>
                <a:cs typeface="IPAexGothic"/>
              </a:defRPr>
            </a:pPr>
            <a:r>
              <a:rPr sz="1800" b="0">
                <a:solidFill>
                  <a:srgbClr val="586872"/>
                </a:solidFill>
                <a:latin typeface="IPAexGothic"/>
                <a:ea typeface="IPAexGothic"/>
                <a:cs typeface="IPAexGothic"/>
              </a:rPr>
              <a:t>6が3～5の詳細をすべて</a:t>
            </a:r>
          </a:p>
          <a:p xmlns:a="http://schemas.openxmlformats.org/drawingml/2006/main">
            <a:pPr algn="l">
              <a:buNone/>
              <a:defRPr sz="1800" b="0">
                <a:solidFill>
                  <a:srgbClr val="586872"/>
                </a:solidFill>
                <a:latin typeface="IPAexGothic"/>
                <a:ea typeface="IPAexGothic"/>
                <a:cs typeface="IPAexGothic"/>
              </a:defRPr>
            </a:pPr>
            <a:r>
              <a:rPr sz="1800" b="0">
                <a:solidFill>
                  <a:srgbClr val="586872"/>
                </a:solidFill>
                <a:latin typeface="IPAexGothic"/>
                <a:ea typeface="IPAexGothic"/>
                <a:cs typeface="IPAexGothic"/>
              </a:rPr>
              <a:t>含む引用関係ではない。</a:t>
            </a:r>
          </a:p>
        </p:txBody>
      </p:sp>
    </p:spTree>
    <p:extLst>
      <p:ext uri="{BB962C8B-B14F-4D97-AF65-F5344CB8AC3E}">
        <p14:creationId xmlns:p14="http://schemas.microsoft.com/office/powerpoint/2010/main" val="1945434717"/>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headline">
            <a:extLst xmlns:a="http://schemas.openxmlformats.org/drawingml/2006/main">
              <a:ext uri="{FF2B5EF4-FFF2-40B4-BE49-F238E27FC236}">
                <a16:creationId xmlns:a16="http://schemas.microsoft.com/office/drawing/2014/main" id="{06809CF4-FDE0-4CAD-AFED-57569563432C}"/>
              </a:ext>
            </a:extLst>
          </p:cNvPr>
          <p:cNvSpPr>
            <a:spLocks xmlns:a="http://schemas.openxmlformats.org/drawingml/2006/main" noGrp="1"/>
          </p:cNvSpPr>
          <p:nvPr/>
        </p:nvSpPr>
        <p:spPr>
          <a:xfrm xmlns:a="http://schemas.openxmlformats.org/drawingml/2006/main">
            <a:off x="590550" y="333375"/>
            <a:ext cx="1095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72B3A"/>
                </a:solidFill>
                <a:latin typeface="IPAexGothic"/>
                <a:ea typeface="IPAexGothic"/>
                <a:cs typeface="IPAexGothic"/>
              </a:defRPr>
            </a:defPPr>
            <a:lvl1pPr algn="l">
              <a:buNone/>
              <a:defRPr sz="3300" b="1">
                <a:solidFill>
                  <a:srgbClr val="172B3A"/>
                </a:solidFill>
                <a:latin typeface="IPAexGothic"/>
                <a:ea typeface="IPAexGothic"/>
                <a:cs typeface="IPAexGothic"/>
              </a:defRPr>
            </a:lvl1pPr>
            <a:lvl2pPr algn="l">
              <a:buNone/>
              <a:defRPr sz="3300" b="1">
                <a:solidFill>
                  <a:srgbClr val="172B3A"/>
                </a:solidFill>
                <a:latin typeface="IPAexGothic"/>
                <a:ea typeface="IPAexGothic"/>
                <a:cs typeface="IPAexGothic"/>
              </a:defRPr>
            </a:lvl2pPr>
            <a:lvl3pPr algn="l">
              <a:buNone/>
              <a:defRPr sz="3300" b="1">
                <a:solidFill>
                  <a:srgbClr val="172B3A"/>
                </a:solidFill>
                <a:latin typeface="IPAexGothic"/>
                <a:ea typeface="IPAexGothic"/>
                <a:cs typeface="IPAexGothic"/>
              </a:defRPr>
            </a:lvl3pPr>
            <a:lvl4pPr algn="l">
              <a:buNone/>
              <a:defRPr sz="3300" b="1">
                <a:solidFill>
                  <a:srgbClr val="172B3A"/>
                </a:solidFill>
                <a:latin typeface="IPAexGothic"/>
                <a:ea typeface="IPAexGothic"/>
                <a:cs typeface="IPAexGothic"/>
              </a:defRPr>
            </a:lvl4pPr>
            <a:lvl5pPr algn="l">
              <a:buNone/>
              <a:defRPr sz="3300" b="1">
                <a:solidFill>
                  <a:srgbClr val="172B3A"/>
                </a:solidFill>
                <a:latin typeface="IPAexGothic"/>
                <a:ea typeface="IPAexGothic"/>
                <a:cs typeface="IPAexGothic"/>
              </a:defRPr>
            </a:lvl5pPr>
            <a:lvl6pPr algn="l">
              <a:buNone/>
              <a:defRPr sz="3300" b="1">
                <a:solidFill>
                  <a:srgbClr val="172B3A"/>
                </a:solidFill>
                <a:latin typeface="IPAexGothic"/>
                <a:ea typeface="IPAexGothic"/>
                <a:cs typeface="IPAexGothic"/>
              </a:defRPr>
            </a:lvl6pPr>
            <a:lvl7pPr algn="l">
              <a:buNone/>
              <a:defRPr sz="3300" b="1">
                <a:solidFill>
                  <a:srgbClr val="172B3A"/>
                </a:solidFill>
                <a:latin typeface="IPAexGothic"/>
                <a:ea typeface="IPAexGothic"/>
                <a:cs typeface="IPAexGothic"/>
              </a:defRPr>
            </a:lvl7pPr>
            <a:lvl8pPr algn="l">
              <a:buNone/>
              <a:defRPr sz="3300" b="1">
                <a:solidFill>
                  <a:srgbClr val="172B3A"/>
                </a:solidFill>
                <a:latin typeface="IPAexGothic"/>
                <a:ea typeface="IPAexGothic"/>
                <a:cs typeface="IPAexGothic"/>
              </a:defRPr>
            </a:lvl8pPr>
            <a:lvl9pPr algn="l">
              <a:buNone/>
              <a:defRPr sz="3300" b="1">
                <a:solidFill>
                  <a:srgbClr val="172B3A"/>
                </a:solidFill>
                <a:latin typeface="IPAexGothic"/>
                <a:ea typeface="IPAexGothic"/>
                <a:cs typeface="IPAexGothic"/>
              </a:defRPr>
            </a:lvl9pPr>
          </a:lstStyle>
          <a:p xmlns:a="http://schemas.openxmlformats.org/drawingml/2006/main">
            <a:pPr algn="l">
              <a:buNone/>
              <a:defRPr sz="3300" b="1">
                <a:solidFill>
                  <a:srgbClr val="172B3A"/>
                </a:solidFill>
                <a:latin typeface="IPAexGothic"/>
                <a:ea typeface="IPAexGothic"/>
                <a:cs typeface="IPAexGothic"/>
              </a:defRPr>
            </a:pPr>
            <a:r>
              <a:rPr sz="3300" b="1">
                <a:solidFill>
                  <a:srgbClr val="172B3A"/>
                </a:solidFill>
                <a:latin typeface="IPAexGothic"/>
                <a:ea typeface="IPAexGothic"/>
                <a:cs typeface="IPAexGothic"/>
              </a:rPr>
              <a:t>請求項1 同一パターンに基づく連動制御</a:t>
            </a:r>
          </a:p>
        </p:txBody>
      </p:sp>
      <p:sp>
        <p:nvSpPr>
          <p:cNvPr id="2" name="summary">
            <a:extLst xmlns:a="http://schemas.openxmlformats.org/drawingml/2006/main">
              <a:ext uri="{FF2B5EF4-FFF2-40B4-BE49-F238E27FC236}">
                <a16:creationId xmlns:a16="http://schemas.microsoft.com/office/drawing/2014/main" id="{3E3B6E68-DD93-4AE4-BBCE-D01FFE56312E}"/>
              </a:ext>
            </a:extLst>
          </p:cNvPr>
          <p:cNvSpPr>
            <a:spLocks xmlns:a="http://schemas.openxmlformats.org/drawingml/2006/main" noGrp="1"/>
          </p:cNvSpPr>
          <p:nvPr/>
        </p:nvSpPr>
        <p:spPr>
          <a:xfrm xmlns:a="http://schemas.openxmlformats.org/drawingml/2006/main">
            <a:off x="609600" y="1028700"/>
            <a:ext cx="10896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86872"/>
                </a:solidFill>
                <a:latin typeface="IPAexGothic"/>
                <a:ea typeface="IPAexGothic"/>
                <a:cs typeface="IPAexGothic"/>
              </a:defRPr>
            </a:defPPr>
            <a:lvl1pPr algn="l">
              <a:buNone/>
              <a:defRPr sz="1800" b="0">
                <a:solidFill>
                  <a:srgbClr val="586872"/>
                </a:solidFill>
                <a:latin typeface="IPAexGothic"/>
                <a:ea typeface="IPAexGothic"/>
                <a:cs typeface="IPAexGothic"/>
              </a:defRPr>
            </a:lvl1pPr>
            <a:lvl2pPr algn="l">
              <a:buNone/>
              <a:defRPr sz="1800" b="0">
                <a:solidFill>
                  <a:srgbClr val="586872"/>
                </a:solidFill>
                <a:latin typeface="IPAexGothic"/>
                <a:ea typeface="IPAexGothic"/>
                <a:cs typeface="IPAexGothic"/>
              </a:defRPr>
            </a:lvl2pPr>
            <a:lvl3pPr algn="l">
              <a:buNone/>
              <a:defRPr sz="1800" b="0">
                <a:solidFill>
                  <a:srgbClr val="586872"/>
                </a:solidFill>
                <a:latin typeface="IPAexGothic"/>
                <a:ea typeface="IPAexGothic"/>
                <a:cs typeface="IPAexGothic"/>
              </a:defRPr>
            </a:lvl3pPr>
            <a:lvl4pPr algn="l">
              <a:buNone/>
              <a:defRPr sz="1800" b="0">
                <a:solidFill>
                  <a:srgbClr val="586872"/>
                </a:solidFill>
                <a:latin typeface="IPAexGothic"/>
                <a:ea typeface="IPAexGothic"/>
                <a:cs typeface="IPAexGothic"/>
              </a:defRPr>
            </a:lvl4pPr>
            <a:lvl5pPr algn="l">
              <a:buNone/>
              <a:defRPr sz="1800" b="0">
                <a:solidFill>
                  <a:srgbClr val="586872"/>
                </a:solidFill>
                <a:latin typeface="IPAexGothic"/>
                <a:ea typeface="IPAexGothic"/>
                <a:cs typeface="IPAexGothic"/>
              </a:defRPr>
            </a:lvl5pPr>
            <a:lvl6pPr algn="l">
              <a:buNone/>
              <a:defRPr sz="1800" b="0">
                <a:solidFill>
                  <a:srgbClr val="586872"/>
                </a:solidFill>
                <a:latin typeface="IPAexGothic"/>
                <a:ea typeface="IPAexGothic"/>
                <a:cs typeface="IPAexGothic"/>
              </a:defRPr>
            </a:lvl6pPr>
            <a:lvl7pPr algn="l">
              <a:buNone/>
              <a:defRPr sz="1800" b="0">
                <a:solidFill>
                  <a:srgbClr val="586872"/>
                </a:solidFill>
                <a:latin typeface="IPAexGothic"/>
                <a:ea typeface="IPAexGothic"/>
                <a:cs typeface="IPAexGothic"/>
              </a:defRPr>
            </a:lvl7pPr>
            <a:lvl8pPr algn="l">
              <a:buNone/>
              <a:defRPr sz="1800" b="0">
                <a:solidFill>
                  <a:srgbClr val="586872"/>
                </a:solidFill>
                <a:latin typeface="IPAexGothic"/>
                <a:ea typeface="IPAexGothic"/>
                <a:cs typeface="IPAexGothic"/>
              </a:defRPr>
            </a:lvl8pPr>
            <a:lvl9pPr algn="l">
              <a:buNone/>
              <a:defRPr sz="1800" b="0">
                <a:solidFill>
                  <a:srgbClr val="586872"/>
                </a:solidFill>
                <a:latin typeface="IPAexGothic"/>
                <a:ea typeface="IPAexGothic"/>
                <a:cs typeface="IPAexGothic"/>
              </a:defRPr>
            </a:lvl9pPr>
          </a:lstStyle>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請求項1は、同じパターンに関する三評価を連動させ、合格した余剰典型だけを削除する骨格です。</a:t>
            </a:r>
          </a:p>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出現情報を残して学習と説明に共通利用し、削除許可を版・モデル・運転条件に限定します。</a:t>
            </a:r>
          </a:p>
        </p:txBody>
      </p:sp>
      <p:sp>
        <p:nvSpPr>
          <p:cNvPr id="3" name="text-2">
            <a:extLst xmlns:a="http://schemas.openxmlformats.org/drawingml/2006/main">
              <a:ext uri="{FF2B5EF4-FFF2-40B4-BE49-F238E27FC236}">
                <a16:creationId xmlns:a16="http://schemas.microsoft.com/office/drawing/2014/main" id="{EBD2D4CC-91BC-48E7-8D77-D10292C2FC72}"/>
              </a:ext>
            </a:extLst>
          </p:cNvPr>
          <p:cNvSpPr>
            <a:spLocks xmlns:a="http://schemas.openxmlformats.org/drawingml/2006/main" noGrp="1"/>
          </p:cNvSpPr>
          <p:nvPr/>
        </p:nvSpPr>
        <p:spPr>
          <a:xfrm xmlns:a="http://schemas.openxmlformats.org/drawingml/2006/main">
            <a:off x="11239500" y="644842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872"/>
                </a:solidFill>
                <a:latin typeface="IPAexGothic"/>
                <a:ea typeface="IPAexGothic"/>
                <a:cs typeface="IPAexGothic"/>
              </a:defRPr>
            </a:defPPr>
            <a:lvl1pPr algn="r">
              <a:buNone/>
              <a:defRPr sz="1275" b="0">
                <a:solidFill>
                  <a:srgbClr val="586872"/>
                </a:solidFill>
                <a:latin typeface="IPAexGothic"/>
                <a:ea typeface="IPAexGothic"/>
                <a:cs typeface="IPAexGothic"/>
              </a:defRPr>
            </a:lvl1pPr>
            <a:lvl2pPr algn="r">
              <a:buNone/>
              <a:defRPr sz="1275" b="0">
                <a:solidFill>
                  <a:srgbClr val="586872"/>
                </a:solidFill>
                <a:latin typeface="IPAexGothic"/>
                <a:ea typeface="IPAexGothic"/>
                <a:cs typeface="IPAexGothic"/>
              </a:defRPr>
            </a:lvl2pPr>
            <a:lvl3pPr algn="r">
              <a:buNone/>
              <a:defRPr sz="1275" b="0">
                <a:solidFill>
                  <a:srgbClr val="586872"/>
                </a:solidFill>
                <a:latin typeface="IPAexGothic"/>
                <a:ea typeface="IPAexGothic"/>
                <a:cs typeface="IPAexGothic"/>
              </a:defRPr>
            </a:lvl3pPr>
            <a:lvl4pPr algn="r">
              <a:buNone/>
              <a:defRPr sz="1275" b="0">
                <a:solidFill>
                  <a:srgbClr val="586872"/>
                </a:solidFill>
                <a:latin typeface="IPAexGothic"/>
                <a:ea typeface="IPAexGothic"/>
                <a:cs typeface="IPAexGothic"/>
              </a:defRPr>
            </a:lvl4pPr>
            <a:lvl5pPr algn="r">
              <a:buNone/>
              <a:defRPr sz="1275" b="0">
                <a:solidFill>
                  <a:srgbClr val="586872"/>
                </a:solidFill>
                <a:latin typeface="IPAexGothic"/>
                <a:ea typeface="IPAexGothic"/>
                <a:cs typeface="IPAexGothic"/>
              </a:defRPr>
            </a:lvl5pPr>
            <a:lvl6pPr algn="r">
              <a:buNone/>
              <a:defRPr sz="1275" b="0">
                <a:solidFill>
                  <a:srgbClr val="586872"/>
                </a:solidFill>
                <a:latin typeface="IPAexGothic"/>
                <a:ea typeface="IPAexGothic"/>
                <a:cs typeface="IPAexGothic"/>
              </a:defRPr>
            </a:lvl6pPr>
            <a:lvl7pPr algn="r">
              <a:buNone/>
              <a:defRPr sz="1275" b="0">
                <a:solidFill>
                  <a:srgbClr val="586872"/>
                </a:solidFill>
                <a:latin typeface="IPAexGothic"/>
                <a:ea typeface="IPAexGothic"/>
                <a:cs typeface="IPAexGothic"/>
              </a:defRPr>
            </a:lvl7pPr>
            <a:lvl8pPr algn="r">
              <a:buNone/>
              <a:defRPr sz="1275" b="0">
                <a:solidFill>
                  <a:srgbClr val="586872"/>
                </a:solidFill>
                <a:latin typeface="IPAexGothic"/>
                <a:ea typeface="IPAexGothic"/>
                <a:cs typeface="IPAexGothic"/>
              </a:defRPr>
            </a:lvl8pPr>
            <a:lvl9pPr algn="r">
              <a:buNone/>
              <a:defRPr sz="1275" b="0">
                <a:solidFill>
                  <a:srgbClr val="586872"/>
                </a:solidFill>
                <a:latin typeface="IPAexGothic"/>
                <a:ea typeface="IPAexGothic"/>
                <a:cs typeface="IPAexGothic"/>
              </a:defRPr>
            </a:lvl9pPr>
          </a:lstStyle>
          <a:p xmlns:a="http://schemas.openxmlformats.org/drawingml/2006/main">
            <a:pPr algn="r">
              <a:buNone/>
              <a:defRPr sz="1275" b="0">
                <a:solidFill>
                  <a:srgbClr val="586872"/>
                </a:solidFill>
                <a:latin typeface="IPAexGothic"/>
                <a:ea typeface="IPAexGothic"/>
                <a:cs typeface="IPAexGothic"/>
              </a:defRPr>
            </a:pPr>
            <a:r>
              <a:rPr sz="1275" b="0">
                <a:solidFill>
                  <a:srgbClr val="586872"/>
                </a:solidFill>
                <a:latin typeface="IPAexGothic"/>
                <a:ea typeface="IPAexGothic"/>
                <a:cs typeface="IPAexGothic"/>
              </a:rPr>
              <a:t>50</a:t>
            </a:r>
          </a:p>
        </p:txBody>
      </p:sp>
      <p:sp>
        <p:nvSpPr>
          <p:cNvPr id="4" name="text-3">
            <a:extLst xmlns:a="http://schemas.openxmlformats.org/drawingml/2006/main">
              <a:ext uri="{FF2B5EF4-FFF2-40B4-BE49-F238E27FC236}">
                <a16:creationId xmlns:a16="http://schemas.microsoft.com/office/drawing/2014/main" id="{FB1B88F9-0281-4794-9504-5DADD8341A63}"/>
              </a:ext>
            </a:extLst>
          </p:cNvPr>
          <p:cNvSpPr>
            <a:spLocks xmlns:a="http://schemas.openxmlformats.org/drawingml/2006/main" noGrp="1"/>
          </p:cNvSpPr>
          <p:nvPr/>
        </p:nvSpPr>
        <p:spPr>
          <a:xfrm xmlns:a="http://schemas.openxmlformats.org/drawingml/2006/main">
            <a:off x="638175" y="174307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236487"/>
                </a:solidFill>
                <a:latin typeface="IPAexGothic"/>
                <a:ea typeface="IPAexGothic"/>
                <a:cs typeface="IPAexGothic"/>
              </a:defRPr>
            </a:defPPr>
            <a:lvl1pPr algn="l">
              <a:buNone/>
              <a:defRPr sz="1875" b="1">
                <a:solidFill>
                  <a:srgbClr val="236487"/>
                </a:solidFill>
                <a:latin typeface="IPAexGothic"/>
                <a:ea typeface="IPAexGothic"/>
                <a:cs typeface="IPAexGothic"/>
              </a:defRPr>
            </a:lvl1pPr>
            <a:lvl2pPr algn="l">
              <a:buNone/>
              <a:defRPr sz="1875" b="1">
                <a:solidFill>
                  <a:srgbClr val="236487"/>
                </a:solidFill>
                <a:latin typeface="IPAexGothic"/>
                <a:ea typeface="IPAexGothic"/>
                <a:cs typeface="IPAexGothic"/>
              </a:defRPr>
            </a:lvl2pPr>
            <a:lvl3pPr algn="l">
              <a:buNone/>
              <a:defRPr sz="1875" b="1">
                <a:solidFill>
                  <a:srgbClr val="236487"/>
                </a:solidFill>
                <a:latin typeface="IPAexGothic"/>
                <a:ea typeface="IPAexGothic"/>
                <a:cs typeface="IPAexGothic"/>
              </a:defRPr>
            </a:lvl3pPr>
            <a:lvl4pPr algn="l">
              <a:buNone/>
              <a:defRPr sz="1875" b="1">
                <a:solidFill>
                  <a:srgbClr val="236487"/>
                </a:solidFill>
                <a:latin typeface="IPAexGothic"/>
                <a:ea typeface="IPAexGothic"/>
                <a:cs typeface="IPAexGothic"/>
              </a:defRPr>
            </a:lvl4pPr>
            <a:lvl5pPr algn="l">
              <a:buNone/>
              <a:defRPr sz="1875" b="1">
                <a:solidFill>
                  <a:srgbClr val="236487"/>
                </a:solidFill>
                <a:latin typeface="IPAexGothic"/>
                <a:ea typeface="IPAexGothic"/>
                <a:cs typeface="IPAexGothic"/>
              </a:defRPr>
            </a:lvl5pPr>
            <a:lvl6pPr algn="l">
              <a:buNone/>
              <a:defRPr sz="1875" b="1">
                <a:solidFill>
                  <a:srgbClr val="236487"/>
                </a:solidFill>
                <a:latin typeface="IPAexGothic"/>
                <a:ea typeface="IPAexGothic"/>
                <a:cs typeface="IPAexGothic"/>
              </a:defRPr>
            </a:lvl6pPr>
            <a:lvl7pPr algn="l">
              <a:buNone/>
              <a:defRPr sz="1875" b="1">
                <a:solidFill>
                  <a:srgbClr val="236487"/>
                </a:solidFill>
                <a:latin typeface="IPAexGothic"/>
                <a:ea typeface="IPAexGothic"/>
                <a:cs typeface="IPAexGothic"/>
              </a:defRPr>
            </a:lvl7pPr>
            <a:lvl8pPr algn="l">
              <a:buNone/>
              <a:defRPr sz="1875" b="1">
                <a:solidFill>
                  <a:srgbClr val="236487"/>
                </a:solidFill>
                <a:latin typeface="IPAexGothic"/>
                <a:ea typeface="IPAexGothic"/>
                <a:cs typeface="IPAexGothic"/>
              </a:defRPr>
            </a:lvl8pPr>
            <a:lvl9pPr algn="l">
              <a:buNone/>
              <a:defRPr sz="1875" b="1">
                <a:solidFill>
                  <a:srgbClr val="236487"/>
                </a:solidFill>
                <a:latin typeface="IPAexGothic"/>
                <a:ea typeface="IPAexGothic"/>
                <a:cs typeface="IPAexGothic"/>
              </a:defRPr>
            </a:lvl9pPr>
          </a:lstStyle>
          <a:p xmlns:a="http://schemas.openxmlformats.org/drawingml/2006/main">
            <a:pPr algn="l">
              <a:buNone/>
              <a:defRPr sz="2025" b="1">
                <a:solidFill>
                  <a:srgbClr val="236487"/>
                </a:solidFill>
                <a:latin typeface="IPAexGothic"/>
                <a:ea typeface="IPAexGothic"/>
                <a:cs typeface="IPAexGothic"/>
              </a:defRPr>
            </a:pPr>
            <a:r>
              <a:rPr sz="2025" b="1">
                <a:solidFill>
                  <a:srgbClr val="236487"/>
                </a:solidFill>
                <a:latin typeface="IPAexGothic"/>
                <a:ea typeface="IPAexGothic"/>
                <a:cs typeface="IPAexGothic"/>
              </a:rPr>
              <a:t>1</a:t>
            </a:r>
          </a:p>
        </p:txBody>
      </p:sp>
      <p:sp>
        <p:nvSpPr>
          <p:cNvPr id="5" name="text-4">
            <a:extLst xmlns:a="http://schemas.openxmlformats.org/drawingml/2006/main">
              <a:ext uri="{FF2B5EF4-FFF2-40B4-BE49-F238E27FC236}">
                <a16:creationId xmlns:a16="http://schemas.microsoft.com/office/drawing/2014/main" id="{C4E3CC34-0F23-4C6E-BF5A-B143D9B1B9A0}"/>
              </a:ext>
            </a:extLst>
          </p:cNvPr>
          <p:cNvSpPr>
            <a:spLocks xmlns:a="http://schemas.openxmlformats.org/drawingml/2006/main" noGrp="1"/>
          </p:cNvSpPr>
          <p:nvPr/>
        </p:nvSpPr>
        <p:spPr>
          <a:xfrm xmlns:a="http://schemas.openxmlformats.org/drawingml/2006/main">
            <a:off x="1171575" y="1743075"/>
            <a:ext cx="10287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72B3A"/>
                </a:solidFill>
                <a:latin typeface="IPAexGothic"/>
                <a:ea typeface="IPAexGothic"/>
                <a:cs typeface="IPAexGothic"/>
              </a:defRPr>
            </a:defPPr>
            <a:lvl1pPr algn="l">
              <a:buNone/>
              <a:defRPr sz="1875" b="0">
                <a:solidFill>
                  <a:srgbClr val="172B3A"/>
                </a:solidFill>
                <a:latin typeface="IPAexGothic"/>
                <a:ea typeface="IPAexGothic"/>
                <a:cs typeface="IPAexGothic"/>
              </a:defRPr>
            </a:lvl1pPr>
            <a:lvl2pPr algn="l">
              <a:buNone/>
              <a:defRPr sz="1875" b="0">
                <a:solidFill>
                  <a:srgbClr val="172B3A"/>
                </a:solidFill>
                <a:latin typeface="IPAexGothic"/>
                <a:ea typeface="IPAexGothic"/>
                <a:cs typeface="IPAexGothic"/>
              </a:defRPr>
            </a:lvl2pPr>
            <a:lvl3pPr algn="l">
              <a:buNone/>
              <a:defRPr sz="1875" b="0">
                <a:solidFill>
                  <a:srgbClr val="172B3A"/>
                </a:solidFill>
                <a:latin typeface="IPAexGothic"/>
                <a:ea typeface="IPAexGothic"/>
                <a:cs typeface="IPAexGothic"/>
              </a:defRPr>
            </a:lvl3pPr>
            <a:lvl4pPr algn="l">
              <a:buNone/>
              <a:defRPr sz="1875" b="0">
                <a:solidFill>
                  <a:srgbClr val="172B3A"/>
                </a:solidFill>
                <a:latin typeface="IPAexGothic"/>
                <a:ea typeface="IPAexGothic"/>
                <a:cs typeface="IPAexGothic"/>
              </a:defRPr>
            </a:lvl4pPr>
            <a:lvl5pPr algn="l">
              <a:buNone/>
              <a:defRPr sz="1875" b="0">
                <a:solidFill>
                  <a:srgbClr val="172B3A"/>
                </a:solidFill>
                <a:latin typeface="IPAexGothic"/>
                <a:ea typeface="IPAexGothic"/>
                <a:cs typeface="IPAexGothic"/>
              </a:defRPr>
            </a:lvl5pPr>
            <a:lvl6pPr algn="l">
              <a:buNone/>
              <a:defRPr sz="1875" b="0">
                <a:solidFill>
                  <a:srgbClr val="172B3A"/>
                </a:solidFill>
                <a:latin typeface="IPAexGothic"/>
                <a:ea typeface="IPAexGothic"/>
                <a:cs typeface="IPAexGothic"/>
              </a:defRPr>
            </a:lvl6pPr>
            <a:lvl7pPr algn="l">
              <a:buNone/>
              <a:defRPr sz="1875" b="0">
                <a:solidFill>
                  <a:srgbClr val="172B3A"/>
                </a:solidFill>
                <a:latin typeface="IPAexGothic"/>
                <a:ea typeface="IPAexGothic"/>
                <a:cs typeface="IPAexGothic"/>
              </a:defRPr>
            </a:lvl7pPr>
            <a:lvl8pPr algn="l">
              <a:buNone/>
              <a:defRPr sz="1875" b="0">
                <a:solidFill>
                  <a:srgbClr val="172B3A"/>
                </a:solidFill>
                <a:latin typeface="IPAexGothic"/>
                <a:ea typeface="IPAexGothic"/>
                <a:cs typeface="IPAexGothic"/>
              </a:defRPr>
            </a:lvl8pPr>
            <a:lvl9pPr algn="l">
              <a:buNone/>
              <a:defRPr sz="1875" b="0">
                <a:solidFill>
                  <a:srgbClr val="172B3A"/>
                </a:solidFill>
                <a:latin typeface="IPAexGothic"/>
                <a:ea typeface="IPAexGothic"/>
                <a:cs typeface="IPAexGothic"/>
              </a:defRPr>
            </a:lvl9pPr>
          </a:lstStyle>
          <a:p xmlns:a="http://schemas.openxmlformats.org/drawingml/2006/main">
            <a:pPr algn="l">
              <a:buNone/>
              <a:defRPr sz="1875" b="0">
                <a:solidFill>
                  <a:srgbClr val="172B3A"/>
                </a:solidFill>
                <a:latin typeface="IPAexGothic"/>
                <a:ea typeface="IPAexGothic"/>
                <a:cs typeface="IPAexGothic"/>
              </a:defRPr>
            </a:pPr>
            <a:r>
              <a:rPr sz="1875" b="0">
                <a:solidFill>
                  <a:srgbClr val="172B3A"/>
                </a:solidFill>
                <a:latin typeface="IPAexGothic"/>
                <a:ea typeface="IPAexGothic"/>
                <a:cs typeface="IPAexGothic"/>
              </a:rPr>
              <a:t>パターンID・版に対応づけて、定義、出現情報、統計、保持状況、削除許可評価を知識ベースで管理する。</a:t>
            </a:r>
          </a:p>
        </p:txBody>
      </p:sp>
      <p:sp>
        <p:nvSpPr>
          <p:cNvPr id="6" name="text-5">
            <a:extLst xmlns:a="http://schemas.openxmlformats.org/drawingml/2006/main">
              <a:ext uri="{FF2B5EF4-FFF2-40B4-BE49-F238E27FC236}">
                <a16:creationId xmlns:a16="http://schemas.microsoft.com/office/drawing/2014/main" id="{ACC87406-29F5-4B72-A3C9-FB38FA20F5E0}"/>
              </a:ext>
            </a:extLst>
          </p:cNvPr>
          <p:cNvSpPr>
            <a:spLocks xmlns:a="http://schemas.openxmlformats.org/drawingml/2006/main" noGrp="1"/>
          </p:cNvSpPr>
          <p:nvPr/>
        </p:nvSpPr>
        <p:spPr>
          <a:xfrm xmlns:a="http://schemas.openxmlformats.org/drawingml/2006/main">
            <a:off x="638175" y="267652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236487"/>
                </a:solidFill>
                <a:latin typeface="IPAexGothic"/>
                <a:ea typeface="IPAexGothic"/>
                <a:cs typeface="IPAexGothic"/>
              </a:defRPr>
            </a:defPPr>
            <a:lvl1pPr algn="l">
              <a:buNone/>
              <a:defRPr sz="1875" b="1">
                <a:solidFill>
                  <a:srgbClr val="236487"/>
                </a:solidFill>
                <a:latin typeface="IPAexGothic"/>
                <a:ea typeface="IPAexGothic"/>
                <a:cs typeface="IPAexGothic"/>
              </a:defRPr>
            </a:lvl1pPr>
            <a:lvl2pPr algn="l">
              <a:buNone/>
              <a:defRPr sz="1875" b="1">
                <a:solidFill>
                  <a:srgbClr val="236487"/>
                </a:solidFill>
                <a:latin typeface="IPAexGothic"/>
                <a:ea typeface="IPAexGothic"/>
                <a:cs typeface="IPAexGothic"/>
              </a:defRPr>
            </a:lvl2pPr>
            <a:lvl3pPr algn="l">
              <a:buNone/>
              <a:defRPr sz="1875" b="1">
                <a:solidFill>
                  <a:srgbClr val="236487"/>
                </a:solidFill>
                <a:latin typeface="IPAexGothic"/>
                <a:ea typeface="IPAexGothic"/>
                <a:cs typeface="IPAexGothic"/>
              </a:defRPr>
            </a:lvl3pPr>
            <a:lvl4pPr algn="l">
              <a:buNone/>
              <a:defRPr sz="1875" b="1">
                <a:solidFill>
                  <a:srgbClr val="236487"/>
                </a:solidFill>
                <a:latin typeface="IPAexGothic"/>
                <a:ea typeface="IPAexGothic"/>
                <a:cs typeface="IPAexGothic"/>
              </a:defRPr>
            </a:lvl4pPr>
            <a:lvl5pPr algn="l">
              <a:buNone/>
              <a:defRPr sz="1875" b="1">
                <a:solidFill>
                  <a:srgbClr val="236487"/>
                </a:solidFill>
                <a:latin typeface="IPAexGothic"/>
                <a:ea typeface="IPAexGothic"/>
                <a:cs typeface="IPAexGothic"/>
              </a:defRPr>
            </a:lvl5pPr>
            <a:lvl6pPr algn="l">
              <a:buNone/>
              <a:defRPr sz="1875" b="1">
                <a:solidFill>
                  <a:srgbClr val="236487"/>
                </a:solidFill>
                <a:latin typeface="IPAexGothic"/>
                <a:ea typeface="IPAexGothic"/>
                <a:cs typeface="IPAexGothic"/>
              </a:defRPr>
            </a:lvl6pPr>
            <a:lvl7pPr algn="l">
              <a:buNone/>
              <a:defRPr sz="1875" b="1">
                <a:solidFill>
                  <a:srgbClr val="236487"/>
                </a:solidFill>
                <a:latin typeface="IPAexGothic"/>
                <a:ea typeface="IPAexGothic"/>
                <a:cs typeface="IPAexGothic"/>
              </a:defRPr>
            </a:lvl7pPr>
            <a:lvl8pPr algn="l">
              <a:buNone/>
              <a:defRPr sz="1875" b="1">
                <a:solidFill>
                  <a:srgbClr val="236487"/>
                </a:solidFill>
                <a:latin typeface="IPAexGothic"/>
                <a:ea typeface="IPAexGothic"/>
                <a:cs typeface="IPAexGothic"/>
              </a:defRPr>
            </a:lvl8pPr>
            <a:lvl9pPr algn="l">
              <a:buNone/>
              <a:defRPr sz="1875" b="1">
                <a:solidFill>
                  <a:srgbClr val="236487"/>
                </a:solidFill>
                <a:latin typeface="IPAexGothic"/>
                <a:ea typeface="IPAexGothic"/>
                <a:cs typeface="IPAexGothic"/>
              </a:defRPr>
            </a:lvl9pPr>
          </a:lstStyle>
          <a:p xmlns:a="http://schemas.openxmlformats.org/drawingml/2006/main">
            <a:pPr algn="l">
              <a:buNone/>
              <a:defRPr sz="2025" b="1">
                <a:solidFill>
                  <a:srgbClr val="236487"/>
                </a:solidFill>
                <a:latin typeface="IPAexGothic"/>
                <a:ea typeface="IPAexGothic"/>
                <a:cs typeface="IPAexGothic"/>
              </a:defRPr>
            </a:pPr>
            <a:r>
              <a:rPr sz="2025" b="1">
                <a:solidFill>
                  <a:srgbClr val="236487"/>
                </a:solidFill>
                <a:latin typeface="IPAexGothic"/>
                <a:ea typeface="IPAexGothic"/>
                <a:cs typeface="IPAexGothic"/>
              </a:rPr>
              <a:t>2</a:t>
            </a:r>
          </a:p>
        </p:txBody>
      </p:sp>
      <p:sp>
        <p:nvSpPr>
          <p:cNvPr id="7" name="text-6">
            <a:extLst xmlns:a="http://schemas.openxmlformats.org/drawingml/2006/main">
              <a:ext uri="{FF2B5EF4-FFF2-40B4-BE49-F238E27FC236}">
                <a16:creationId xmlns:a16="http://schemas.microsoft.com/office/drawing/2014/main" id="{93D729D2-ABDB-4C11-B4E4-CDBEFE7924EC}"/>
              </a:ext>
            </a:extLst>
          </p:cNvPr>
          <p:cNvSpPr>
            <a:spLocks xmlns:a="http://schemas.openxmlformats.org/drawingml/2006/main" noGrp="1"/>
          </p:cNvSpPr>
          <p:nvPr/>
        </p:nvSpPr>
        <p:spPr>
          <a:xfrm xmlns:a="http://schemas.openxmlformats.org/drawingml/2006/main">
            <a:off x="1171575" y="2676525"/>
            <a:ext cx="10287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72B3A"/>
                </a:solidFill>
                <a:latin typeface="IPAexGothic"/>
                <a:ea typeface="IPAexGothic"/>
                <a:cs typeface="IPAexGothic"/>
              </a:defRPr>
            </a:defPPr>
            <a:lvl1pPr algn="l">
              <a:buNone/>
              <a:defRPr sz="1875" b="0">
                <a:solidFill>
                  <a:srgbClr val="172B3A"/>
                </a:solidFill>
                <a:latin typeface="IPAexGothic"/>
                <a:ea typeface="IPAexGothic"/>
                <a:cs typeface="IPAexGothic"/>
              </a:defRPr>
            </a:lvl1pPr>
            <a:lvl2pPr algn="l">
              <a:buNone/>
              <a:defRPr sz="1875" b="0">
                <a:solidFill>
                  <a:srgbClr val="172B3A"/>
                </a:solidFill>
                <a:latin typeface="IPAexGothic"/>
                <a:ea typeface="IPAexGothic"/>
                <a:cs typeface="IPAexGothic"/>
              </a:defRPr>
            </a:lvl2pPr>
            <a:lvl3pPr algn="l">
              <a:buNone/>
              <a:defRPr sz="1875" b="0">
                <a:solidFill>
                  <a:srgbClr val="172B3A"/>
                </a:solidFill>
                <a:latin typeface="IPAexGothic"/>
                <a:ea typeface="IPAexGothic"/>
                <a:cs typeface="IPAexGothic"/>
              </a:defRPr>
            </a:lvl3pPr>
            <a:lvl4pPr algn="l">
              <a:buNone/>
              <a:defRPr sz="1875" b="0">
                <a:solidFill>
                  <a:srgbClr val="172B3A"/>
                </a:solidFill>
                <a:latin typeface="IPAexGothic"/>
                <a:ea typeface="IPAexGothic"/>
                <a:cs typeface="IPAexGothic"/>
              </a:defRPr>
            </a:lvl4pPr>
            <a:lvl5pPr algn="l">
              <a:buNone/>
              <a:defRPr sz="1875" b="0">
                <a:solidFill>
                  <a:srgbClr val="172B3A"/>
                </a:solidFill>
                <a:latin typeface="IPAexGothic"/>
                <a:ea typeface="IPAexGothic"/>
                <a:cs typeface="IPAexGothic"/>
              </a:defRPr>
            </a:lvl5pPr>
            <a:lvl6pPr algn="l">
              <a:buNone/>
              <a:defRPr sz="1875" b="0">
                <a:solidFill>
                  <a:srgbClr val="172B3A"/>
                </a:solidFill>
                <a:latin typeface="IPAexGothic"/>
                <a:ea typeface="IPAexGothic"/>
                <a:cs typeface="IPAexGothic"/>
              </a:defRPr>
            </a:lvl6pPr>
            <a:lvl7pPr algn="l">
              <a:buNone/>
              <a:defRPr sz="1875" b="0">
                <a:solidFill>
                  <a:srgbClr val="172B3A"/>
                </a:solidFill>
                <a:latin typeface="IPAexGothic"/>
                <a:ea typeface="IPAexGothic"/>
                <a:cs typeface="IPAexGothic"/>
              </a:defRPr>
            </a:lvl7pPr>
            <a:lvl8pPr algn="l">
              <a:buNone/>
              <a:defRPr sz="1875" b="0">
                <a:solidFill>
                  <a:srgbClr val="172B3A"/>
                </a:solidFill>
                <a:latin typeface="IPAexGothic"/>
                <a:ea typeface="IPAexGothic"/>
                <a:cs typeface="IPAexGothic"/>
              </a:defRPr>
            </a:lvl8pPr>
            <a:lvl9pPr algn="l">
              <a:buNone/>
              <a:defRPr sz="1875" b="0">
                <a:solidFill>
                  <a:srgbClr val="172B3A"/>
                </a:solidFill>
                <a:latin typeface="IPAexGothic"/>
                <a:ea typeface="IPAexGothic"/>
                <a:cs typeface="IPAexGothic"/>
              </a:defRPr>
            </a:lvl9pPr>
          </a:lstStyle>
          <a:p xmlns:a="http://schemas.openxmlformats.org/drawingml/2006/main">
            <a:pPr algn="l">
              <a:buNone/>
              <a:defRPr sz="1875" b="0">
                <a:solidFill>
                  <a:srgbClr val="172B3A"/>
                </a:solidFill>
                <a:latin typeface="IPAexGothic"/>
                <a:ea typeface="IPAexGothic"/>
                <a:cs typeface="IPAexGothic"/>
              </a:defRPr>
            </a:pPr>
            <a:r>
              <a:rPr sz="1875" b="0">
                <a:solidFill>
                  <a:srgbClr val="172B3A"/>
                </a:solidFill>
                <a:latin typeface="IPAexGothic"/>
                <a:ea typeface="IPAexGothic"/>
                <a:cs typeface="IPAexGothic"/>
              </a:rPr>
              <a:t>確立度、元データ由来特徴から出現情報由来特徴への置換性能、削除後の最低保持数・保持構成を別々に評価する。</a:t>
            </a:r>
          </a:p>
        </p:txBody>
      </p:sp>
      <p:sp>
        <p:nvSpPr>
          <p:cNvPr id="8" name="text-7">
            <a:extLst xmlns:a="http://schemas.openxmlformats.org/drawingml/2006/main">
              <a:ext uri="{FF2B5EF4-FFF2-40B4-BE49-F238E27FC236}">
                <a16:creationId xmlns:a16="http://schemas.microsoft.com/office/drawing/2014/main" id="{F188DA3F-FB0C-4EA3-A8C6-DCB42BBAA213}"/>
              </a:ext>
            </a:extLst>
          </p:cNvPr>
          <p:cNvSpPr>
            <a:spLocks xmlns:a="http://schemas.openxmlformats.org/drawingml/2006/main" noGrp="1"/>
          </p:cNvSpPr>
          <p:nvPr/>
        </p:nvSpPr>
        <p:spPr>
          <a:xfrm xmlns:a="http://schemas.openxmlformats.org/drawingml/2006/main">
            <a:off x="638175" y="360997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236487"/>
                </a:solidFill>
                <a:latin typeface="IPAexGothic"/>
                <a:ea typeface="IPAexGothic"/>
                <a:cs typeface="IPAexGothic"/>
              </a:defRPr>
            </a:defPPr>
            <a:lvl1pPr algn="l">
              <a:buNone/>
              <a:defRPr sz="1875" b="1">
                <a:solidFill>
                  <a:srgbClr val="236487"/>
                </a:solidFill>
                <a:latin typeface="IPAexGothic"/>
                <a:ea typeface="IPAexGothic"/>
                <a:cs typeface="IPAexGothic"/>
              </a:defRPr>
            </a:lvl1pPr>
            <a:lvl2pPr algn="l">
              <a:buNone/>
              <a:defRPr sz="1875" b="1">
                <a:solidFill>
                  <a:srgbClr val="236487"/>
                </a:solidFill>
                <a:latin typeface="IPAexGothic"/>
                <a:ea typeface="IPAexGothic"/>
                <a:cs typeface="IPAexGothic"/>
              </a:defRPr>
            </a:lvl2pPr>
            <a:lvl3pPr algn="l">
              <a:buNone/>
              <a:defRPr sz="1875" b="1">
                <a:solidFill>
                  <a:srgbClr val="236487"/>
                </a:solidFill>
                <a:latin typeface="IPAexGothic"/>
                <a:ea typeface="IPAexGothic"/>
                <a:cs typeface="IPAexGothic"/>
              </a:defRPr>
            </a:lvl3pPr>
            <a:lvl4pPr algn="l">
              <a:buNone/>
              <a:defRPr sz="1875" b="1">
                <a:solidFill>
                  <a:srgbClr val="236487"/>
                </a:solidFill>
                <a:latin typeface="IPAexGothic"/>
                <a:ea typeface="IPAexGothic"/>
                <a:cs typeface="IPAexGothic"/>
              </a:defRPr>
            </a:lvl4pPr>
            <a:lvl5pPr algn="l">
              <a:buNone/>
              <a:defRPr sz="1875" b="1">
                <a:solidFill>
                  <a:srgbClr val="236487"/>
                </a:solidFill>
                <a:latin typeface="IPAexGothic"/>
                <a:ea typeface="IPAexGothic"/>
                <a:cs typeface="IPAexGothic"/>
              </a:defRPr>
            </a:lvl5pPr>
            <a:lvl6pPr algn="l">
              <a:buNone/>
              <a:defRPr sz="1875" b="1">
                <a:solidFill>
                  <a:srgbClr val="236487"/>
                </a:solidFill>
                <a:latin typeface="IPAexGothic"/>
                <a:ea typeface="IPAexGothic"/>
                <a:cs typeface="IPAexGothic"/>
              </a:defRPr>
            </a:lvl6pPr>
            <a:lvl7pPr algn="l">
              <a:buNone/>
              <a:defRPr sz="1875" b="1">
                <a:solidFill>
                  <a:srgbClr val="236487"/>
                </a:solidFill>
                <a:latin typeface="IPAexGothic"/>
                <a:ea typeface="IPAexGothic"/>
                <a:cs typeface="IPAexGothic"/>
              </a:defRPr>
            </a:lvl7pPr>
            <a:lvl8pPr algn="l">
              <a:buNone/>
              <a:defRPr sz="1875" b="1">
                <a:solidFill>
                  <a:srgbClr val="236487"/>
                </a:solidFill>
                <a:latin typeface="IPAexGothic"/>
                <a:ea typeface="IPAexGothic"/>
                <a:cs typeface="IPAexGothic"/>
              </a:defRPr>
            </a:lvl8pPr>
            <a:lvl9pPr algn="l">
              <a:buNone/>
              <a:defRPr sz="1875" b="1">
                <a:solidFill>
                  <a:srgbClr val="236487"/>
                </a:solidFill>
                <a:latin typeface="IPAexGothic"/>
                <a:ea typeface="IPAexGothic"/>
                <a:cs typeface="IPAexGothic"/>
              </a:defRPr>
            </a:lvl9pPr>
          </a:lstStyle>
          <a:p xmlns:a="http://schemas.openxmlformats.org/drawingml/2006/main">
            <a:pPr algn="l">
              <a:buNone/>
              <a:defRPr sz="2025" b="1">
                <a:solidFill>
                  <a:srgbClr val="236487"/>
                </a:solidFill>
                <a:latin typeface="IPAexGothic"/>
                <a:ea typeface="IPAexGothic"/>
                <a:cs typeface="IPAexGothic"/>
              </a:defRPr>
            </a:pPr>
            <a:r>
              <a:rPr sz="2025" b="1">
                <a:solidFill>
                  <a:srgbClr val="236487"/>
                </a:solidFill>
                <a:latin typeface="IPAexGothic"/>
                <a:ea typeface="IPAexGothic"/>
                <a:cs typeface="IPAexGothic"/>
              </a:rPr>
              <a:t>3</a:t>
            </a:r>
          </a:p>
        </p:txBody>
      </p:sp>
      <p:sp>
        <p:nvSpPr>
          <p:cNvPr id="9" name="text-8">
            <a:extLst xmlns:a="http://schemas.openxmlformats.org/drawingml/2006/main">
              <a:ext uri="{FF2B5EF4-FFF2-40B4-BE49-F238E27FC236}">
                <a16:creationId xmlns:a16="http://schemas.microsoft.com/office/drawing/2014/main" id="{B25BF3EF-5654-464A-9849-FF1670873069}"/>
              </a:ext>
            </a:extLst>
          </p:cNvPr>
          <p:cNvSpPr>
            <a:spLocks xmlns:a="http://schemas.openxmlformats.org/drawingml/2006/main" noGrp="1"/>
          </p:cNvSpPr>
          <p:nvPr/>
        </p:nvSpPr>
        <p:spPr>
          <a:xfrm xmlns:a="http://schemas.openxmlformats.org/drawingml/2006/main">
            <a:off x="1171575" y="3609975"/>
            <a:ext cx="10287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72B3A"/>
                </a:solidFill>
                <a:latin typeface="IPAexGothic"/>
                <a:ea typeface="IPAexGothic"/>
                <a:cs typeface="IPAexGothic"/>
              </a:defRPr>
            </a:defPPr>
            <a:lvl1pPr algn="l">
              <a:buNone/>
              <a:defRPr sz="1875" b="0">
                <a:solidFill>
                  <a:srgbClr val="172B3A"/>
                </a:solidFill>
                <a:latin typeface="IPAexGothic"/>
                <a:ea typeface="IPAexGothic"/>
                <a:cs typeface="IPAexGothic"/>
              </a:defRPr>
            </a:lvl1pPr>
            <a:lvl2pPr algn="l">
              <a:buNone/>
              <a:defRPr sz="1875" b="0">
                <a:solidFill>
                  <a:srgbClr val="172B3A"/>
                </a:solidFill>
                <a:latin typeface="IPAexGothic"/>
                <a:ea typeface="IPAexGothic"/>
                <a:cs typeface="IPAexGothic"/>
              </a:defRPr>
            </a:lvl2pPr>
            <a:lvl3pPr algn="l">
              <a:buNone/>
              <a:defRPr sz="1875" b="0">
                <a:solidFill>
                  <a:srgbClr val="172B3A"/>
                </a:solidFill>
                <a:latin typeface="IPAexGothic"/>
                <a:ea typeface="IPAexGothic"/>
                <a:cs typeface="IPAexGothic"/>
              </a:defRPr>
            </a:lvl3pPr>
            <a:lvl4pPr algn="l">
              <a:buNone/>
              <a:defRPr sz="1875" b="0">
                <a:solidFill>
                  <a:srgbClr val="172B3A"/>
                </a:solidFill>
                <a:latin typeface="IPAexGothic"/>
                <a:ea typeface="IPAexGothic"/>
                <a:cs typeface="IPAexGothic"/>
              </a:defRPr>
            </a:lvl4pPr>
            <a:lvl5pPr algn="l">
              <a:buNone/>
              <a:defRPr sz="1875" b="0">
                <a:solidFill>
                  <a:srgbClr val="172B3A"/>
                </a:solidFill>
                <a:latin typeface="IPAexGothic"/>
                <a:ea typeface="IPAexGothic"/>
                <a:cs typeface="IPAexGothic"/>
              </a:defRPr>
            </a:lvl5pPr>
            <a:lvl6pPr algn="l">
              <a:buNone/>
              <a:defRPr sz="1875" b="0">
                <a:solidFill>
                  <a:srgbClr val="172B3A"/>
                </a:solidFill>
                <a:latin typeface="IPAexGothic"/>
                <a:ea typeface="IPAexGothic"/>
                <a:cs typeface="IPAexGothic"/>
              </a:defRPr>
            </a:lvl6pPr>
            <a:lvl7pPr algn="l">
              <a:buNone/>
              <a:defRPr sz="1875" b="0">
                <a:solidFill>
                  <a:srgbClr val="172B3A"/>
                </a:solidFill>
                <a:latin typeface="IPAexGothic"/>
                <a:ea typeface="IPAexGothic"/>
                <a:cs typeface="IPAexGothic"/>
              </a:defRPr>
            </a:lvl7pPr>
            <a:lvl8pPr algn="l">
              <a:buNone/>
              <a:defRPr sz="1875" b="0">
                <a:solidFill>
                  <a:srgbClr val="172B3A"/>
                </a:solidFill>
                <a:latin typeface="IPAexGothic"/>
                <a:ea typeface="IPAexGothic"/>
                <a:cs typeface="IPAexGothic"/>
              </a:defRPr>
            </a:lvl8pPr>
            <a:lvl9pPr algn="l">
              <a:buNone/>
              <a:defRPr sz="1875" b="0">
                <a:solidFill>
                  <a:srgbClr val="172B3A"/>
                </a:solidFill>
                <a:latin typeface="IPAexGothic"/>
                <a:ea typeface="IPAexGothic"/>
                <a:cs typeface="IPAexGothic"/>
              </a:defRPr>
            </a:lvl9pPr>
          </a:lstStyle>
          <a:p xmlns:a="http://schemas.openxmlformats.org/drawingml/2006/main">
            <a:pPr algn="l">
              <a:buNone/>
              <a:defRPr sz="1875" b="0">
                <a:solidFill>
                  <a:srgbClr val="172B3A"/>
                </a:solidFill>
                <a:latin typeface="IPAexGothic"/>
                <a:ea typeface="IPAexGothic"/>
                <a:cs typeface="IPAexGothic"/>
              </a:defRPr>
            </a:pPr>
            <a:r>
              <a:rPr sz="1875" b="0">
                <a:solidFill>
                  <a:srgbClr val="172B3A"/>
                </a:solidFill>
                <a:latin typeface="IPAexGothic"/>
                <a:ea typeface="IPAexGothic"/>
                <a:cs typeface="IPAexGothic"/>
              </a:rPr>
              <a:t>すべて合格した場合だけ、保持集合外の余剰の典型元データを削除する。未達・未評価なら削除しない。</a:t>
            </a:r>
          </a:p>
        </p:txBody>
      </p:sp>
      <p:sp>
        <p:nvSpPr>
          <p:cNvPr id="10" name="text-9">
            <a:extLst xmlns:a="http://schemas.openxmlformats.org/drawingml/2006/main">
              <a:ext uri="{FF2B5EF4-FFF2-40B4-BE49-F238E27FC236}">
                <a16:creationId xmlns:a16="http://schemas.microsoft.com/office/drawing/2014/main" id="{47EA19DE-86EA-42C3-8ED3-D9A8B40EA06F}"/>
              </a:ext>
            </a:extLst>
          </p:cNvPr>
          <p:cNvSpPr>
            <a:spLocks xmlns:a="http://schemas.openxmlformats.org/drawingml/2006/main" noGrp="1"/>
          </p:cNvSpPr>
          <p:nvPr/>
        </p:nvSpPr>
        <p:spPr>
          <a:xfrm xmlns:a="http://schemas.openxmlformats.org/drawingml/2006/main">
            <a:off x="638175" y="454342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236487"/>
                </a:solidFill>
                <a:latin typeface="IPAexGothic"/>
                <a:ea typeface="IPAexGothic"/>
                <a:cs typeface="IPAexGothic"/>
              </a:defRPr>
            </a:defPPr>
            <a:lvl1pPr algn="l">
              <a:buNone/>
              <a:defRPr sz="1875" b="1">
                <a:solidFill>
                  <a:srgbClr val="236487"/>
                </a:solidFill>
                <a:latin typeface="IPAexGothic"/>
                <a:ea typeface="IPAexGothic"/>
                <a:cs typeface="IPAexGothic"/>
              </a:defRPr>
            </a:lvl1pPr>
            <a:lvl2pPr algn="l">
              <a:buNone/>
              <a:defRPr sz="1875" b="1">
                <a:solidFill>
                  <a:srgbClr val="236487"/>
                </a:solidFill>
                <a:latin typeface="IPAexGothic"/>
                <a:ea typeface="IPAexGothic"/>
                <a:cs typeface="IPAexGothic"/>
              </a:defRPr>
            </a:lvl2pPr>
            <a:lvl3pPr algn="l">
              <a:buNone/>
              <a:defRPr sz="1875" b="1">
                <a:solidFill>
                  <a:srgbClr val="236487"/>
                </a:solidFill>
                <a:latin typeface="IPAexGothic"/>
                <a:ea typeface="IPAexGothic"/>
                <a:cs typeface="IPAexGothic"/>
              </a:defRPr>
            </a:lvl3pPr>
            <a:lvl4pPr algn="l">
              <a:buNone/>
              <a:defRPr sz="1875" b="1">
                <a:solidFill>
                  <a:srgbClr val="236487"/>
                </a:solidFill>
                <a:latin typeface="IPAexGothic"/>
                <a:ea typeface="IPAexGothic"/>
                <a:cs typeface="IPAexGothic"/>
              </a:defRPr>
            </a:lvl4pPr>
            <a:lvl5pPr algn="l">
              <a:buNone/>
              <a:defRPr sz="1875" b="1">
                <a:solidFill>
                  <a:srgbClr val="236487"/>
                </a:solidFill>
                <a:latin typeface="IPAexGothic"/>
                <a:ea typeface="IPAexGothic"/>
                <a:cs typeface="IPAexGothic"/>
              </a:defRPr>
            </a:lvl5pPr>
            <a:lvl6pPr algn="l">
              <a:buNone/>
              <a:defRPr sz="1875" b="1">
                <a:solidFill>
                  <a:srgbClr val="236487"/>
                </a:solidFill>
                <a:latin typeface="IPAexGothic"/>
                <a:ea typeface="IPAexGothic"/>
                <a:cs typeface="IPAexGothic"/>
              </a:defRPr>
            </a:lvl6pPr>
            <a:lvl7pPr algn="l">
              <a:buNone/>
              <a:defRPr sz="1875" b="1">
                <a:solidFill>
                  <a:srgbClr val="236487"/>
                </a:solidFill>
                <a:latin typeface="IPAexGothic"/>
                <a:ea typeface="IPAexGothic"/>
                <a:cs typeface="IPAexGothic"/>
              </a:defRPr>
            </a:lvl7pPr>
            <a:lvl8pPr algn="l">
              <a:buNone/>
              <a:defRPr sz="1875" b="1">
                <a:solidFill>
                  <a:srgbClr val="236487"/>
                </a:solidFill>
                <a:latin typeface="IPAexGothic"/>
                <a:ea typeface="IPAexGothic"/>
                <a:cs typeface="IPAexGothic"/>
              </a:defRPr>
            </a:lvl8pPr>
            <a:lvl9pPr algn="l">
              <a:buNone/>
              <a:defRPr sz="1875" b="1">
                <a:solidFill>
                  <a:srgbClr val="236487"/>
                </a:solidFill>
                <a:latin typeface="IPAexGothic"/>
                <a:ea typeface="IPAexGothic"/>
                <a:cs typeface="IPAexGothic"/>
              </a:defRPr>
            </a:lvl9pPr>
          </a:lstStyle>
          <a:p xmlns:a="http://schemas.openxmlformats.org/drawingml/2006/main">
            <a:pPr algn="l">
              <a:buNone/>
              <a:defRPr sz="2025" b="1">
                <a:solidFill>
                  <a:srgbClr val="236487"/>
                </a:solidFill>
                <a:latin typeface="IPAexGothic"/>
                <a:ea typeface="IPAexGothic"/>
                <a:cs typeface="IPAexGothic"/>
              </a:defRPr>
            </a:pPr>
            <a:r>
              <a:rPr sz="2025" b="1">
                <a:solidFill>
                  <a:srgbClr val="236487"/>
                </a:solidFill>
                <a:latin typeface="IPAexGothic"/>
                <a:ea typeface="IPAexGothic"/>
                <a:cs typeface="IPAexGothic"/>
              </a:rPr>
              <a:t>4</a:t>
            </a:r>
          </a:p>
        </p:txBody>
      </p:sp>
      <p:sp>
        <p:nvSpPr>
          <p:cNvPr id="11" name="text-10">
            <a:extLst xmlns:a="http://schemas.openxmlformats.org/drawingml/2006/main">
              <a:ext uri="{FF2B5EF4-FFF2-40B4-BE49-F238E27FC236}">
                <a16:creationId xmlns:a16="http://schemas.microsoft.com/office/drawing/2014/main" id="{02596EDD-790F-4745-BD61-B050676C7414}"/>
              </a:ext>
            </a:extLst>
          </p:cNvPr>
          <p:cNvSpPr>
            <a:spLocks xmlns:a="http://schemas.openxmlformats.org/drawingml/2006/main" noGrp="1"/>
          </p:cNvSpPr>
          <p:nvPr/>
        </p:nvSpPr>
        <p:spPr>
          <a:xfrm xmlns:a="http://schemas.openxmlformats.org/drawingml/2006/main">
            <a:off x="1171575" y="4543425"/>
            <a:ext cx="10287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72B3A"/>
                </a:solidFill>
                <a:latin typeface="IPAexGothic"/>
                <a:ea typeface="IPAexGothic"/>
                <a:cs typeface="IPAexGothic"/>
              </a:defRPr>
            </a:defPPr>
            <a:lvl1pPr algn="l">
              <a:buNone/>
              <a:defRPr sz="1875" b="0">
                <a:solidFill>
                  <a:srgbClr val="172B3A"/>
                </a:solidFill>
                <a:latin typeface="IPAexGothic"/>
                <a:ea typeface="IPAexGothic"/>
                <a:cs typeface="IPAexGothic"/>
              </a:defRPr>
            </a:lvl1pPr>
            <a:lvl2pPr algn="l">
              <a:buNone/>
              <a:defRPr sz="1875" b="0">
                <a:solidFill>
                  <a:srgbClr val="172B3A"/>
                </a:solidFill>
                <a:latin typeface="IPAexGothic"/>
                <a:ea typeface="IPAexGothic"/>
                <a:cs typeface="IPAexGothic"/>
              </a:defRPr>
            </a:lvl2pPr>
            <a:lvl3pPr algn="l">
              <a:buNone/>
              <a:defRPr sz="1875" b="0">
                <a:solidFill>
                  <a:srgbClr val="172B3A"/>
                </a:solidFill>
                <a:latin typeface="IPAexGothic"/>
                <a:ea typeface="IPAexGothic"/>
                <a:cs typeface="IPAexGothic"/>
              </a:defRPr>
            </a:lvl3pPr>
            <a:lvl4pPr algn="l">
              <a:buNone/>
              <a:defRPr sz="1875" b="0">
                <a:solidFill>
                  <a:srgbClr val="172B3A"/>
                </a:solidFill>
                <a:latin typeface="IPAexGothic"/>
                <a:ea typeface="IPAexGothic"/>
                <a:cs typeface="IPAexGothic"/>
              </a:defRPr>
            </a:lvl4pPr>
            <a:lvl5pPr algn="l">
              <a:buNone/>
              <a:defRPr sz="1875" b="0">
                <a:solidFill>
                  <a:srgbClr val="172B3A"/>
                </a:solidFill>
                <a:latin typeface="IPAexGothic"/>
                <a:ea typeface="IPAexGothic"/>
                <a:cs typeface="IPAexGothic"/>
              </a:defRPr>
            </a:lvl5pPr>
            <a:lvl6pPr algn="l">
              <a:buNone/>
              <a:defRPr sz="1875" b="0">
                <a:solidFill>
                  <a:srgbClr val="172B3A"/>
                </a:solidFill>
                <a:latin typeface="IPAexGothic"/>
                <a:ea typeface="IPAexGothic"/>
                <a:cs typeface="IPAexGothic"/>
              </a:defRPr>
            </a:lvl6pPr>
            <a:lvl7pPr algn="l">
              <a:buNone/>
              <a:defRPr sz="1875" b="0">
                <a:solidFill>
                  <a:srgbClr val="172B3A"/>
                </a:solidFill>
                <a:latin typeface="IPAexGothic"/>
                <a:ea typeface="IPAexGothic"/>
                <a:cs typeface="IPAexGothic"/>
              </a:defRPr>
            </a:lvl7pPr>
            <a:lvl8pPr algn="l">
              <a:buNone/>
              <a:defRPr sz="1875" b="0">
                <a:solidFill>
                  <a:srgbClr val="172B3A"/>
                </a:solidFill>
                <a:latin typeface="IPAexGothic"/>
                <a:ea typeface="IPAexGothic"/>
                <a:cs typeface="IPAexGothic"/>
              </a:defRPr>
            </a:lvl8pPr>
            <a:lvl9pPr algn="l">
              <a:buNone/>
              <a:defRPr sz="1875" b="0">
                <a:solidFill>
                  <a:srgbClr val="172B3A"/>
                </a:solidFill>
                <a:latin typeface="IPAexGothic"/>
                <a:ea typeface="IPAexGothic"/>
                <a:cs typeface="IPAexGothic"/>
              </a:defRPr>
            </a:lvl9pPr>
          </a:lstStyle>
          <a:p xmlns:a="http://schemas.openxmlformats.org/drawingml/2006/main">
            <a:pPr algn="l">
              <a:buNone/>
              <a:defRPr sz="1875" b="0">
                <a:solidFill>
                  <a:srgbClr val="172B3A"/>
                </a:solidFill>
                <a:latin typeface="IPAexGothic"/>
                <a:ea typeface="IPAexGothic"/>
                <a:cs typeface="IPAexGothic"/>
              </a:defRPr>
            </a:pPr>
            <a:r>
              <a:rPr sz="1875" b="0">
                <a:solidFill>
                  <a:srgbClr val="172B3A"/>
                </a:solidFill>
                <a:latin typeface="IPAexGothic"/>
                <a:ea typeface="IPAexGothic"/>
                <a:cs typeface="IPAexGothic"/>
              </a:rPr>
              <a:t>出現情報と統計を保持して学習・説明に共通利用し、許可を評価したパターン版・モデル・運転条件に限定する。</a:t>
            </a:r>
          </a:p>
        </p:txBody>
      </p:sp>
    </p:spTree>
    <p:extLst>
      <p:ext uri="{BB962C8B-B14F-4D97-AF65-F5344CB8AC3E}">
        <p14:creationId xmlns:p14="http://schemas.microsoft.com/office/powerpoint/2010/main" val="1100949568"/>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headline">
            <a:extLst xmlns:a="http://schemas.openxmlformats.org/drawingml/2006/main">
              <a:ext uri="{FF2B5EF4-FFF2-40B4-BE49-F238E27FC236}">
                <a16:creationId xmlns:a16="http://schemas.microsoft.com/office/drawing/2014/main" id="{EE0C8CB1-A6A5-4D6A-9910-AE369B0A67A9}"/>
              </a:ext>
            </a:extLst>
          </p:cNvPr>
          <p:cNvSpPr>
            <a:spLocks xmlns:a="http://schemas.openxmlformats.org/drawingml/2006/main" noGrp="1"/>
          </p:cNvSpPr>
          <p:nvPr/>
        </p:nvSpPr>
        <p:spPr>
          <a:xfrm xmlns:a="http://schemas.openxmlformats.org/drawingml/2006/main">
            <a:off x="590550" y="333375"/>
            <a:ext cx="1095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72B3A"/>
                </a:solidFill>
                <a:latin typeface="IPAexGothic"/>
                <a:ea typeface="IPAexGothic"/>
                <a:cs typeface="IPAexGothic"/>
              </a:defRPr>
            </a:defPPr>
            <a:lvl1pPr algn="l">
              <a:buNone/>
              <a:defRPr sz="3300" b="1">
                <a:solidFill>
                  <a:srgbClr val="172B3A"/>
                </a:solidFill>
                <a:latin typeface="IPAexGothic"/>
                <a:ea typeface="IPAexGothic"/>
                <a:cs typeface="IPAexGothic"/>
              </a:defRPr>
            </a:lvl1pPr>
            <a:lvl2pPr algn="l">
              <a:buNone/>
              <a:defRPr sz="3300" b="1">
                <a:solidFill>
                  <a:srgbClr val="172B3A"/>
                </a:solidFill>
                <a:latin typeface="IPAexGothic"/>
                <a:ea typeface="IPAexGothic"/>
                <a:cs typeface="IPAexGothic"/>
              </a:defRPr>
            </a:lvl2pPr>
            <a:lvl3pPr algn="l">
              <a:buNone/>
              <a:defRPr sz="3300" b="1">
                <a:solidFill>
                  <a:srgbClr val="172B3A"/>
                </a:solidFill>
                <a:latin typeface="IPAexGothic"/>
                <a:ea typeface="IPAexGothic"/>
                <a:cs typeface="IPAexGothic"/>
              </a:defRPr>
            </a:lvl3pPr>
            <a:lvl4pPr algn="l">
              <a:buNone/>
              <a:defRPr sz="3300" b="1">
                <a:solidFill>
                  <a:srgbClr val="172B3A"/>
                </a:solidFill>
                <a:latin typeface="IPAexGothic"/>
                <a:ea typeface="IPAexGothic"/>
                <a:cs typeface="IPAexGothic"/>
              </a:defRPr>
            </a:lvl4pPr>
            <a:lvl5pPr algn="l">
              <a:buNone/>
              <a:defRPr sz="3300" b="1">
                <a:solidFill>
                  <a:srgbClr val="172B3A"/>
                </a:solidFill>
                <a:latin typeface="IPAexGothic"/>
                <a:ea typeface="IPAexGothic"/>
                <a:cs typeface="IPAexGothic"/>
              </a:defRPr>
            </a:lvl5pPr>
            <a:lvl6pPr algn="l">
              <a:buNone/>
              <a:defRPr sz="3300" b="1">
                <a:solidFill>
                  <a:srgbClr val="172B3A"/>
                </a:solidFill>
                <a:latin typeface="IPAexGothic"/>
                <a:ea typeface="IPAexGothic"/>
                <a:cs typeface="IPAexGothic"/>
              </a:defRPr>
            </a:lvl6pPr>
            <a:lvl7pPr algn="l">
              <a:buNone/>
              <a:defRPr sz="3300" b="1">
                <a:solidFill>
                  <a:srgbClr val="172B3A"/>
                </a:solidFill>
                <a:latin typeface="IPAexGothic"/>
                <a:ea typeface="IPAexGothic"/>
                <a:cs typeface="IPAexGothic"/>
              </a:defRPr>
            </a:lvl7pPr>
            <a:lvl8pPr algn="l">
              <a:buNone/>
              <a:defRPr sz="3300" b="1">
                <a:solidFill>
                  <a:srgbClr val="172B3A"/>
                </a:solidFill>
                <a:latin typeface="IPAexGothic"/>
                <a:ea typeface="IPAexGothic"/>
                <a:cs typeface="IPAexGothic"/>
              </a:defRPr>
            </a:lvl8pPr>
            <a:lvl9pPr algn="l">
              <a:buNone/>
              <a:defRPr sz="3300" b="1">
                <a:solidFill>
                  <a:srgbClr val="172B3A"/>
                </a:solidFill>
                <a:latin typeface="IPAexGothic"/>
                <a:ea typeface="IPAexGothic"/>
                <a:cs typeface="IPAexGothic"/>
              </a:defRPr>
            </a:lvl9pPr>
          </a:lstStyle>
          <a:p xmlns:a="http://schemas.openxmlformats.org/drawingml/2006/main">
            <a:pPr algn="l">
              <a:buNone/>
              <a:defRPr sz="3300" b="1">
                <a:solidFill>
                  <a:srgbClr val="172B3A"/>
                </a:solidFill>
                <a:latin typeface="IPAexGothic"/>
                <a:ea typeface="IPAexGothic"/>
                <a:cs typeface="IPAexGothic"/>
              </a:defRPr>
            </a:pPr>
            <a:r>
              <a:rPr sz="3300" b="1">
                <a:solidFill>
                  <a:srgbClr val="172B3A"/>
                </a:solidFill>
                <a:latin typeface="IPAexGothic"/>
                <a:ea typeface="IPAexGothic"/>
                <a:cs typeface="IPAexGothic"/>
              </a:rPr>
              <a:t>請求項2 類似度分類と保持対象の管理</a:t>
            </a:r>
          </a:p>
        </p:txBody>
      </p:sp>
      <p:sp>
        <p:nvSpPr>
          <p:cNvPr id="2" name="summary">
            <a:extLst xmlns:a="http://schemas.openxmlformats.org/drawingml/2006/main">
              <a:ext uri="{FF2B5EF4-FFF2-40B4-BE49-F238E27FC236}">
                <a16:creationId xmlns:a16="http://schemas.microsoft.com/office/drawing/2014/main" id="{CE0392FE-0A28-4D3C-B927-984CE7172B15}"/>
              </a:ext>
            </a:extLst>
          </p:cNvPr>
          <p:cNvSpPr>
            <a:spLocks xmlns:a="http://schemas.openxmlformats.org/drawingml/2006/main" noGrp="1"/>
          </p:cNvSpPr>
          <p:nvPr/>
        </p:nvSpPr>
        <p:spPr>
          <a:xfrm xmlns:a="http://schemas.openxmlformats.org/drawingml/2006/main">
            <a:off x="609600" y="1028700"/>
            <a:ext cx="10896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86872"/>
                </a:solidFill>
                <a:latin typeface="IPAexGothic"/>
                <a:ea typeface="IPAexGothic"/>
                <a:cs typeface="IPAexGothic"/>
              </a:defRPr>
            </a:defPPr>
            <a:lvl1pPr algn="l">
              <a:buNone/>
              <a:defRPr sz="1800" b="0">
                <a:solidFill>
                  <a:srgbClr val="586872"/>
                </a:solidFill>
                <a:latin typeface="IPAexGothic"/>
                <a:ea typeface="IPAexGothic"/>
                <a:cs typeface="IPAexGothic"/>
              </a:defRPr>
            </a:lvl1pPr>
            <a:lvl2pPr algn="l">
              <a:buNone/>
              <a:defRPr sz="1800" b="0">
                <a:solidFill>
                  <a:srgbClr val="586872"/>
                </a:solidFill>
                <a:latin typeface="IPAexGothic"/>
                <a:ea typeface="IPAexGothic"/>
                <a:cs typeface="IPAexGothic"/>
              </a:defRPr>
            </a:lvl2pPr>
            <a:lvl3pPr algn="l">
              <a:buNone/>
              <a:defRPr sz="1800" b="0">
                <a:solidFill>
                  <a:srgbClr val="586872"/>
                </a:solidFill>
                <a:latin typeface="IPAexGothic"/>
                <a:ea typeface="IPAexGothic"/>
                <a:cs typeface="IPAexGothic"/>
              </a:defRPr>
            </a:lvl3pPr>
            <a:lvl4pPr algn="l">
              <a:buNone/>
              <a:defRPr sz="1800" b="0">
                <a:solidFill>
                  <a:srgbClr val="586872"/>
                </a:solidFill>
                <a:latin typeface="IPAexGothic"/>
                <a:ea typeface="IPAexGothic"/>
                <a:cs typeface="IPAexGothic"/>
              </a:defRPr>
            </a:lvl4pPr>
            <a:lvl5pPr algn="l">
              <a:buNone/>
              <a:defRPr sz="1800" b="0">
                <a:solidFill>
                  <a:srgbClr val="586872"/>
                </a:solidFill>
                <a:latin typeface="IPAexGothic"/>
                <a:ea typeface="IPAexGothic"/>
                <a:cs typeface="IPAexGothic"/>
              </a:defRPr>
            </a:lvl5pPr>
            <a:lvl6pPr algn="l">
              <a:buNone/>
              <a:defRPr sz="1800" b="0">
                <a:solidFill>
                  <a:srgbClr val="586872"/>
                </a:solidFill>
                <a:latin typeface="IPAexGothic"/>
                <a:ea typeface="IPAexGothic"/>
                <a:cs typeface="IPAexGothic"/>
              </a:defRPr>
            </a:lvl6pPr>
            <a:lvl7pPr algn="l">
              <a:buNone/>
              <a:defRPr sz="1800" b="0">
                <a:solidFill>
                  <a:srgbClr val="586872"/>
                </a:solidFill>
                <a:latin typeface="IPAexGothic"/>
                <a:ea typeface="IPAexGothic"/>
                <a:cs typeface="IPAexGothic"/>
              </a:defRPr>
            </a:lvl7pPr>
            <a:lvl8pPr algn="l">
              <a:buNone/>
              <a:defRPr sz="1800" b="0">
                <a:solidFill>
                  <a:srgbClr val="586872"/>
                </a:solidFill>
                <a:latin typeface="IPAexGothic"/>
                <a:ea typeface="IPAexGothic"/>
                <a:cs typeface="IPAexGothic"/>
              </a:defRPr>
            </a:lvl8pPr>
            <a:lvl9pPr algn="l">
              <a:buNone/>
              <a:defRPr sz="1800" b="0">
                <a:solidFill>
                  <a:srgbClr val="586872"/>
                </a:solidFill>
                <a:latin typeface="IPAexGothic"/>
                <a:ea typeface="IPAexGothic"/>
                <a:cs typeface="IPAexGothic"/>
              </a:defRPr>
            </a:lvl9pPr>
          </a:lstStyle>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請求項2は、照合の閾値を使って典型・境界・未知に分類し、元データの保護を具体化します。</a:t>
            </a:r>
          </a:p>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典型は削除候補にとどめ、境界と未知を後の再構築・新規抽出に使える状態で保持します。</a:t>
            </a:r>
          </a:p>
        </p:txBody>
      </p:sp>
      <p:sp>
        <p:nvSpPr>
          <p:cNvPr id="3" name="text-2">
            <a:extLst xmlns:a="http://schemas.openxmlformats.org/drawingml/2006/main">
              <a:ext uri="{FF2B5EF4-FFF2-40B4-BE49-F238E27FC236}">
                <a16:creationId xmlns:a16="http://schemas.microsoft.com/office/drawing/2014/main" id="{915FA36D-8BCB-4494-BE5B-0400AFAB07BD}"/>
              </a:ext>
            </a:extLst>
          </p:cNvPr>
          <p:cNvSpPr>
            <a:spLocks xmlns:a="http://schemas.openxmlformats.org/drawingml/2006/main" noGrp="1"/>
          </p:cNvSpPr>
          <p:nvPr/>
        </p:nvSpPr>
        <p:spPr>
          <a:xfrm xmlns:a="http://schemas.openxmlformats.org/drawingml/2006/main">
            <a:off x="11239500" y="644842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872"/>
                </a:solidFill>
                <a:latin typeface="IPAexGothic"/>
                <a:ea typeface="IPAexGothic"/>
                <a:cs typeface="IPAexGothic"/>
              </a:defRPr>
            </a:defPPr>
            <a:lvl1pPr algn="r">
              <a:buNone/>
              <a:defRPr sz="1275" b="0">
                <a:solidFill>
                  <a:srgbClr val="586872"/>
                </a:solidFill>
                <a:latin typeface="IPAexGothic"/>
                <a:ea typeface="IPAexGothic"/>
                <a:cs typeface="IPAexGothic"/>
              </a:defRPr>
            </a:lvl1pPr>
            <a:lvl2pPr algn="r">
              <a:buNone/>
              <a:defRPr sz="1275" b="0">
                <a:solidFill>
                  <a:srgbClr val="586872"/>
                </a:solidFill>
                <a:latin typeface="IPAexGothic"/>
                <a:ea typeface="IPAexGothic"/>
                <a:cs typeface="IPAexGothic"/>
              </a:defRPr>
            </a:lvl2pPr>
            <a:lvl3pPr algn="r">
              <a:buNone/>
              <a:defRPr sz="1275" b="0">
                <a:solidFill>
                  <a:srgbClr val="586872"/>
                </a:solidFill>
                <a:latin typeface="IPAexGothic"/>
                <a:ea typeface="IPAexGothic"/>
                <a:cs typeface="IPAexGothic"/>
              </a:defRPr>
            </a:lvl3pPr>
            <a:lvl4pPr algn="r">
              <a:buNone/>
              <a:defRPr sz="1275" b="0">
                <a:solidFill>
                  <a:srgbClr val="586872"/>
                </a:solidFill>
                <a:latin typeface="IPAexGothic"/>
                <a:ea typeface="IPAexGothic"/>
                <a:cs typeface="IPAexGothic"/>
              </a:defRPr>
            </a:lvl4pPr>
            <a:lvl5pPr algn="r">
              <a:buNone/>
              <a:defRPr sz="1275" b="0">
                <a:solidFill>
                  <a:srgbClr val="586872"/>
                </a:solidFill>
                <a:latin typeface="IPAexGothic"/>
                <a:ea typeface="IPAexGothic"/>
                <a:cs typeface="IPAexGothic"/>
              </a:defRPr>
            </a:lvl5pPr>
            <a:lvl6pPr algn="r">
              <a:buNone/>
              <a:defRPr sz="1275" b="0">
                <a:solidFill>
                  <a:srgbClr val="586872"/>
                </a:solidFill>
                <a:latin typeface="IPAexGothic"/>
                <a:ea typeface="IPAexGothic"/>
                <a:cs typeface="IPAexGothic"/>
              </a:defRPr>
            </a:lvl6pPr>
            <a:lvl7pPr algn="r">
              <a:buNone/>
              <a:defRPr sz="1275" b="0">
                <a:solidFill>
                  <a:srgbClr val="586872"/>
                </a:solidFill>
                <a:latin typeface="IPAexGothic"/>
                <a:ea typeface="IPAexGothic"/>
                <a:cs typeface="IPAexGothic"/>
              </a:defRPr>
            </a:lvl7pPr>
            <a:lvl8pPr algn="r">
              <a:buNone/>
              <a:defRPr sz="1275" b="0">
                <a:solidFill>
                  <a:srgbClr val="586872"/>
                </a:solidFill>
                <a:latin typeface="IPAexGothic"/>
                <a:ea typeface="IPAexGothic"/>
                <a:cs typeface="IPAexGothic"/>
              </a:defRPr>
            </a:lvl8pPr>
            <a:lvl9pPr algn="r">
              <a:buNone/>
              <a:defRPr sz="1275" b="0">
                <a:solidFill>
                  <a:srgbClr val="586872"/>
                </a:solidFill>
                <a:latin typeface="IPAexGothic"/>
                <a:ea typeface="IPAexGothic"/>
                <a:cs typeface="IPAexGothic"/>
              </a:defRPr>
            </a:lvl9pPr>
          </a:lstStyle>
          <a:p xmlns:a="http://schemas.openxmlformats.org/drawingml/2006/main">
            <a:pPr algn="r">
              <a:buNone/>
              <a:defRPr sz="1275" b="0">
                <a:solidFill>
                  <a:srgbClr val="586872"/>
                </a:solidFill>
                <a:latin typeface="IPAexGothic"/>
                <a:ea typeface="IPAexGothic"/>
                <a:cs typeface="IPAexGothic"/>
              </a:defRPr>
            </a:pPr>
            <a:r>
              <a:rPr sz="1275" b="0">
                <a:solidFill>
                  <a:srgbClr val="586872"/>
                </a:solidFill>
                <a:latin typeface="IPAexGothic"/>
                <a:ea typeface="IPAexGothic"/>
                <a:cs typeface="IPAexGothic"/>
              </a:rPr>
              <a:t>51</a:t>
            </a:r>
          </a:p>
        </p:txBody>
      </p:sp>
      <p:sp>
        <p:nvSpPr>
          <p:cNvPr id="4" name="text-3">
            <a:extLst xmlns:a="http://schemas.openxmlformats.org/drawingml/2006/main">
              <a:ext uri="{FF2B5EF4-FFF2-40B4-BE49-F238E27FC236}">
                <a16:creationId xmlns:a16="http://schemas.microsoft.com/office/drawing/2014/main" id="{86AABB1C-D854-429B-8FCE-49163CF9E26C}"/>
              </a:ext>
            </a:extLst>
          </p:cNvPr>
          <p:cNvSpPr>
            <a:spLocks xmlns:a="http://schemas.openxmlformats.org/drawingml/2006/main" noGrp="1"/>
          </p:cNvSpPr>
          <p:nvPr/>
        </p:nvSpPr>
        <p:spPr>
          <a:xfrm xmlns:a="http://schemas.openxmlformats.org/drawingml/2006/main">
            <a:off x="638175" y="174307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236487"/>
                </a:solidFill>
                <a:latin typeface="IPAexGothic"/>
                <a:ea typeface="IPAexGothic"/>
                <a:cs typeface="IPAexGothic"/>
              </a:defRPr>
            </a:defPPr>
            <a:lvl1pPr algn="l">
              <a:buNone/>
              <a:defRPr sz="1875" b="1">
                <a:solidFill>
                  <a:srgbClr val="236487"/>
                </a:solidFill>
                <a:latin typeface="IPAexGothic"/>
                <a:ea typeface="IPAexGothic"/>
                <a:cs typeface="IPAexGothic"/>
              </a:defRPr>
            </a:lvl1pPr>
            <a:lvl2pPr algn="l">
              <a:buNone/>
              <a:defRPr sz="1875" b="1">
                <a:solidFill>
                  <a:srgbClr val="236487"/>
                </a:solidFill>
                <a:latin typeface="IPAexGothic"/>
                <a:ea typeface="IPAexGothic"/>
                <a:cs typeface="IPAexGothic"/>
              </a:defRPr>
            </a:lvl2pPr>
            <a:lvl3pPr algn="l">
              <a:buNone/>
              <a:defRPr sz="1875" b="1">
                <a:solidFill>
                  <a:srgbClr val="236487"/>
                </a:solidFill>
                <a:latin typeface="IPAexGothic"/>
                <a:ea typeface="IPAexGothic"/>
                <a:cs typeface="IPAexGothic"/>
              </a:defRPr>
            </a:lvl3pPr>
            <a:lvl4pPr algn="l">
              <a:buNone/>
              <a:defRPr sz="1875" b="1">
                <a:solidFill>
                  <a:srgbClr val="236487"/>
                </a:solidFill>
                <a:latin typeface="IPAexGothic"/>
                <a:ea typeface="IPAexGothic"/>
                <a:cs typeface="IPAexGothic"/>
              </a:defRPr>
            </a:lvl4pPr>
            <a:lvl5pPr algn="l">
              <a:buNone/>
              <a:defRPr sz="1875" b="1">
                <a:solidFill>
                  <a:srgbClr val="236487"/>
                </a:solidFill>
                <a:latin typeface="IPAexGothic"/>
                <a:ea typeface="IPAexGothic"/>
                <a:cs typeface="IPAexGothic"/>
              </a:defRPr>
            </a:lvl5pPr>
            <a:lvl6pPr algn="l">
              <a:buNone/>
              <a:defRPr sz="1875" b="1">
                <a:solidFill>
                  <a:srgbClr val="236487"/>
                </a:solidFill>
                <a:latin typeface="IPAexGothic"/>
                <a:ea typeface="IPAexGothic"/>
                <a:cs typeface="IPAexGothic"/>
              </a:defRPr>
            </a:lvl6pPr>
            <a:lvl7pPr algn="l">
              <a:buNone/>
              <a:defRPr sz="1875" b="1">
                <a:solidFill>
                  <a:srgbClr val="236487"/>
                </a:solidFill>
                <a:latin typeface="IPAexGothic"/>
                <a:ea typeface="IPAexGothic"/>
                <a:cs typeface="IPAexGothic"/>
              </a:defRPr>
            </a:lvl7pPr>
            <a:lvl8pPr algn="l">
              <a:buNone/>
              <a:defRPr sz="1875" b="1">
                <a:solidFill>
                  <a:srgbClr val="236487"/>
                </a:solidFill>
                <a:latin typeface="IPAexGothic"/>
                <a:ea typeface="IPAexGothic"/>
                <a:cs typeface="IPAexGothic"/>
              </a:defRPr>
            </a:lvl8pPr>
            <a:lvl9pPr algn="l">
              <a:buNone/>
              <a:defRPr sz="1875" b="1">
                <a:solidFill>
                  <a:srgbClr val="236487"/>
                </a:solidFill>
                <a:latin typeface="IPAexGothic"/>
                <a:ea typeface="IPAexGothic"/>
                <a:cs typeface="IPAexGothic"/>
              </a:defRPr>
            </a:lvl9pPr>
          </a:lstStyle>
          <a:p xmlns:a="http://schemas.openxmlformats.org/drawingml/2006/main">
            <a:pPr algn="l">
              <a:buNone/>
              <a:defRPr sz="2025" b="1">
                <a:solidFill>
                  <a:srgbClr val="236487"/>
                </a:solidFill>
                <a:latin typeface="IPAexGothic"/>
                <a:ea typeface="IPAexGothic"/>
                <a:cs typeface="IPAexGothic"/>
              </a:defRPr>
            </a:pPr>
            <a:r>
              <a:rPr sz="2025" b="1">
                <a:solidFill>
                  <a:srgbClr val="236487"/>
                </a:solidFill>
                <a:latin typeface="IPAexGothic"/>
                <a:ea typeface="IPAexGothic"/>
                <a:cs typeface="IPAexGothic"/>
              </a:rPr>
              <a:t>1</a:t>
            </a:r>
          </a:p>
        </p:txBody>
      </p:sp>
      <p:sp>
        <p:nvSpPr>
          <p:cNvPr id="5" name="text-4">
            <a:extLst xmlns:a="http://schemas.openxmlformats.org/drawingml/2006/main">
              <a:ext uri="{FF2B5EF4-FFF2-40B4-BE49-F238E27FC236}">
                <a16:creationId xmlns:a16="http://schemas.microsoft.com/office/drawing/2014/main" id="{AA86FCF7-9565-40FB-B21C-528094BDB266}"/>
              </a:ext>
            </a:extLst>
          </p:cNvPr>
          <p:cNvSpPr>
            <a:spLocks xmlns:a="http://schemas.openxmlformats.org/drawingml/2006/main" noGrp="1"/>
          </p:cNvSpPr>
          <p:nvPr/>
        </p:nvSpPr>
        <p:spPr>
          <a:xfrm xmlns:a="http://schemas.openxmlformats.org/drawingml/2006/main">
            <a:off x="1171575" y="1743075"/>
            <a:ext cx="10287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72B3A"/>
                </a:solidFill>
                <a:latin typeface="IPAexGothic"/>
                <a:ea typeface="IPAexGothic"/>
                <a:cs typeface="IPAexGothic"/>
              </a:defRPr>
            </a:defPPr>
            <a:lvl1pPr algn="l">
              <a:buNone/>
              <a:defRPr sz="1875" b="0">
                <a:solidFill>
                  <a:srgbClr val="172B3A"/>
                </a:solidFill>
                <a:latin typeface="IPAexGothic"/>
                <a:ea typeface="IPAexGothic"/>
                <a:cs typeface="IPAexGothic"/>
              </a:defRPr>
            </a:lvl1pPr>
            <a:lvl2pPr algn="l">
              <a:buNone/>
              <a:defRPr sz="1875" b="0">
                <a:solidFill>
                  <a:srgbClr val="172B3A"/>
                </a:solidFill>
                <a:latin typeface="IPAexGothic"/>
                <a:ea typeface="IPAexGothic"/>
                <a:cs typeface="IPAexGothic"/>
              </a:defRPr>
            </a:lvl2pPr>
            <a:lvl3pPr algn="l">
              <a:buNone/>
              <a:defRPr sz="1875" b="0">
                <a:solidFill>
                  <a:srgbClr val="172B3A"/>
                </a:solidFill>
                <a:latin typeface="IPAexGothic"/>
                <a:ea typeface="IPAexGothic"/>
                <a:cs typeface="IPAexGothic"/>
              </a:defRPr>
            </a:lvl3pPr>
            <a:lvl4pPr algn="l">
              <a:buNone/>
              <a:defRPr sz="1875" b="0">
                <a:solidFill>
                  <a:srgbClr val="172B3A"/>
                </a:solidFill>
                <a:latin typeface="IPAexGothic"/>
                <a:ea typeface="IPAexGothic"/>
                <a:cs typeface="IPAexGothic"/>
              </a:defRPr>
            </a:lvl4pPr>
            <a:lvl5pPr algn="l">
              <a:buNone/>
              <a:defRPr sz="1875" b="0">
                <a:solidFill>
                  <a:srgbClr val="172B3A"/>
                </a:solidFill>
                <a:latin typeface="IPAexGothic"/>
                <a:ea typeface="IPAexGothic"/>
                <a:cs typeface="IPAexGothic"/>
              </a:defRPr>
            </a:lvl5pPr>
            <a:lvl6pPr algn="l">
              <a:buNone/>
              <a:defRPr sz="1875" b="0">
                <a:solidFill>
                  <a:srgbClr val="172B3A"/>
                </a:solidFill>
                <a:latin typeface="IPAexGothic"/>
                <a:ea typeface="IPAexGothic"/>
                <a:cs typeface="IPAexGothic"/>
              </a:defRPr>
            </a:lvl6pPr>
            <a:lvl7pPr algn="l">
              <a:buNone/>
              <a:defRPr sz="1875" b="0">
                <a:solidFill>
                  <a:srgbClr val="172B3A"/>
                </a:solidFill>
                <a:latin typeface="IPAexGothic"/>
                <a:ea typeface="IPAexGothic"/>
                <a:cs typeface="IPAexGothic"/>
              </a:defRPr>
            </a:lvl7pPr>
            <a:lvl8pPr algn="l">
              <a:buNone/>
              <a:defRPr sz="1875" b="0">
                <a:solidFill>
                  <a:srgbClr val="172B3A"/>
                </a:solidFill>
                <a:latin typeface="IPAexGothic"/>
                <a:ea typeface="IPAexGothic"/>
                <a:cs typeface="IPAexGothic"/>
              </a:defRPr>
            </a:lvl8pPr>
            <a:lvl9pPr algn="l">
              <a:buNone/>
              <a:defRPr sz="1875" b="0">
                <a:solidFill>
                  <a:srgbClr val="172B3A"/>
                </a:solidFill>
                <a:latin typeface="IPAexGothic"/>
                <a:ea typeface="IPAexGothic"/>
                <a:cs typeface="IPAexGothic"/>
              </a:defRPr>
            </a:lvl9pPr>
          </a:lstStyle>
          <a:p xmlns:a="http://schemas.openxmlformats.org/drawingml/2006/main">
            <a:pPr algn="l">
              <a:buNone/>
              <a:defRPr sz="1875" b="0">
                <a:solidFill>
                  <a:srgbClr val="172B3A"/>
                </a:solidFill>
                <a:latin typeface="IPAexGothic"/>
                <a:ea typeface="IPAexGothic"/>
                <a:cs typeface="IPAexGothic"/>
              </a:defRPr>
            </a:pPr>
            <a:r>
              <a:rPr sz="1875" b="0">
                <a:solidFill>
                  <a:srgbClr val="172B3A"/>
                </a:solidFill>
                <a:latin typeface="IPAexGothic"/>
                <a:ea typeface="IPAexGothic"/>
                <a:cs typeface="IPAexGothic"/>
              </a:rPr>
              <a:t>典型範囲と対応可能範囲を定める二つの閾値を使い、個々のデータを典型・境界・未知へ分類する。</a:t>
            </a:r>
          </a:p>
        </p:txBody>
      </p:sp>
      <p:sp>
        <p:nvSpPr>
          <p:cNvPr id="6" name="text-5">
            <a:extLst xmlns:a="http://schemas.openxmlformats.org/drawingml/2006/main">
              <a:ext uri="{FF2B5EF4-FFF2-40B4-BE49-F238E27FC236}">
                <a16:creationId xmlns:a16="http://schemas.microsoft.com/office/drawing/2014/main" id="{8DD4574D-74D2-42C3-8407-835E0018959F}"/>
              </a:ext>
            </a:extLst>
          </p:cNvPr>
          <p:cNvSpPr>
            <a:spLocks xmlns:a="http://schemas.openxmlformats.org/drawingml/2006/main" noGrp="1"/>
          </p:cNvSpPr>
          <p:nvPr/>
        </p:nvSpPr>
        <p:spPr>
          <a:xfrm xmlns:a="http://schemas.openxmlformats.org/drawingml/2006/main">
            <a:off x="638175" y="267652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236487"/>
                </a:solidFill>
                <a:latin typeface="IPAexGothic"/>
                <a:ea typeface="IPAexGothic"/>
                <a:cs typeface="IPAexGothic"/>
              </a:defRPr>
            </a:defPPr>
            <a:lvl1pPr algn="l">
              <a:buNone/>
              <a:defRPr sz="1875" b="1">
                <a:solidFill>
                  <a:srgbClr val="236487"/>
                </a:solidFill>
                <a:latin typeface="IPAexGothic"/>
                <a:ea typeface="IPAexGothic"/>
                <a:cs typeface="IPAexGothic"/>
              </a:defRPr>
            </a:lvl1pPr>
            <a:lvl2pPr algn="l">
              <a:buNone/>
              <a:defRPr sz="1875" b="1">
                <a:solidFill>
                  <a:srgbClr val="236487"/>
                </a:solidFill>
                <a:latin typeface="IPAexGothic"/>
                <a:ea typeface="IPAexGothic"/>
                <a:cs typeface="IPAexGothic"/>
              </a:defRPr>
            </a:lvl2pPr>
            <a:lvl3pPr algn="l">
              <a:buNone/>
              <a:defRPr sz="1875" b="1">
                <a:solidFill>
                  <a:srgbClr val="236487"/>
                </a:solidFill>
                <a:latin typeface="IPAexGothic"/>
                <a:ea typeface="IPAexGothic"/>
                <a:cs typeface="IPAexGothic"/>
              </a:defRPr>
            </a:lvl3pPr>
            <a:lvl4pPr algn="l">
              <a:buNone/>
              <a:defRPr sz="1875" b="1">
                <a:solidFill>
                  <a:srgbClr val="236487"/>
                </a:solidFill>
                <a:latin typeface="IPAexGothic"/>
                <a:ea typeface="IPAexGothic"/>
                <a:cs typeface="IPAexGothic"/>
              </a:defRPr>
            </a:lvl4pPr>
            <a:lvl5pPr algn="l">
              <a:buNone/>
              <a:defRPr sz="1875" b="1">
                <a:solidFill>
                  <a:srgbClr val="236487"/>
                </a:solidFill>
                <a:latin typeface="IPAexGothic"/>
                <a:ea typeface="IPAexGothic"/>
                <a:cs typeface="IPAexGothic"/>
              </a:defRPr>
            </a:lvl5pPr>
            <a:lvl6pPr algn="l">
              <a:buNone/>
              <a:defRPr sz="1875" b="1">
                <a:solidFill>
                  <a:srgbClr val="236487"/>
                </a:solidFill>
                <a:latin typeface="IPAexGothic"/>
                <a:ea typeface="IPAexGothic"/>
                <a:cs typeface="IPAexGothic"/>
              </a:defRPr>
            </a:lvl6pPr>
            <a:lvl7pPr algn="l">
              <a:buNone/>
              <a:defRPr sz="1875" b="1">
                <a:solidFill>
                  <a:srgbClr val="236487"/>
                </a:solidFill>
                <a:latin typeface="IPAexGothic"/>
                <a:ea typeface="IPAexGothic"/>
                <a:cs typeface="IPAexGothic"/>
              </a:defRPr>
            </a:lvl7pPr>
            <a:lvl8pPr algn="l">
              <a:buNone/>
              <a:defRPr sz="1875" b="1">
                <a:solidFill>
                  <a:srgbClr val="236487"/>
                </a:solidFill>
                <a:latin typeface="IPAexGothic"/>
                <a:ea typeface="IPAexGothic"/>
                <a:cs typeface="IPAexGothic"/>
              </a:defRPr>
            </a:lvl8pPr>
            <a:lvl9pPr algn="l">
              <a:buNone/>
              <a:defRPr sz="1875" b="1">
                <a:solidFill>
                  <a:srgbClr val="236487"/>
                </a:solidFill>
                <a:latin typeface="IPAexGothic"/>
                <a:ea typeface="IPAexGothic"/>
                <a:cs typeface="IPAexGothic"/>
              </a:defRPr>
            </a:lvl9pPr>
          </a:lstStyle>
          <a:p xmlns:a="http://schemas.openxmlformats.org/drawingml/2006/main">
            <a:pPr algn="l">
              <a:buNone/>
              <a:defRPr sz="2025" b="1">
                <a:solidFill>
                  <a:srgbClr val="236487"/>
                </a:solidFill>
                <a:latin typeface="IPAexGothic"/>
                <a:ea typeface="IPAexGothic"/>
                <a:cs typeface="IPAexGothic"/>
              </a:defRPr>
            </a:pPr>
            <a:r>
              <a:rPr sz="2025" b="1">
                <a:solidFill>
                  <a:srgbClr val="236487"/>
                </a:solidFill>
                <a:latin typeface="IPAexGothic"/>
                <a:ea typeface="IPAexGothic"/>
                <a:cs typeface="IPAexGothic"/>
              </a:rPr>
              <a:t>2</a:t>
            </a:r>
          </a:p>
        </p:txBody>
      </p:sp>
      <p:sp>
        <p:nvSpPr>
          <p:cNvPr id="7" name="text-6">
            <a:extLst xmlns:a="http://schemas.openxmlformats.org/drawingml/2006/main">
              <a:ext uri="{FF2B5EF4-FFF2-40B4-BE49-F238E27FC236}">
                <a16:creationId xmlns:a16="http://schemas.microsoft.com/office/drawing/2014/main" id="{BE90FF66-28BC-4E92-90AE-7DA28FE77E45}"/>
              </a:ext>
            </a:extLst>
          </p:cNvPr>
          <p:cNvSpPr>
            <a:spLocks xmlns:a="http://schemas.openxmlformats.org/drawingml/2006/main" noGrp="1"/>
          </p:cNvSpPr>
          <p:nvPr/>
        </p:nvSpPr>
        <p:spPr>
          <a:xfrm xmlns:a="http://schemas.openxmlformats.org/drawingml/2006/main">
            <a:off x="1171575" y="2676525"/>
            <a:ext cx="10287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72B3A"/>
                </a:solidFill>
                <a:latin typeface="IPAexGothic"/>
                <a:ea typeface="IPAexGothic"/>
                <a:cs typeface="IPAexGothic"/>
              </a:defRPr>
            </a:defPPr>
            <a:lvl1pPr algn="l">
              <a:buNone/>
              <a:defRPr sz="1875" b="0">
                <a:solidFill>
                  <a:srgbClr val="172B3A"/>
                </a:solidFill>
                <a:latin typeface="IPAexGothic"/>
                <a:ea typeface="IPAexGothic"/>
                <a:cs typeface="IPAexGothic"/>
              </a:defRPr>
            </a:lvl1pPr>
            <a:lvl2pPr algn="l">
              <a:buNone/>
              <a:defRPr sz="1875" b="0">
                <a:solidFill>
                  <a:srgbClr val="172B3A"/>
                </a:solidFill>
                <a:latin typeface="IPAexGothic"/>
                <a:ea typeface="IPAexGothic"/>
                <a:cs typeface="IPAexGothic"/>
              </a:defRPr>
            </a:lvl2pPr>
            <a:lvl3pPr algn="l">
              <a:buNone/>
              <a:defRPr sz="1875" b="0">
                <a:solidFill>
                  <a:srgbClr val="172B3A"/>
                </a:solidFill>
                <a:latin typeface="IPAexGothic"/>
                <a:ea typeface="IPAexGothic"/>
                <a:cs typeface="IPAexGothic"/>
              </a:defRPr>
            </a:lvl3pPr>
            <a:lvl4pPr algn="l">
              <a:buNone/>
              <a:defRPr sz="1875" b="0">
                <a:solidFill>
                  <a:srgbClr val="172B3A"/>
                </a:solidFill>
                <a:latin typeface="IPAexGothic"/>
                <a:ea typeface="IPAexGothic"/>
                <a:cs typeface="IPAexGothic"/>
              </a:defRPr>
            </a:lvl4pPr>
            <a:lvl5pPr algn="l">
              <a:buNone/>
              <a:defRPr sz="1875" b="0">
                <a:solidFill>
                  <a:srgbClr val="172B3A"/>
                </a:solidFill>
                <a:latin typeface="IPAexGothic"/>
                <a:ea typeface="IPAexGothic"/>
                <a:cs typeface="IPAexGothic"/>
              </a:defRPr>
            </a:lvl5pPr>
            <a:lvl6pPr algn="l">
              <a:buNone/>
              <a:defRPr sz="1875" b="0">
                <a:solidFill>
                  <a:srgbClr val="172B3A"/>
                </a:solidFill>
                <a:latin typeface="IPAexGothic"/>
                <a:ea typeface="IPAexGothic"/>
                <a:cs typeface="IPAexGothic"/>
              </a:defRPr>
            </a:lvl6pPr>
            <a:lvl7pPr algn="l">
              <a:buNone/>
              <a:defRPr sz="1875" b="0">
                <a:solidFill>
                  <a:srgbClr val="172B3A"/>
                </a:solidFill>
                <a:latin typeface="IPAexGothic"/>
                <a:ea typeface="IPAexGothic"/>
                <a:cs typeface="IPAexGothic"/>
              </a:defRPr>
            </a:lvl7pPr>
            <a:lvl8pPr algn="l">
              <a:buNone/>
              <a:defRPr sz="1875" b="0">
                <a:solidFill>
                  <a:srgbClr val="172B3A"/>
                </a:solidFill>
                <a:latin typeface="IPAexGothic"/>
                <a:ea typeface="IPAexGothic"/>
                <a:cs typeface="IPAexGothic"/>
              </a:defRPr>
            </a:lvl8pPr>
            <a:lvl9pPr algn="l">
              <a:buNone/>
              <a:defRPr sz="1875" b="0">
                <a:solidFill>
                  <a:srgbClr val="172B3A"/>
                </a:solidFill>
                <a:latin typeface="IPAexGothic"/>
                <a:ea typeface="IPAexGothic"/>
                <a:cs typeface="IPAexGothic"/>
              </a:defRPr>
            </a:lvl9pPr>
          </a:lstStyle>
          <a:p xmlns:a="http://schemas.openxmlformats.org/drawingml/2006/main">
            <a:pPr algn="l">
              <a:buNone/>
              <a:defRPr sz="1875" b="0">
                <a:solidFill>
                  <a:srgbClr val="172B3A"/>
                </a:solidFill>
                <a:latin typeface="IPAexGothic"/>
                <a:ea typeface="IPAexGothic"/>
                <a:cs typeface="IPAexGothic"/>
              </a:defRPr>
            </a:pPr>
            <a:r>
              <a:rPr sz="1875" b="0">
                <a:solidFill>
                  <a:srgbClr val="172B3A"/>
                </a:solidFill>
                <a:latin typeface="IPAexGothic"/>
                <a:ea typeface="IPAexGothic"/>
                <a:cs typeface="IPAexGothic"/>
              </a:rPr>
              <a:t>典型は削除候補にとどめる。境界は削除から保護し、対応パターンID・版・類似度・保存先と関連づける。</a:t>
            </a:r>
          </a:p>
        </p:txBody>
      </p:sp>
      <p:sp>
        <p:nvSpPr>
          <p:cNvPr id="8" name="text-7">
            <a:extLst xmlns:a="http://schemas.openxmlformats.org/drawingml/2006/main">
              <a:ext uri="{FF2B5EF4-FFF2-40B4-BE49-F238E27FC236}">
                <a16:creationId xmlns:a16="http://schemas.microsoft.com/office/drawing/2014/main" id="{D486A326-3A5B-4861-ACEC-E7807DC0CC51}"/>
              </a:ext>
            </a:extLst>
          </p:cNvPr>
          <p:cNvSpPr>
            <a:spLocks xmlns:a="http://schemas.openxmlformats.org/drawingml/2006/main" noGrp="1"/>
          </p:cNvSpPr>
          <p:nvPr/>
        </p:nvSpPr>
        <p:spPr>
          <a:xfrm xmlns:a="http://schemas.openxmlformats.org/drawingml/2006/main">
            <a:off x="638175" y="360997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236487"/>
                </a:solidFill>
                <a:latin typeface="IPAexGothic"/>
                <a:ea typeface="IPAexGothic"/>
                <a:cs typeface="IPAexGothic"/>
              </a:defRPr>
            </a:defPPr>
            <a:lvl1pPr algn="l">
              <a:buNone/>
              <a:defRPr sz="1875" b="1">
                <a:solidFill>
                  <a:srgbClr val="236487"/>
                </a:solidFill>
                <a:latin typeface="IPAexGothic"/>
                <a:ea typeface="IPAexGothic"/>
                <a:cs typeface="IPAexGothic"/>
              </a:defRPr>
            </a:lvl1pPr>
            <a:lvl2pPr algn="l">
              <a:buNone/>
              <a:defRPr sz="1875" b="1">
                <a:solidFill>
                  <a:srgbClr val="236487"/>
                </a:solidFill>
                <a:latin typeface="IPAexGothic"/>
                <a:ea typeface="IPAexGothic"/>
                <a:cs typeface="IPAexGothic"/>
              </a:defRPr>
            </a:lvl2pPr>
            <a:lvl3pPr algn="l">
              <a:buNone/>
              <a:defRPr sz="1875" b="1">
                <a:solidFill>
                  <a:srgbClr val="236487"/>
                </a:solidFill>
                <a:latin typeface="IPAexGothic"/>
                <a:ea typeface="IPAexGothic"/>
                <a:cs typeface="IPAexGothic"/>
              </a:defRPr>
            </a:lvl3pPr>
            <a:lvl4pPr algn="l">
              <a:buNone/>
              <a:defRPr sz="1875" b="1">
                <a:solidFill>
                  <a:srgbClr val="236487"/>
                </a:solidFill>
                <a:latin typeface="IPAexGothic"/>
                <a:ea typeface="IPAexGothic"/>
                <a:cs typeface="IPAexGothic"/>
              </a:defRPr>
            </a:lvl4pPr>
            <a:lvl5pPr algn="l">
              <a:buNone/>
              <a:defRPr sz="1875" b="1">
                <a:solidFill>
                  <a:srgbClr val="236487"/>
                </a:solidFill>
                <a:latin typeface="IPAexGothic"/>
                <a:ea typeface="IPAexGothic"/>
                <a:cs typeface="IPAexGothic"/>
              </a:defRPr>
            </a:lvl5pPr>
            <a:lvl6pPr algn="l">
              <a:buNone/>
              <a:defRPr sz="1875" b="1">
                <a:solidFill>
                  <a:srgbClr val="236487"/>
                </a:solidFill>
                <a:latin typeface="IPAexGothic"/>
                <a:ea typeface="IPAexGothic"/>
                <a:cs typeface="IPAexGothic"/>
              </a:defRPr>
            </a:lvl6pPr>
            <a:lvl7pPr algn="l">
              <a:buNone/>
              <a:defRPr sz="1875" b="1">
                <a:solidFill>
                  <a:srgbClr val="236487"/>
                </a:solidFill>
                <a:latin typeface="IPAexGothic"/>
                <a:ea typeface="IPAexGothic"/>
                <a:cs typeface="IPAexGothic"/>
              </a:defRPr>
            </a:lvl7pPr>
            <a:lvl8pPr algn="l">
              <a:buNone/>
              <a:defRPr sz="1875" b="1">
                <a:solidFill>
                  <a:srgbClr val="236487"/>
                </a:solidFill>
                <a:latin typeface="IPAexGothic"/>
                <a:ea typeface="IPAexGothic"/>
                <a:cs typeface="IPAexGothic"/>
              </a:defRPr>
            </a:lvl8pPr>
            <a:lvl9pPr algn="l">
              <a:buNone/>
              <a:defRPr sz="1875" b="1">
                <a:solidFill>
                  <a:srgbClr val="236487"/>
                </a:solidFill>
                <a:latin typeface="IPAexGothic"/>
                <a:ea typeface="IPAexGothic"/>
                <a:cs typeface="IPAexGothic"/>
              </a:defRPr>
            </a:lvl9pPr>
          </a:lstStyle>
          <a:p xmlns:a="http://schemas.openxmlformats.org/drawingml/2006/main">
            <a:pPr algn="l">
              <a:buNone/>
              <a:defRPr sz="2025" b="1">
                <a:solidFill>
                  <a:srgbClr val="236487"/>
                </a:solidFill>
                <a:latin typeface="IPAexGothic"/>
                <a:ea typeface="IPAexGothic"/>
                <a:cs typeface="IPAexGothic"/>
              </a:defRPr>
            </a:pPr>
            <a:r>
              <a:rPr sz="2025" b="1">
                <a:solidFill>
                  <a:srgbClr val="236487"/>
                </a:solidFill>
                <a:latin typeface="IPAexGothic"/>
                <a:ea typeface="IPAexGothic"/>
                <a:cs typeface="IPAexGothic"/>
              </a:rPr>
              <a:t>3</a:t>
            </a:r>
          </a:p>
        </p:txBody>
      </p:sp>
      <p:sp>
        <p:nvSpPr>
          <p:cNvPr id="9" name="text-8">
            <a:extLst xmlns:a="http://schemas.openxmlformats.org/drawingml/2006/main">
              <a:ext uri="{FF2B5EF4-FFF2-40B4-BE49-F238E27FC236}">
                <a16:creationId xmlns:a16="http://schemas.microsoft.com/office/drawing/2014/main" id="{7401F002-80E4-4F31-9C97-B3F7C3CF741B}"/>
              </a:ext>
            </a:extLst>
          </p:cNvPr>
          <p:cNvSpPr>
            <a:spLocks xmlns:a="http://schemas.openxmlformats.org/drawingml/2006/main" noGrp="1"/>
          </p:cNvSpPr>
          <p:nvPr/>
        </p:nvSpPr>
        <p:spPr>
          <a:xfrm xmlns:a="http://schemas.openxmlformats.org/drawingml/2006/main">
            <a:off x="1171575" y="3609975"/>
            <a:ext cx="10287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72B3A"/>
                </a:solidFill>
                <a:latin typeface="IPAexGothic"/>
                <a:ea typeface="IPAexGothic"/>
                <a:cs typeface="IPAexGothic"/>
              </a:defRPr>
            </a:defPPr>
            <a:lvl1pPr algn="l">
              <a:buNone/>
              <a:defRPr sz="1875" b="0">
                <a:solidFill>
                  <a:srgbClr val="172B3A"/>
                </a:solidFill>
                <a:latin typeface="IPAexGothic"/>
                <a:ea typeface="IPAexGothic"/>
                <a:cs typeface="IPAexGothic"/>
              </a:defRPr>
            </a:lvl1pPr>
            <a:lvl2pPr algn="l">
              <a:buNone/>
              <a:defRPr sz="1875" b="0">
                <a:solidFill>
                  <a:srgbClr val="172B3A"/>
                </a:solidFill>
                <a:latin typeface="IPAexGothic"/>
                <a:ea typeface="IPAexGothic"/>
                <a:cs typeface="IPAexGothic"/>
              </a:defRPr>
            </a:lvl2pPr>
            <a:lvl3pPr algn="l">
              <a:buNone/>
              <a:defRPr sz="1875" b="0">
                <a:solidFill>
                  <a:srgbClr val="172B3A"/>
                </a:solidFill>
                <a:latin typeface="IPAexGothic"/>
                <a:ea typeface="IPAexGothic"/>
                <a:cs typeface="IPAexGothic"/>
              </a:defRPr>
            </a:lvl3pPr>
            <a:lvl4pPr algn="l">
              <a:buNone/>
              <a:defRPr sz="1875" b="0">
                <a:solidFill>
                  <a:srgbClr val="172B3A"/>
                </a:solidFill>
                <a:latin typeface="IPAexGothic"/>
                <a:ea typeface="IPAexGothic"/>
                <a:cs typeface="IPAexGothic"/>
              </a:defRPr>
            </a:lvl4pPr>
            <a:lvl5pPr algn="l">
              <a:buNone/>
              <a:defRPr sz="1875" b="0">
                <a:solidFill>
                  <a:srgbClr val="172B3A"/>
                </a:solidFill>
                <a:latin typeface="IPAexGothic"/>
                <a:ea typeface="IPAexGothic"/>
                <a:cs typeface="IPAexGothic"/>
              </a:defRPr>
            </a:lvl5pPr>
            <a:lvl6pPr algn="l">
              <a:buNone/>
              <a:defRPr sz="1875" b="0">
                <a:solidFill>
                  <a:srgbClr val="172B3A"/>
                </a:solidFill>
                <a:latin typeface="IPAexGothic"/>
                <a:ea typeface="IPAexGothic"/>
                <a:cs typeface="IPAexGothic"/>
              </a:defRPr>
            </a:lvl6pPr>
            <a:lvl7pPr algn="l">
              <a:buNone/>
              <a:defRPr sz="1875" b="0">
                <a:solidFill>
                  <a:srgbClr val="172B3A"/>
                </a:solidFill>
                <a:latin typeface="IPAexGothic"/>
                <a:ea typeface="IPAexGothic"/>
                <a:cs typeface="IPAexGothic"/>
              </a:defRPr>
            </a:lvl7pPr>
            <a:lvl8pPr algn="l">
              <a:buNone/>
              <a:defRPr sz="1875" b="0">
                <a:solidFill>
                  <a:srgbClr val="172B3A"/>
                </a:solidFill>
                <a:latin typeface="IPAexGothic"/>
                <a:ea typeface="IPAexGothic"/>
                <a:cs typeface="IPAexGothic"/>
              </a:defRPr>
            </a:lvl8pPr>
            <a:lvl9pPr algn="l">
              <a:buNone/>
              <a:defRPr sz="1875" b="0">
                <a:solidFill>
                  <a:srgbClr val="172B3A"/>
                </a:solidFill>
                <a:latin typeface="IPAexGothic"/>
                <a:ea typeface="IPAexGothic"/>
                <a:cs typeface="IPAexGothic"/>
              </a:defRPr>
            </a:lvl9pPr>
          </a:lstStyle>
          <a:p xmlns:a="http://schemas.openxmlformats.org/drawingml/2006/main">
            <a:pPr algn="l">
              <a:buNone/>
              <a:defRPr sz="1875" b="0">
                <a:solidFill>
                  <a:srgbClr val="172B3A"/>
                </a:solidFill>
                <a:latin typeface="IPAexGothic"/>
                <a:ea typeface="IPAexGothic"/>
                <a:cs typeface="IPAexGothic"/>
              </a:defRPr>
            </a:pPr>
            <a:r>
              <a:rPr sz="1875" b="0">
                <a:solidFill>
                  <a:srgbClr val="172B3A"/>
                </a:solidFill>
                <a:latin typeface="IPAexGothic"/>
                <a:ea typeface="IPAexGothic"/>
                <a:cs typeface="IPAexGothic"/>
              </a:rPr>
              <a:t>未知は登録済みパターンへの所属を確定せず、新規抽出候補として元データを保持する。</a:t>
            </a:r>
          </a:p>
        </p:txBody>
      </p:sp>
      <p:sp>
        <p:nvSpPr>
          <p:cNvPr id="10" name="text-9">
            <a:extLst xmlns:a="http://schemas.openxmlformats.org/drawingml/2006/main">
              <a:ext uri="{FF2B5EF4-FFF2-40B4-BE49-F238E27FC236}">
                <a16:creationId xmlns:a16="http://schemas.microsoft.com/office/drawing/2014/main" id="{52100F85-908F-4978-9630-7ADAA9EC084D}"/>
              </a:ext>
            </a:extLst>
          </p:cNvPr>
          <p:cNvSpPr>
            <a:spLocks xmlns:a="http://schemas.openxmlformats.org/drawingml/2006/main" noGrp="1"/>
          </p:cNvSpPr>
          <p:nvPr/>
        </p:nvSpPr>
        <p:spPr>
          <a:xfrm xmlns:a="http://schemas.openxmlformats.org/drawingml/2006/main">
            <a:off x="638175" y="454342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236487"/>
                </a:solidFill>
                <a:latin typeface="IPAexGothic"/>
                <a:ea typeface="IPAexGothic"/>
                <a:cs typeface="IPAexGothic"/>
              </a:defRPr>
            </a:defPPr>
            <a:lvl1pPr algn="l">
              <a:buNone/>
              <a:defRPr sz="1875" b="1">
                <a:solidFill>
                  <a:srgbClr val="236487"/>
                </a:solidFill>
                <a:latin typeface="IPAexGothic"/>
                <a:ea typeface="IPAexGothic"/>
                <a:cs typeface="IPAexGothic"/>
              </a:defRPr>
            </a:lvl1pPr>
            <a:lvl2pPr algn="l">
              <a:buNone/>
              <a:defRPr sz="1875" b="1">
                <a:solidFill>
                  <a:srgbClr val="236487"/>
                </a:solidFill>
                <a:latin typeface="IPAexGothic"/>
                <a:ea typeface="IPAexGothic"/>
                <a:cs typeface="IPAexGothic"/>
              </a:defRPr>
            </a:lvl2pPr>
            <a:lvl3pPr algn="l">
              <a:buNone/>
              <a:defRPr sz="1875" b="1">
                <a:solidFill>
                  <a:srgbClr val="236487"/>
                </a:solidFill>
                <a:latin typeface="IPAexGothic"/>
                <a:ea typeface="IPAexGothic"/>
                <a:cs typeface="IPAexGothic"/>
              </a:defRPr>
            </a:lvl3pPr>
            <a:lvl4pPr algn="l">
              <a:buNone/>
              <a:defRPr sz="1875" b="1">
                <a:solidFill>
                  <a:srgbClr val="236487"/>
                </a:solidFill>
                <a:latin typeface="IPAexGothic"/>
                <a:ea typeface="IPAexGothic"/>
                <a:cs typeface="IPAexGothic"/>
              </a:defRPr>
            </a:lvl4pPr>
            <a:lvl5pPr algn="l">
              <a:buNone/>
              <a:defRPr sz="1875" b="1">
                <a:solidFill>
                  <a:srgbClr val="236487"/>
                </a:solidFill>
                <a:latin typeface="IPAexGothic"/>
                <a:ea typeface="IPAexGothic"/>
                <a:cs typeface="IPAexGothic"/>
              </a:defRPr>
            </a:lvl5pPr>
            <a:lvl6pPr algn="l">
              <a:buNone/>
              <a:defRPr sz="1875" b="1">
                <a:solidFill>
                  <a:srgbClr val="236487"/>
                </a:solidFill>
                <a:latin typeface="IPAexGothic"/>
                <a:ea typeface="IPAexGothic"/>
                <a:cs typeface="IPAexGothic"/>
              </a:defRPr>
            </a:lvl6pPr>
            <a:lvl7pPr algn="l">
              <a:buNone/>
              <a:defRPr sz="1875" b="1">
                <a:solidFill>
                  <a:srgbClr val="236487"/>
                </a:solidFill>
                <a:latin typeface="IPAexGothic"/>
                <a:ea typeface="IPAexGothic"/>
                <a:cs typeface="IPAexGothic"/>
              </a:defRPr>
            </a:lvl7pPr>
            <a:lvl8pPr algn="l">
              <a:buNone/>
              <a:defRPr sz="1875" b="1">
                <a:solidFill>
                  <a:srgbClr val="236487"/>
                </a:solidFill>
                <a:latin typeface="IPAexGothic"/>
                <a:ea typeface="IPAexGothic"/>
                <a:cs typeface="IPAexGothic"/>
              </a:defRPr>
            </a:lvl8pPr>
            <a:lvl9pPr algn="l">
              <a:buNone/>
              <a:defRPr sz="1875" b="1">
                <a:solidFill>
                  <a:srgbClr val="236487"/>
                </a:solidFill>
                <a:latin typeface="IPAexGothic"/>
                <a:ea typeface="IPAexGothic"/>
                <a:cs typeface="IPAexGothic"/>
              </a:defRPr>
            </a:lvl9pPr>
          </a:lstStyle>
          <a:p xmlns:a="http://schemas.openxmlformats.org/drawingml/2006/main">
            <a:pPr algn="l">
              <a:buNone/>
              <a:defRPr sz="2025" b="1">
                <a:solidFill>
                  <a:srgbClr val="236487"/>
                </a:solidFill>
                <a:latin typeface="IPAexGothic"/>
                <a:ea typeface="IPAexGothic"/>
                <a:cs typeface="IPAexGothic"/>
              </a:defRPr>
            </a:pPr>
            <a:r>
              <a:rPr sz="2025" b="1">
                <a:solidFill>
                  <a:srgbClr val="236487"/>
                </a:solidFill>
                <a:latin typeface="IPAexGothic"/>
                <a:ea typeface="IPAexGothic"/>
                <a:cs typeface="IPAexGothic"/>
              </a:rPr>
              <a:t>4</a:t>
            </a:r>
          </a:p>
        </p:txBody>
      </p:sp>
      <p:sp>
        <p:nvSpPr>
          <p:cNvPr id="11" name="text-10">
            <a:extLst xmlns:a="http://schemas.openxmlformats.org/drawingml/2006/main">
              <a:ext uri="{FF2B5EF4-FFF2-40B4-BE49-F238E27FC236}">
                <a16:creationId xmlns:a16="http://schemas.microsoft.com/office/drawing/2014/main" id="{97F51F8A-D802-4BF5-92F4-376ED7B2168E}"/>
              </a:ext>
            </a:extLst>
          </p:cNvPr>
          <p:cNvSpPr>
            <a:spLocks xmlns:a="http://schemas.openxmlformats.org/drawingml/2006/main" noGrp="1"/>
          </p:cNvSpPr>
          <p:nvPr/>
        </p:nvSpPr>
        <p:spPr>
          <a:xfrm xmlns:a="http://schemas.openxmlformats.org/drawingml/2006/main">
            <a:off x="1171575" y="4543425"/>
            <a:ext cx="10287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72B3A"/>
                </a:solidFill>
                <a:latin typeface="IPAexGothic"/>
                <a:ea typeface="IPAexGothic"/>
                <a:cs typeface="IPAexGothic"/>
              </a:defRPr>
            </a:defPPr>
            <a:lvl1pPr algn="l">
              <a:buNone/>
              <a:defRPr sz="1875" b="0">
                <a:solidFill>
                  <a:srgbClr val="172B3A"/>
                </a:solidFill>
                <a:latin typeface="IPAexGothic"/>
                <a:ea typeface="IPAexGothic"/>
                <a:cs typeface="IPAexGothic"/>
              </a:defRPr>
            </a:lvl1pPr>
            <a:lvl2pPr algn="l">
              <a:buNone/>
              <a:defRPr sz="1875" b="0">
                <a:solidFill>
                  <a:srgbClr val="172B3A"/>
                </a:solidFill>
                <a:latin typeface="IPAexGothic"/>
                <a:ea typeface="IPAexGothic"/>
                <a:cs typeface="IPAexGothic"/>
              </a:defRPr>
            </a:lvl2pPr>
            <a:lvl3pPr algn="l">
              <a:buNone/>
              <a:defRPr sz="1875" b="0">
                <a:solidFill>
                  <a:srgbClr val="172B3A"/>
                </a:solidFill>
                <a:latin typeface="IPAexGothic"/>
                <a:ea typeface="IPAexGothic"/>
                <a:cs typeface="IPAexGothic"/>
              </a:defRPr>
            </a:lvl3pPr>
            <a:lvl4pPr algn="l">
              <a:buNone/>
              <a:defRPr sz="1875" b="0">
                <a:solidFill>
                  <a:srgbClr val="172B3A"/>
                </a:solidFill>
                <a:latin typeface="IPAexGothic"/>
                <a:ea typeface="IPAexGothic"/>
                <a:cs typeface="IPAexGothic"/>
              </a:defRPr>
            </a:lvl4pPr>
            <a:lvl5pPr algn="l">
              <a:buNone/>
              <a:defRPr sz="1875" b="0">
                <a:solidFill>
                  <a:srgbClr val="172B3A"/>
                </a:solidFill>
                <a:latin typeface="IPAexGothic"/>
                <a:ea typeface="IPAexGothic"/>
                <a:cs typeface="IPAexGothic"/>
              </a:defRPr>
            </a:lvl5pPr>
            <a:lvl6pPr algn="l">
              <a:buNone/>
              <a:defRPr sz="1875" b="0">
                <a:solidFill>
                  <a:srgbClr val="172B3A"/>
                </a:solidFill>
                <a:latin typeface="IPAexGothic"/>
                <a:ea typeface="IPAexGothic"/>
                <a:cs typeface="IPAexGothic"/>
              </a:defRPr>
            </a:lvl6pPr>
            <a:lvl7pPr algn="l">
              <a:buNone/>
              <a:defRPr sz="1875" b="0">
                <a:solidFill>
                  <a:srgbClr val="172B3A"/>
                </a:solidFill>
                <a:latin typeface="IPAexGothic"/>
                <a:ea typeface="IPAexGothic"/>
                <a:cs typeface="IPAexGothic"/>
              </a:defRPr>
            </a:lvl7pPr>
            <a:lvl8pPr algn="l">
              <a:buNone/>
              <a:defRPr sz="1875" b="0">
                <a:solidFill>
                  <a:srgbClr val="172B3A"/>
                </a:solidFill>
                <a:latin typeface="IPAexGothic"/>
                <a:ea typeface="IPAexGothic"/>
                <a:cs typeface="IPAexGothic"/>
              </a:defRPr>
            </a:lvl8pPr>
            <a:lvl9pPr algn="l">
              <a:buNone/>
              <a:defRPr sz="1875" b="0">
                <a:solidFill>
                  <a:srgbClr val="172B3A"/>
                </a:solidFill>
                <a:latin typeface="IPAexGothic"/>
                <a:ea typeface="IPAexGothic"/>
                <a:cs typeface="IPAexGothic"/>
              </a:defRPr>
            </a:lvl9pPr>
          </a:lstStyle>
          <a:p xmlns:a="http://schemas.openxmlformats.org/drawingml/2006/main">
            <a:pPr algn="l">
              <a:buNone/>
              <a:defRPr sz="1875" b="0">
                <a:solidFill>
                  <a:srgbClr val="172B3A"/>
                </a:solidFill>
                <a:latin typeface="IPAexGothic"/>
                <a:ea typeface="IPAexGothic"/>
                <a:cs typeface="IPAexGothic"/>
              </a:defRPr>
            </a:pPr>
            <a:r>
              <a:rPr sz="1875" b="0">
                <a:solidFill>
                  <a:srgbClr val="172B3A"/>
                </a:solidFill>
                <a:latin typeface="IPAexGothic"/>
                <a:ea typeface="IPAexGothic"/>
                <a:cs typeface="IPAexGothic"/>
              </a:rPr>
              <a:t>本項は分類と保存管理を規定する。実際の再構築と新規抽出は請求項6で扱う。</a:t>
            </a:r>
          </a:p>
        </p:txBody>
      </p:sp>
    </p:spTree>
    <p:extLst>
      <p:ext uri="{BB962C8B-B14F-4D97-AF65-F5344CB8AC3E}">
        <p14:creationId xmlns:p14="http://schemas.microsoft.com/office/powerpoint/2010/main" val="237209464"/>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headline">
            <a:extLst xmlns:a="http://schemas.openxmlformats.org/drawingml/2006/main">
              <a:ext uri="{FF2B5EF4-FFF2-40B4-BE49-F238E27FC236}">
                <a16:creationId xmlns:a16="http://schemas.microsoft.com/office/drawing/2014/main" id="{28F23091-06F4-4697-BB90-27F97627F814}"/>
              </a:ext>
            </a:extLst>
          </p:cNvPr>
          <p:cNvSpPr>
            <a:spLocks xmlns:a="http://schemas.openxmlformats.org/drawingml/2006/main" noGrp="1"/>
          </p:cNvSpPr>
          <p:nvPr/>
        </p:nvSpPr>
        <p:spPr>
          <a:xfrm xmlns:a="http://schemas.openxmlformats.org/drawingml/2006/main">
            <a:off x="590550" y="333375"/>
            <a:ext cx="1095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72B3A"/>
                </a:solidFill>
                <a:latin typeface="IPAexGothic"/>
                <a:ea typeface="IPAexGothic"/>
                <a:cs typeface="IPAexGothic"/>
              </a:defRPr>
            </a:defPPr>
            <a:lvl1pPr algn="l">
              <a:buNone/>
              <a:defRPr sz="3300" b="1">
                <a:solidFill>
                  <a:srgbClr val="172B3A"/>
                </a:solidFill>
                <a:latin typeface="IPAexGothic"/>
                <a:ea typeface="IPAexGothic"/>
                <a:cs typeface="IPAexGothic"/>
              </a:defRPr>
            </a:lvl1pPr>
            <a:lvl2pPr algn="l">
              <a:buNone/>
              <a:defRPr sz="3300" b="1">
                <a:solidFill>
                  <a:srgbClr val="172B3A"/>
                </a:solidFill>
                <a:latin typeface="IPAexGothic"/>
                <a:ea typeface="IPAexGothic"/>
                <a:cs typeface="IPAexGothic"/>
              </a:defRPr>
            </a:lvl2pPr>
            <a:lvl3pPr algn="l">
              <a:buNone/>
              <a:defRPr sz="3300" b="1">
                <a:solidFill>
                  <a:srgbClr val="172B3A"/>
                </a:solidFill>
                <a:latin typeface="IPAexGothic"/>
                <a:ea typeface="IPAexGothic"/>
                <a:cs typeface="IPAexGothic"/>
              </a:defRPr>
            </a:lvl3pPr>
            <a:lvl4pPr algn="l">
              <a:buNone/>
              <a:defRPr sz="3300" b="1">
                <a:solidFill>
                  <a:srgbClr val="172B3A"/>
                </a:solidFill>
                <a:latin typeface="IPAexGothic"/>
                <a:ea typeface="IPAexGothic"/>
                <a:cs typeface="IPAexGothic"/>
              </a:defRPr>
            </a:lvl4pPr>
            <a:lvl5pPr algn="l">
              <a:buNone/>
              <a:defRPr sz="3300" b="1">
                <a:solidFill>
                  <a:srgbClr val="172B3A"/>
                </a:solidFill>
                <a:latin typeface="IPAexGothic"/>
                <a:ea typeface="IPAexGothic"/>
                <a:cs typeface="IPAexGothic"/>
              </a:defRPr>
            </a:lvl5pPr>
            <a:lvl6pPr algn="l">
              <a:buNone/>
              <a:defRPr sz="3300" b="1">
                <a:solidFill>
                  <a:srgbClr val="172B3A"/>
                </a:solidFill>
                <a:latin typeface="IPAexGothic"/>
                <a:ea typeface="IPAexGothic"/>
                <a:cs typeface="IPAexGothic"/>
              </a:defRPr>
            </a:lvl6pPr>
            <a:lvl7pPr algn="l">
              <a:buNone/>
              <a:defRPr sz="3300" b="1">
                <a:solidFill>
                  <a:srgbClr val="172B3A"/>
                </a:solidFill>
                <a:latin typeface="IPAexGothic"/>
                <a:ea typeface="IPAexGothic"/>
                <a:cs typeface="IPAexGothic"/>
              </a:defRPr>
            </a:lvl7pPr>
            <a:lvl8pPr algn="l">
              <a:buNone/>
              <a:defRPr sz="3300" b="1">
                <a:solidFill>
                  <a:srgbClr val="172B3A"/>
                </a:solidFill>
                <a:latin typeface="IPAexGothic"/>
                <a:ea typeface="IPAexGothic"/>
                <a:cs typeface="IPAexGothic"/>
              </a:defRPr>
            </a:lvl8pPr>
            <a:lvl9pPr algn="l">
              <a:buNone/>
              <a:defRPr sz="3300" b="1">
                <a:solidFill>
                  <a:srgbClr val="172B3A"/>
                </a:solidFill>
                <a:latin typeface="IPAexGothic"/>
                <a:ea typeface="IPAexGothic"/>
                <a:cs typeface="IPAexGothic"/>
              </a:defRPr>
            </a:lvl9pPr>
          </a:lstStyle>
          <a:p xmlns:a="http://schemas.openxmlformats.org/drawingml/2006/main">
            <a:pPr algn="l">
              <a:buNone/>
              <a:defRPr sz="3300" b="1">
                <a:solidFill>
                  <a:srgbClr val="172B3A"/>
                </a:solidFill>
                <a:latin typeface="IPAexGothic"/>
                <a:ea typeface="IPAexGothic"/>
                <a:cs typeface="IPAexGothic"/>
              </a:defRPr>
            </a:pPr>
            <a:r>
              <a:rPr sz="3300" b="1">
                <a:solidFill>
                  <a:srgbClr val="172B3A"/>
                </a:solidFill>
                <a:latin typeface="IPAexGothic"/>
                <a:ea typeface="IPAexGothic"/>
                <a:cs typeface="IPAexGothic"/>
              </a:rPr>
              <a:t>請求項3 確立度と代替可能性の個別評価</a:t>
            </a:r>
          </a:p>
        </p:txBody>
      </p:sp>
      <p:sp>
        <p:nvSpPr>
          <p:cNvPr id="2" name="summary">
            <a:extLst xmlns:a="http://schemas.openxmlformats.org/drawingml/2006/main">
              <a:ext uri="{FF2B5EF4-FFF2-40B4-BE49-F238E27FC236}">
                <a16:creationId xmlns:a16="http://schemas.microsoft.com/office/drawing/2014/main" id="{D34393F4-3064-47E2-8938-3527C5D9AB4C}"/>
              </a:ext>
            </a:extLst>
          </p:cNvPr>
          <p:cNvSpPr>
            <a:spLocks xmlns:a="http://schemas.openxmlformats.org/drawingml/2006/main" noGrp="1"/>
          </p:cNvSpPr>
          <p:nvPr/>
        </p:nvSpPr>
        <p:spPr>
          <a:xfrm xmlns:a="http://schemas.openxmlformats.org/drawingml/2006/main">
            <a:off x="609600" y="1028700"/>
            <a:ext cx="10896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86872"/>
                </a:solidFill>
                <a:latin typeface="IPAexGothic"/>
                <a:ea typeface="IPAexGothic"/>
                <a:cs typeface="IPAexGothic"/>
              </a:defRPr>
            </a:defPPr>
            <a:lvl1pPr algn="l">
              <a:buNone/>
              <a:defRPr sz="1800" b="0">
                <a:solidFill>
                  <a:srgbClr val="586872"/>
                </a:solidFill>
                <a:latin typeface="IPAexGothic"/>
                <a:ea typeface="IPAexGothic"/>
                <a:cs typeface="IPAexGothic"/>
              </a:defRPr>
            </a:lvl1pPr>
            <a:lvl2pPr algn="l">
              <a:buNone/>
              <a:defRPr sz="1800" b="0">
                <a:solidFill>
                  <a:srgbClr val="586872"/>
                </a:solidFill>
                <a:latin typeface="IPAexGothic"/>
                <a:ea typeface="IPAexGothic"/>
                <a:cs typeface="IPAexGothic"/>
              </a:defRPr>
            </a:lvl2pPr>
            <a:lvl3pPr algn="l">
              <a:buNone/>
              <a:defRPr sz="1800" b="0">
                <a:solidFill>
                  <a:srgbClr val="586872"/>
                </a:solidFill>
                <a:latin typeface="IPAexGothic"/>
                <a:ea typeface="IPAexGothic"/>
                <a:cs typeface="IPAexGothic"/>
              </a:defRPr>
            </a:lvl3pPr>
            <a:lvl4pPr algn="l">
              <a:buNone/>
              <a:defRPr sz="1800" b="0">
                <a:solidFill>
                  <a:srgbClr val="586872"/>
                </a:solidFill>
                <a:latin typeface="IPAexGothic"/>
                <a:ea typeface="IPAexGothic"/>
                <a:cs typeface="IPAexGothic"/>
              </a:defRPr>
            </a:lvl4pPr>
            <a:lvl5pPr algn="l">
              <a:buNone/>
              <a:defRPr sz="1800" b="0">
                <a:solidFill>
                  <a:srgbClr val="586872"/>
                </a:solidFill>
                <a:latin typeface="IPAexGothic"/>
                <a:ea typeface="IPAexGothic"/>
                <a:cs typeface="IPAexGothic"/>
              </a:defRPr>
            </a:lvl5pPr>
            <a:lvl6pPr algn="l">
              <a:buNone/>
              <a:defRPr sz="1800" b="0">
                <a:solidFill>
                  <a:srgbClr val="586872"/>
                </a:solidFill>
                <a:latin typeface="IPAexGothic"/>
                <a:ea typeface="IPAexGothic"/>
                <a:cs typeface="IPAexGothic"/>
              </a:defRPr>
            </a:lvl6pPr>
            <a:lvl7pPr algn="l">
              <a:buNone/>
              <a:defRPr sz="1800" b="0">
                <a:solidFill>
                  <a:srgbClr val="586872"/>
                </a:solidFill>
                <a:latin typeface="IPAexGothic"/>
                <a:ea typeface="IPAexGothic"/>
                <a:cs typeface="IPAexGothic"/>
              </a:defRPr>
            </a:lvl7pPr>
            <a:lvl8pPr algn="l">
              <a:buNone/>
              <a:defRPr sz="1800" b="0">
                <a:solidFill>
                  <a:srgbClr val="586872"/>
                </a:solidFill>
                <a:latin typeface="IPAexGothic"/>
                <a:ea typeface="IPAexGothic"/>
                <a:cs typeface="IPAexGothic"/>
              </a:defRPr>
            </a:lvl8pPr>
            <a:lvl9pPr algn="l">
              <a:buNone/>
              <a:defRPr sz="1800" b="0">
                <a:solidFill>
                  <a:srgbClr val="586872"/>
                </a:solidFill>
                <a:latin typeface="IPAexGothic"/>
                <a:ea typeface="IPAexGothic"/>
                <a:cs typeface="IPAexGothic"/>
              </a:defRPr>
            </a:lvl9pPr>
          </a:lstStyle>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請求項3は、統計的な確立度と機械学習の代替可能性を別々に評価する方法を具体化します。</a:t>
            </a:r>
          </a:p>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全体平均に埋もれる条件別の性能低下を確認し、検証不足の条件を削除対象から外します。</a:t>
            </a:r>
          </a:p>
        </p:txBody>
      </p:sp>
      <p:sp>
        <p:nvSpPr>
          <p:cNvPr id="3" name="text-2">
            <a:extLst xmlns:a="http://schemas.openxmlformats.org/drawingml/2006/main">
              <a:ext uri="{FF2B5EF4-FFF2-40B4-BE49-F238E27FC236}">
                <a16:creationId xmlns:a16="http://schemas.microsoft.com/office/drawing/2014/main" id="{75D13056-DA7A-4439-BE2C-1DD54105B563}"/>
              </a:ext>
            </a:extLst>
          </p:cNvPr>
          <p:cNvSpPr>
            <a:spLocks xmlns:a="http://schemas.openxmlformats.org/drawingml/2006/main" noGrp="1"/>
          </p:cNvSpPr>
          <p:nvPr/>
        </p:nvSpPr>
        <p:spPr>
          <a:xfrm xmlns:a="http://schemas.openxmlformats.org/drawingml/2006/main">
            <a:off x="11239500" y="644842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872"/>
                </a:solidFill>
                <a:latin typeface="IPAexGothic"/>
                <a:ea typeface="IPAexGothic"/>
                <a:cs typeface="IPAexGothic"/>
              </a:defRPr>
            </a:defPPr>
            <a:lvl1pPr algn="r">
              <a:buNone/>
              <a:defRPr sz="1275" b="0">
                <a:solidFill>
                  <a:srgbClr val="586872"/>
                </a:solidFill>
                <a:latin typeface="IPAexGothic"/>
                <a:ea typeface="IPAexGothic"/>
                <a:cs typeface="IPAexGothic"/>
              </a:defRPr>
            </a:lvl1pPr>
            <a:lvl2pPr algn="r">
              <a:buNone/>
              <a:defRPr sz="1275" b="0">
                <a:solidFill>
                  <a:srgbClr val="586872"/>
                </a:solidFill>
                <a:latin typeface="IPAexGothic"/>
                <a:ea typeface="IPAexGothic"/>
                <a:cs typeface="IPAexGothic"/>
              </a:defRPr>
            </a:lvl2pPr>
            <a:lvl3pPr algn="r">
              <a:buNone/>
              <a:defRPr sz="1275" b="0">
                <a:solidFill>
                  <a:srgbClr val="586872"/>
                </a:solidFill>
                <a:latin typeface="IPAexGothic"/>
                <a:ea typeface="IPAexGothic"/>
                <a:cs typeface="IPAexGothic"/>
              </a:defRPr>
            </a:lvl3pPr>
            <a:lvl4pPr algn="r">
              <a:buNone/>
              <a:defRPr sz="1275" b="0">
                <a:solidFill>
                  <a:srgbClr val="586872"/>
                </a:solidFill>
                <a:latin typeface="IPAexGothic"/>
                <a:ea typeface="IPAexGothic"/>
                <a:cs typeface="IPAexGothic"/>
              </a:defRPr>
            </a:lvl4pPr>
            <a:lvl5pPr algn="r">
              <a:buNone/>
              <a:defRPr sz="1275" b="0">
                <a:solidFill>
                  <a:srgbClr val="586872"/>
                </a:solidFill>
                <a:latin typeface="IPAexGothic"/>
                <a:ea typeface="IPAexGothic"/>
                <a:cs typeface="IPAexGothic"/>
              </a:defRPr>
            </a:lvl5pPr>
            <a:lvl6pPr algn="r">
              <a:buNone/>
              <a:defRPr sz="1275" b="0">
                <a:solidFill>
                  <a:srgbClr val="586872"/>
                </a:solidFill>
                <a:latin typeface="IPAexGothic"/>
                <a:ea typeface="IPAexGothic"/>
                <a:cs typeface="IPAexGothic"/>
              </a:defRPr>
            </a:lvl6pPr>
            <a:lvl7pPr algn="r">
              <a:buNone/>
              <a:defRPr sz="1275" b="0">
                <a:solidFill>
                  <a:srgbClr val="586872"/>
                </a:solidFill>
                <a:latin typeface="IPAexGothic"/>
                <a:ea typeface="IPAexGothic"/>
                <a:cs typeface="IPAexGothic"/>
              </a:defRPr>
            </a:lvl7pPr>
            <a:lvl8pPr algn="r">
              <a:buNone/>
              <a:defRPr sz="1275" b="0">
                <a:solidFill>
                  <a:srgbClr val="586872"/>
                </a:solidFill>
                <a:latin typeface="IPAexGothic"/>
                <a:ea typeface="IPAexGothic"/>
                <a:cs typeface="IPAexGothic"/>
              </a:defRPr>
            </a:lvl8pPr>
            <a:lvl9pPr algn="r">
              <a:buNone/>
              <a:defRPr sz="1275" b="0">
                <a:solidFill>
                  <a:srgbClr val="586872"/>
                </a:solidFill>
                <a:latin typeface="IPAexGothic"/>
                <a:ea typeface="IPAexGothic"/>
                <a:cs typeface="IPAexGothic"/>
              </a:defRPr>
            </a:lvl9pPr>
          </a:lstStyle>
          <a:p xmlns:a="http://schemas.openxmlformats.org/drawingml/2006/main">
            <a:pPr algn="r">
              <a:buNone/>
              <a:defRPr sz="1275" b="0">
                <a:solidFill>
                  <a:srgbClr val="586872"/>
                </a:solidFill>
                <a:latin typeface="IPAexGothic"/>
                <a:ea typeface="IPAexGothic"/>
                <a:cs typeface="IPAexGothic"/>
              </a:defRPr>
            </a:pPr>
            <a:r>
              <a:rPr sz="1275" b="0">
                <a:solidFill>
                  <a:srgbClr val="586872"/>
                </a:solidFill>
                <a:latin typeface="IPAexGothic"/>
                <a:ea typeface="IPAexGothic"/>
                <a:cs typeface="IPAexGothic"/>
              </a:rPr>
              <a:t>52</a:t>
            </a:r>
          </a:p>
        </p:txBody>
      </p:sp>
      <p:sp>
        <p:nvSpPr>
          <p:cNvPr id="4" name="text-3">
            <a:extLst xmlns:a="http://schemas.openxmlformats.org/drawingml/2006/main">
              <a:ext uri="{FF2B5EF4-FFF2-40B4-BE49-F238E27FC236}">
                <a16:creationId xmlns:a16="http://schemas.microsoft.com/office/drawing/2014/main" id="{DF563668-9F64-4C0B-9467-3894F36FC934}"/>
              </a:ext>
            </a:extLst>
          </p:cNvPr>
          <p:cNvSpPr>
            <a:spLocks xmlns:a="http://schemas.openxmlformats.org/drawingml/2006/main" noGrp="1"/>
          </p:cNvSpPr>
          <p:nvPr/>
        </p:nvSpPr>
        <p:spPr>
          <a:xfrm xmlns:a="http://schemas.openxmlformats.org/drawingml/2006/main">
            <a:off x="638175" y="174307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236487"/>
                </a:solidFill>
                <a:latin typeface="IPAexGothic"/>
                <a:ea typeface="IPAexGothic"/>
                <a:cs typeface="IPAexGothic"/>
              </a:defRPr>
            </a:defPPr>
            <a:lvl1pPr algn="l">
              <a:buNone/>
              <a:defRPr sz="1875" b="1">
                <a:solidFill>
                  <a:srgbClr val="236487"/>
                </a:solidFill>
                <a:latin typeface="IPAexGothic"/>
                <a:ea typeface="IPAexGothic"/>
                <a:cs typeface="IPAexGothic"/>
              </a:defRPr>
            </a:lvl1pPr>
            <a:lvl2pPr algn="l">
              <a:buNone/>
              <a:defRPr sz="1875" b="1">
                <a:solidFill>
                  <a:srgbClr val="236487"/>
                </a:solidFill>
                <a:latin typeface="IPAexGothic"/>
                <a:ea typeface="IPAexGothic"/>
                <a:cs typeface="IPAexGothic"/>
              </a:defRPr>
            </a:lvl2pPr>
            <a:lvl3pPr algn="l">
              <a:buNone/>
              <a:defRPr sz="1875" b="1">
                <a:solidFill>
                  <a:srgbClr val="236487"/>
                </a:solidFill>
                <a:latin typeface="IPAexGothic"/>
                <a:ea typeface="IPAexGothic"/>
                <a:cs typeface="IPAexGothic"/>
              </a:defRPr>
            </a:lvl3pPr>
            <a:lvl4pPr algn="l">
              <a:buNone/>
              <a:defRPr sz="1875" b="1">
                <a:solidFill>
                  <a:srgbClr val="236487"/>
                </a:solidFill>
                <a:latin typeface="IPAexGothic"/>
                <a:ea typeface="IPAexGothic"/>
                <a:cs typeface="IPAexGothic"/>
              </a:defRPr>
            </a:lvl4pPr>
            <a:lvl5pPr algn="l">
              <a:buNone/>
              <a:defRPr sz="1875" b="1">
                <a:solidFill>
                  <a:srgbClr val="236487"/>
                </a:solidFill>
                <a:latin typeface="IPAexGothic"/>
                <a:ea typeface="IPAexGothic"/>
                <a:cs typeface="IPAexGothic"/>
              </a:defRPr>
            </a:lvl5pPr>
            <a:lvl6pPr algn="l">
              <a:buNone/>
              <a:defRPr sz="1875" b="1">
                <a:solidFill>
                  <a:srgbClr val="236487"/>
                </a:solidFill>
                <a:latin typeface="IPAexGothic"/>
                <a:ea typeface="IPAexGothic"/>
                <a:cs typeface="IPAexGothic"/>
              </a:defRPr>
            </a:lvl6pPr>
            <a:lvl7pPr algn="l">
              <a:buNone/>
              <a:defRPr sz="1875" b="1">
                <a:solidFill>
                  <a:srgbClr val="236487"/>
                </a:solidFill>
                <a:latin typeface="IPAexGothic"/>
                <a:ea typeface="IPAexGothic"/>
                <a:cs typeface="IPAexGothic"/>
              </a:defRPr>
            </a:lvl7pPr>
            <a:lvl8pPr algn="l">
              <a:buNone/>
              <a:defRPr sz="1875" b="1">
                <a:solidFill>
                  <a:srgbClr val="236487"/>
                </a:solidFill>
                <a:latin typeface="IPAexGothic"/>
                <a:ea typeface="IPAexGothic"/>
                <a:cs typeface="IPAexGothic"/>
              </a:defRPr>
            </a:lvl8pPr>
            <a:lvl9pPr algn="l">
              <a:buNone/>
              <a:defRPr sz="1875" b="1">
                <a:solidFill>
                  <a:srgbClr val="236487"/>
                </a:solidFill>
                <a:latin typeface="IPAexGothic"/>
                <a:ea typeface="IPAexGothic"/>
                <a:cs typeface="IPAexGothic"/>
              </a:defRPr>
            </a:lvl9pPr>
          </a:lstStyle>
          <a:p xmlns:a="http://schemas.openxmlformats.org/drawingml/2006/main">
            <a:pPr algn="l">
              <a:buNone/>
              <a:defRPr sz="2025" b="1">
                <a:solidFill>
                  <a:srgbClr val="236487"/>
                </a:solidFill>
                <a:latin typeface="IPAexGothic"/>
                <a:ea typeface="IPAexGothic"/>
                <a:cs typeface="IPAexGothic"/>
              </a:defRPr>
            </a:pPr>
            <a:r>
              <a:rPr sz="2025" b="1">
                <a:solidFill>
                  <a:srgbClr val="236487"/>
                </a:solidFill>
                <a:latin typeface="IPAexGothic"/>
                <a:ea typeface="IPAexGothic"/>
                <a:cs typeface="IPAexGothic"/>
              </a:rPr>
              <a:t>1</a:t>
            </a:r>
          </a:p>
        </p:txBody>
      </p:sp>
      <p:sp>
        <p:nvSpPr>
          <p:cNvPr id="5" name="text-4">
            <a:extLst xmlns:a="http://schemas.openxmlformats.org/drawingml/2006/main">
              <a:ext uri="{FF2B5EF4-FFF2-40B4-BE49-F238E27FC236}">
                <a16:creationId xmlns:a16="http://schemas.microsoft.com/office/drawing/2014/main" id="{78CE4CF2-551A-4078-B31E-3279ED720E8A}"/>
              </a:ext>
            </a:extLst>
          </p:cNvPr>
          <p:cNvSpPr>
            <a:spLocks xmlns:a="http://schemas.openxmlformats.org/drawingml/2006/main" noGrp="1"/>
          </p:cNvSpPr>
          <p:nvPr/>
        </p:nvSpPr>
        <p:spPr>
          <a:xfrm xmlns:a="http://schemas.openxmlformats.org/drawingml/2006/main">
            <a:off x="1171575" y="1743075"/>
            <a:ext cx="10287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72B3A"/>
                </a:solidFill>
                <a:latin typeface="IPAexGothic"/>
                <a:ea typeface="IPAexGothic"/>
                <a:cs typeface="IPAexGothic"/>
              </a:defRPr>
            </a:defPPr>
            <a:lvl1pPr algn="l">
              <a:buNone/>
              <a:defRPr sz="1875" b="0">
                <a:solidFill>
                  <a:srgbClr val="172B3A"/>
                </a:solidFill>
                <a:latin typeface="IPAexGothic"/>
                <a:ea typeface="IPAexGothic"/>
                <a:cs typeface="IPAexGothic"/>
              </a:defRPr>
            </a:lvl1pPr>
            <a:lvl2pPr algn="l">
              <a:buNone/>
              <a:defRPr sz="1875" b="0">
                <a:solidFill>
                  <a:srgbClr val="172B3A"/>
                </a:solidFill>
                <a:latin typeface="IPAexGothic"/>
                <a:ea typeface="IPAexGothic"/>
                <a:cs typeface="IPAexGothic"/>
              </a:defRPr>
            </a:lvl2pPr>
            <a:lvl3pPr algn="l">
              <a:buNone/>
              <a:defRPr sz="1875" b="0">
                <a:solidFill>
                  <a:srgbClr val="172B3A"/>
                </a:solidFill>
                <a:latin typeface="IPAexGothic"/>
                <a:ea typeface="IPAexGothic"/>
                <a:cs typeface="IPAexGothic"/>
              </a:defRPr>
            </a:lvl3pPr>
            <a:lvl4pPr algn="l">
              <a:buNone/>
              <a:defRPr sz="1875" b="0">
                <a:solidFill>
                  <a:srgbClr val="172B3A"/>
                </a:solidFill>
                <a:latin typeface="IPAexGothic"/>
                <a:ea typeface="IPAexGothic"/>
                <a:cs typeface="IPAexGothic"/>
              </a:defRPr>
            </a:lvl4pPr>
            <a:lvl5pPr algn="l">
              <a:buNone/>
              <a:defRPr sz="1875" b="0">
                <a:solidFill>
                  <a:srgbClr val="172B3A"/>
                </a:solidFill>
                <a:latin typeface="IPAexGothic"/>
                <a:ea typeface="IPAexGothic"/>
                <a:cs typeface="IPAexGothic"/>
              </a:defRPr>
            </a:lvl5pPr>
            <a:lvl6pPr algn="l">
              <a:buNone/>
              <a:defRPr sz="1875" b="0">
                <a:solidFill>
                  <a:srgbClr val="172B3A"/>
                </a:solidFill>
                <a:latin typeface="IPAexGothic"/>
                <a:ea typeface="IPAexGothic"/>
                <a:cs typeface="IPAexGothic"/>
              </a:defRPr>
            </a:lvl6pPr>
            <a:lvl7pPr algn="l">
              <a:buNone/>
              <a:defRPr sz="1875" b="0">
                <a:solidFill>
                  <a:srgbClr val="172B3A"/>
                </a:solidFill>
                <a:latin typeface="IPAexGothic"/>
                <a:ea typeface="IPAexGothic"/>
                <a:cs typeface="IPAexGothic"/>
              </a:defRPr>
            </a:lvl7pPr>
            <a:lvl8pPr algn="l">
              <a:buNone/>
              <a:defRPr sz="1875" b="0">
                <a:solidFill>
                  <a:srgbClr val="172B3A"/>
                </a:solidFill>
                <a:latin typeface="IPAexGothic"/>
                <a:ea typeface="IPAexGothic"/>
                <a:cs typeface="IPAexGothic"/>
              </a:defRPr>
            </a:lvl8pPr>
            <a:lvl9pPr algn="l">
              <a:buNone/>
              <a:defRPr sz="1875" b="0">
                <a:solidFill>
                  <a:srgbClr val="172B3A"/>
                </a:solidFill>
                <a:latin typeface="IPAexGothic"/>
                <a:ea typeface="IPAexGothic"/>
                <a:cs typeface="IPAexGothic"/>
              </a:defRPr>
            </a:lvl9pPr>
          </a:lstStyle>
          <a:p xmlns:a="http://schemas.openxmlformats.org/drawingml/2006/main">
            <a:pPr algn="l">
              <a:buNone/>
              <a:defRPr sz="1875" b="0">
                <a:solidFill>
                  <a:srgbClr val="172B3A"/>
                </a:solidFill>
                <a:latin typeface="IPAexGothic"/>
                <a:ea typeface="IPAexGothic"/>
                <a:cs typeface="IPAexGothic"/>
              </a:defRPr>
            </a:pPr>
            <a:r>
              <a:rPr sz="1875" b="0">
                <a:solidFill>
                  <a:srgbClr val="172B3A"/>
                </a:solidFill>
                <a:latin typeface="IPAexGothic"/>
                <a:ea typeface="IPAexGothic"/>
                <a:cs typeface="IPAexGothic"/>
              </a:rPr>
              <a:t>出現数、統計量の信頼区間、期間・設備・運転条件ごとの再現性等から確立度を評価する。</a:t>
            </a:r>
          </a:p>
        </p:txBody>
      </p:sp>
      <p:sp>
        <p:nvSpPr>
          <p:cNvPr id="6" name="text-5">
            <a:extLst xmlns:a="http://schemas.openxmlformats.org/drawingml/2006/main">
              <a:ext uri="{FF2B5EF4-FFF2-40B4-BE49-F238E27FC236}">
                <a16:creationId xmlns:a16="http://schemas.microsoft.com/office/drawing/2014/main" id="{5AB37DBF-C9E9-4815-89A9-C1C13C8F7E69}"/>
              </a:ext>
            </a:extLst>
          </p:cNvPr>
          <p:cNvSpPr>
            <a:spLocks xmlns:a="http://schemas.openxmlformats.org/drawingml/2006/main" noGrp="1"/>
          </p:cNvSpPr>
          <p:nvPr/>
        </p:nvSpPr>
        <p:spPr>
          <a:xfrm xmlns:a="http://schemas.openxmlformats.org/drawingml/2006/main">
            <a:off x="638175" y="267652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236487"/>
                </a:solidFill>
                <a:latin typeface="IPAexGothic"/>
                <a:ea typeface="IPAexGothic"/>
                <a:cs typeface="IPAexGothic"/>
              </a:defRPr>
            </a:defPPr>
            <a:lvl1pPr algn="l">
              <a:buNone/>
              <a:defRPr sz="1875" b="1">
                <a:solidFill>
                  <a:srgbClr val="236487"/>
                </a:solidFill>
                <a:latin typeface="IPAexGothic"/>
                <a:ea typeface="IPAexGothic"/>
                <a:cs typeface="IPAexGothic"/>
              </a:defRPr>
            </a:lvl1pPr>
            <a:lvl2pPr algn="l">
              <a:buNone/>
              <a:defRPr sz="1875" b="1">
                <a:solidFill>
                  <a:srgbClr val="236487"/>
                </a:solidFill>
                <a:latin typeface="IPAexGothic"/>
                <a:ea typeface="IPAexGothic"/>
                <a:cs typeface="IPAexGothic"/>
              </a:defRPr>
            </a:lvl2pPr>
            <a:lvl3pPr algn="l">
              <a:buNone/>
              <a:defRPr sz="1875" b="1">
                <a:solidFill>
                  <a:srgbClr val="236487"/>
                </a:solidFill>
                <a:latin typeface="IPAexGothic"/>
                <a:ea typeface="IPAexGothic"/>
                <a:cs typeface="IPAexGothic"/>
              </a:defRPr>
            </a:lvl3pPr>
            <a:lvl4pPr algn="l">
              <a:buNone/>
              <a:defRPr sz="1875" b="1">
                <a:solidFill>
                  <a:srgbClr val="236487"/>
                </a:solidFill>
                <a:latin typeface="IPAexGothic"/>
                <a:ea typeface="IPAexGothic"/>
                <a:cs typeface="IPAexGothic"/>
              </a:defRPr>
            </a:lvl4pPr>
            <a:lvl5pPr algn="l">
              <a:buNone/>
              <a:defRPr sz="1875" b="1">
                <a:solidFill>
                  <a:srgbClr val="236487"/>
                </a:solidFill>
                <a:latin typeface="IPAexGothic"/>
                <a:ea typeface="IPAexGothic"/>
                <a:cs typeface="IPAexGothic"/>
              </a:defRPr>
            </a:lvl5pPr>
            <a:lvl6pPr algn="l">
              <a:buNone/>
              <a:defRPr sz="1875" b="1">
                <a:solidFill>
                  <a:srgbClr val="236487"/>
                </a:solidFill>
                <a:latin typeface="IPAexGothic"/>
                <a:ea typeface="IPAexGothic"/>
                <a:cs typeface="IPAexGothic"/>
              </a:defRPr>
            </a:lvl6pPr>
            <a:lvl7pPr algn="l">
              <a:buNone/>
              <a:defRPr sz="1875" b="1">
                <a:solidFill>
                  <a:srgbClr val="236487"/>
                </a:solidFill>
                <a:latin typeface="IPAexGothic"/>
                <a:ea typeface="IPAexGothic"/>
                <a:cs typeface="IPAexGothic"/>
              </a:defRPr>
            </a:lvl7pPr>
            <a:lvl8pPr algn="l">
              <a:buNone/>
              <a:defRPr sz="1875" b="1">
                <a:solidFill>
                  <a:srgbClr val="236487"/>
                </a:solidFill>
                <a:latin typeface="IPAexGothic"/>
                <a:ea typeface="IPAexGothic"/>
                <a:cs typeface="IPAexGothic"/>
              </a:defRPr>
            </a:lvl8pPr>
            <a:lvl9pPr algn="l">
              <a:buNone/>
              <a:defRPr sz="1875" b="1">
                <a:solidFill>
                  <a:srgbClr val="236487"/>
                </a:solidFill>
                <a:latin typeface="IPAexGothic"/>
                <a:ea typeface="IPAexGothic"/>
                <a:cs typeface="IPAexGothic"/>
              </a:defRPr>
            </a:lvl9pPr>
          </a:lstStyle>
          <a:p xmlns:a="http://schemas.openxmlformats.org/drawingml/2006/main">
            <a:pPr algn="l">
              <a:buNone/>
              <a:defRPr sz="2025" b="1">
                <a:solidFill>
                  <a:srgbClr val="236487"/>
                </a:solidFill>
                <a:latin typeface="IPAexGothic"/>
                <a:ea typeface="IPAexGothic"/>
                <a:cs typeface="IPAexGothic"/>
              </a:defRPr>
            </a:pPr>
            <a:r>
              <a:rPr sz="2025" b="1">
                <a:solidFill>
                  <a:srgbClr val="236487"/>
                </a:solidFill>
                <a:latin typeface="IPAexGothic"/>
                <a:ea typeface="IPAexGothic"/>
                <a:cs typeface="IPAexGothic"/>
              </a:rPr>
              <a:t>2</a:t>
            </a:r>
          </a:p>
        </p:txBody>
      </p:sp>
      <p:sp>
        <p:nvSpPr>
          <p:cNvPr id="7" name="text-6">
            <a:extLst xmlns:a="http://schemas.openxmlformats.org/drawingml/2006/main">
              <a:ext uri="{FF2B5EF4-FFF2-40B4-BE49-F238E27FC236}">
                <a16:creationId xmlns:a16="http://schemas.microsoft.com/office/drawing/2014/main" id="{4B2EE417-1D06-451C-AA73-78A2919F2534}"/>
              </a:ext>
            </a:extLst>
          </p:cNvPr>
          <p:cNvSpPr>
            <a:spLocks xmlns:a="http://schemas.openxmlformats.org/drawingml/2006/main" noGrp="1"/>
          </p:cNvSpPr>
          <p:nvPr/>
        </p:nvSpPr>
        <p:spPr>
          <a:xfrm xmlns:a="http://schemas.openxmlformats.org/drawingml/2006/main">
            <a:off x="1171575" y="2676525"/>
            <a:ext cx="10287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72B3A"/>
                </a:solidFill>
                <a:latin typeface="IPAexGothic"/>
                <a:ea typeface="IPAexGothic"/>
                <a:cs typeface="IPAexGothic"/>
              </a:defRPr>
            </a:defPPr>
            <a:lvl1pPr algn="l">
              <a:buNone/>
              <a:defRPr sz="1875" b="0">
                <a:solidFill>
                  <a:srgbClr val="172B3A"/>
                </a:solidFill>
                <a:latin typeface="IPAexGothic"/>
                <a:ea typeface="IPAexGothic"/>
                <a:cs typeface="IPAexGothic"/>
              </a:defRPr>
            </a:lvl1pPr>
            <a:lvl2pPr algn="l">
              <a:buNone/>
              <a:defRPr sz="1875" b="0">
                <a:solidFill>
                  <a:srgbClr val="172B3A"/>
                </a:solidFill>
                <a:latin typeface="IPAexGothic"/>
                <a:ea typeface="IPAexGothic"/>
                <a:cs typeface="IPAexGothic"/>
              </a:defRPr>
            </a:lvl2pPr>
            <a:lvl3pPr algn="l">
              <a:buNone/>
              <a:defRPr sz="1875" b="0">
                <a:solidFill>
                  <a:srgbClr val="172B3A"/>
                </a:solidFill>
                <a:latin typeface="IPAexGothic"/>
                <a:ea typeface="IPAexGothic"/>
                <a:cs typeface="IPAexGothic"/>
              </a:defRPr>
            </a:lvl3pPr>
            <a:lvl4pPr algn="l">
              <a:buNone/>
              <a:defRPr sz="1875" b="0">
                <a:solidFill>
                  <a:srgbClr val="172B3A"/>
                </a:solidFill>
                <a:latin typeface="IPAexGothic"/>
                <a:ea typeface="IPAexGothic"/>
                <a:cs typeface="IPAexGothic"/>
              </a:defRPr>
            </a:lvl4pPr>
            <a:lvl5pPr algn="l">
              <a:buNone/>
              <a:defRPr sz="1875" b="0">
                <a:solidFill>
                  <a:srgbClr val="172B3A"/>
                </a:solidFill>
                <a:latin typeface="IPAexGothic"/>
                <a:ea typeface="IPAexGothic"/>
                <a:cs typeface="IPAexGothic"/>
              </a:defRPr>
            </a:lvl5pPr>
            <a:lvl6pPr algn="l">
              <a:buNone/>
              <a:defRPr sz="1875" b="0">
                <a:solidFill>
                  <a:srgbClr val="172B3A"/>
                </a:solidFill>
                <a:latin typeface="IPAexGothic"/>
                <a:ea typeface="IPAexGothic"/>
                <a:cs typeface="IPAexGothic"/>
              </a:defRPr>
            </a:lvl6pPr>
            <a:lvl7pPr algn="l">
              <a:buNone/>
              <a:defRPr sz="1875" b="0">
                <a:solidFill>
                  <a:srgbClr val="172B3A"/>
                </a:solidFill>
                <a:latin typeface="IPAexGothic"/>
                <a:ea typeface="IPAexGothic"/>
                <a:cs typeface="IPAexGothic"/>
              </a:defRPr>
            </a:lvl7pPr>
            <a:lvl8pPr algn="l">
              <a:buNone/>
              <a:defRPr sz="1875" b="0">
                <a:solidFill>
                  <a:srgbClr val="172B3A"/>
                </a:solidFill>
                <a:latin typeface="IPAexGothic"/>
                <a:ea typeface="IPAexGothic"/>
                <a:cs typeface="IPAexGothic"/>
              </a:defRPr>
            </a:lvl8pPr>
            <a:lvl9pPr algn="l">
              <a:buNone/>
              <a:defRPr sz="1875" b="0">
                <a:solidFill>
                  <a:srgbClr val="172B3A"/>
                </a:solidFill>
                <a:latin typeface="IPAexGothic"/>
                <a:ea typeface="IPAexGothic"/>
                <a:cs typeface="IPAexGothic"/>
              </a:defRPr>
            </a:lvl9pPr>
          </a:lstStyle>
          <a:p xmlns:a="http://schemas.openxmlformats.org/drawingml/2006/main">
            <a:pPr algn="l">
              <a:buNone/>
              <a:defRPr sz="1875" b="0">
                <a:solidFill>
                  <a:srgbClr val="172B3A"/>
                </a:solidFill>
                <a:latin typeface="IPAexGothic"/>
                <a:ea typeface="IPAexGothic"/>
                <a:cs typeface="IPAexGothic"/>
              </a:defRPr>
            </a:pPr>
            <a:r>
              <a:rPr sz="1875" b="0">
                <a:solidFill>
                  <a:srgbClr val="172B3A"/>
                </a:solidFill>
                <a:latin typeface="IPAexGothic"/>
                <a:ea typeface="IPAexGothic"/>
                <a:cs typeface="IPAexGothic"/>
              </a:rPr>
              <a:t>共通の検証データと同じ予測対象について、元データ由来特徴と出現情報由来特徴による性能を比較する。</a:t>
            </a:r>
          </a:p>
        </p:txBody>
      </p:sp>
      <p:sp>
        <p:nvSpPr>
          <p:cNvPr id="8" name="text-7">
            <a:extLst xmlns:a="http://schemas.openxmlformats.org/drawingml/2006/main">
              <a:ext uri="{FF2B5EF4-FFF2-40B4-BE49-F238E27FC236}">
                <a16:creationId xmlns:a16="http://schemas.microsoft.com/office/drawing/2014/main" id="{0CF2BA2B-A00E-4895-BEC6-ABCFDCB85ED8}"/>
              </a:ext>
            </a:extLst>
          </p:cNvPr>
          <p:cNvSpPr>
            <a:spLocks xmlns:a="http://schemas.openxmlformats.org/drawingml/2006/main" noGrp="1"/>
          </p:cNvSpPr>
          <p:nvPr/>
        </p:nvSpPr>
        <p:spPr>
          <a:xfrm xmlns:a="http://schemas.openxmlformats.org/drawingml/2006/main">
            <a:off x="638175" y="360997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236487"/>
                </a:solidFill>
                <a:latin typeface="IPAexGothic"/>
                <a:ea typeface="IPAexGothic"/>
                <a:cs typeface="IPAexGothic"/>
              </a:defRPr>
            </a:defPPr>
            <a:lvl1pPr algn="l">
              <a:buNone/>
              <a:defRPr sz="1875" b="1">
                <a:solidFill>
                  <a:srgbClr val="236487"/>
                </a:solidFill>
                <a:latin typeface="IPAexGothic"/>
                <a:ea typeface="IPAexGothic"/>
                <a:cs typeface="IPAexGothic"/>
              </a:defRPr>
            </a:lvl1pPr>
            <a:lvl2pPr algn="l">
              <a:buNone/>
              <a:defRPr sz="1875" b="1">
                <a:solidFill>
                  <a:srgbClr val="236487"/>
                </a:solidFill>
                <a:latin typeface="IPAexGothic"/>
                <a:ea typeface="IPAexGothic"/>
                <a:cs typeface="IPAexGothic"/>
              </a:defRPr>
            </a:lvl2pPr>
            <a:lvl3pPr algn="l">
              <a:buNone/>
              <a:defRPr sz="1875" b="1">
                <a:solidFill>
                  <a:srgbClr val="236487"/>
                </a:solidFill>
                <a:latin typeface="IPAexGothic"/>
                <a:ea typeface="IPAexGothic"/>
                <a:cs typeface="IPAexGothic"/>
              </a:defRPr>
            </a:lvl3pPr>
            <a:lvl4pPr algn="l">
              <a:buNone/>
              <a:defRPr sz="1875" b="1">
                <a:solidFill>
                  <a:srgbClr val="236487"/>
                </a:solidFill>
                <a:latin typeface="IPAexGothic"/>
                <a:ea typeface="IPAexGothic"/>
                <a:cs typeface="IPAexGothic"/>
              </a:defRPr>
            </a:lvl4pPr>
            <a:lvl5pPr algn="l">
              <a:buNone/>
              <a:defRPr sz="1875" b="1">
                <a:solidFill>
                  <a:srgbClr val="236487"/>
                </a:solidFill>
                <a:latin typeface="IPAexGothic"/>
                <a:ea typeface="IPAexGothic"/>
                <a:cs typeface="IPAexGothic"/>
              </a:defRPr>
            </a:lvl5pPr>
            <a:lvl6pPr algn="l">
              <a:buNone/>
              <a:defRPr sz="1875" b="1">
                <a:solidFill>
                  <a:srgbClr val="236487"/>
                </a:solidFill>
                <a:latin typeface="IPAexGothic"/>
                <a:ea typeface="IPAexGothic"/>
                <a:cs typeface="IPAexGothic"/>
              </a:defRPr>
            </a:lvl6pPr>
            <a:lvl7pPr algn="l">
              <a:buNone/>
              <a:defRPr sz="1875" b="1">
                <a:solidFill>
                  <a:srgbClr val="236487"/>
                </a:solidFill>
                <a:latin typeface="IPAexGothic"/>
                <a:ea typeface="IPAexGothic"/>
                <a:cs typeface="IPAexGothic"/>
              </a:defRPr>
            </a:lvl7pPr>
            <a:lvl8pPr algn="l">
              <a:buNone/>
              <a:defRPr sz="1875" b="1">
                <a:solidFill>
                  <a:srgbClr val="236487"/>
                </a:solidFill>
                <a:latin typeface="IPAexGothic"/>
                <a:ea typeface="IPAexGothic"/>
                <a:cs typeface="IPAexGothic"/>
              </a:defRPr>
            </a:lvl8pPr>
            <a:lvl9pPr algn="l">
              <a:buNone/>
              <a:defRPr sz="1875" b="1">
                <a:solidFill>
                  <a:srgbClr val="236487"/>
                </a:solidFill>
                <a:latin typeface="IPAexGothic"/>
                <a:ea typeface="IPAexGothic"/>
                <a:cs typeface="IPAexGothic"/>
              </a:defRPr>
            </a:lvl9pPr>
          </a:lstStyle>
          <a:p xmlns:a="http://schemas.openxmlformats.org/drawingml/2006/main">
            <a:pPr algn="l">
              <a:buNone/>
              <a:defRPr sz="2025" b="1">
                <a:solidFill>
                  <a:srgbClr val="236487"/>
                </a:solidFill>
                <a:latin typeface="IPAexGothic"/>
                <a:ea typeface="IPAexGothic"/>
                <a:cs typeface="IPAexGothic"/>
              </a:defRPr>
            </a:pPr>
            <a:r>
              <a:rPr sz="2025" b="1">
                <a:solidFill>
                  <a:srgbClr val="236487"/>
                </a:solidFill>
                <a:latin typeface="IPAexGothic"/>
                <a:ea typeface="IPAexGothic"/>
                <a:cs typeface="IPAexGothic"/>
              </a:rPr>
              <a:t>3</a:t>
            </a:r>
          </a:p>
        </p:txBody>
      </p:sp>
      <p:sp>
        <p:nvSpPr>
          <p:cNvPr id="9" name="text-8">
            <a:extLst xmlns:a="http://schemas.openxmlformats.org/drawingml/2006/main">
              <a:ext uri="{FF2B5EF4-FFF2-40B4-BE49-F238E27FC236}">
                <a16:creationId xmlns:a16="http://schemas.microsoft.com/office/drawing/2014/main" id="{1990EA16-1D8A-4AF8-A8CC-8A0C173EC161}"/>
              </a:ext>
            </a:extLst>
          </p:cNvPr>
          <p:cNvSpPr>
            <a:spLocks xmlns:a="http://schemas.openxmlformats.org/drawingml/2006/main" noGrp="1"/>
          </p:cNvSpPr>
          <p:nvPr/>
        </p:nvSpPr>
        <p:spPr>
          <a:xfrm xmlns:a="http://schemas.openxmlformats.org/drawingml/2006/main">
            <a:off x="1171575" y="3609975"/>
            <a:ext cx="10287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72B3A"/>
                </a:solidFill>
                <a:latin typeface="IPAexGothic"/>
                <a:ea typeface="IPAexGothic"/>
                <a:cs typeface="IPAexGothic"/>
              </a:defRPr>
            </a:defPPr>
            <a:lvl1pPr algn="l">
              <a:buNone/>
              <a:defRPr sz="1875" b="0">
                <a:solidFill>
                  <a:srgbClr val="172B3A"/>
                </a:solidFill>
                <a:latin typeface="IPAexGothic"/>
                <a:ea typeface="IPAexGothic"/>
                <a:cs typeface="IPAexGothic"/>
              </a:defRPr>
            </a:lvl1pPr>
            <a:lvl2pPr algn="l">
              <a:buNone/>
              <a:defRPr sz="1875" b="0">
                <a:solidFill>
                  <a:srgbClr val="172B3A"/>
                </a:solidFill>
                <a:latin typeface="IPAexGothic"/>
                <a:ea typeface="IPAexGothic"/>
                <a:cs typeface="IPAexGothic"/>
              </a:defRPr>
            </a:lvl2pPr>
            <a:lvl3pPr algn="l">
              <a:buNone/>
              <a:defRPr sz="1875" b="0">
                <a:solidFill>
                  <a:srgbClr val="172B3A"/>
                </a:solidFill>
                <a:latin typeface="IPAexGothic"/>
                <a:ea typeface="IPAexGothic"/>
                <a:cs typeface="IPAexGothic"/>
              </a:defRPr>
            </a:lvl3pPr>
            <a:lvl4pPr algn="l">
              <a:buNone/>
              <a:defRPr sz="1875" b="0">
                <a:solidFill>
                  <a:srgbClr val="172B3A"/>
                </a:solidFill>
                <a:latin typeface="IPAexGothic"/>
                <a:ea typeface="IPAexGothic"/>
                <a:cs typeface="IPAexGothic"/>
              </a:defRPr>
            </a:lvl4pPr>
            <a:lvl5pPr algn="l">
              <a:buNone/>
              <a:defRPr sz="1875" b="0">
                <a:solidFill>
                  <a:srgbClr val="172B3A"/>
                </a:solidFill>
                <a:latin typeface="IPAexGothic"/>
                <a:ea typeface="IPAexGothic"/>
                <a:cs typeface="IPAexGothic"/>
              </a:defRPr>
            </a:lvl5pPr>
            <a:lvl6pPr algn="l">
              <a:buNone/>
              <a:defRPr sz="1875" b="0">
                <a:solidFill>
                  <a:srgbClr val="172B3A"/>
                </a:solidFill>
                <a:latin typeface="IPAexGothic"/>
                <a:ea typeface="IPAexGothic"/>
                <a:cs typeface="IPAexGothic"/>
              </a:defRPr>
            </a:lvl6pPr>
            <a:lvl7pPr algn="l">
              <a:buNone/>
              <a:defRPr sz="1875" b="0">
                <a:solidFill>
                  <a:srgbClr val="172B3A"/>
                </a:solidFill>
                <a:latin typeface="IPAexGothic"/>
                <a:ea typeface="IPAexGothic"/>
                <a:cs typeface="IPAexGothic"/>
              </a:defRPr>
            </a:lvl7pPr>
            <a:lvl8pPr algn="l">
              <a:buNone/>
              <a:defRPr sz="1875" b="0">
                <a:solidFill>
                  <a:srgbClr val="172B3A"/>
                </a:solidFill>
                <a:latin typeface="IPAexGothic"/>
                <a:ea typeface="IPAexGothic"/>
                <a:cs typeface="IPAexGothic"/>
              </a:defRPr>
            </a:lvl8pPr>
            <a:lvl9pPr algn="l">
              <a:buNone/>
              <a:defRPr sz="1875" b="0">
                <a:solidFill>
                  <a:srgbClr val="172B3A"/>
                </a:solidFill>
                <a:latin typeface="IPAexGothic"/>
                <a:ea typeface="IPAexGothic"/>
                <a:cs typeface="IPAexGothic"/>
              </a:defRPr>
            </a:lvl9pPr>
          </a:lstStyle>
          <a:p xmlns:a="http://schemas.openxmlformats.org/drawingml/2006/main">
            <a:pPr algn="l">
              <a:buNone/>
              <a:defRPr sz="1875" b="0">
                <a:solidFill>
                  <a:srgbClr val="172B3A"/>
                </a:solidFill>
                <a:latin typeface="IPAexGothic"/>
                <a:ea typeface="IPAexGothic"/>
                <a:cs typeface="IPAexGothic"/>
              </a:defRPr>
            </a:pPr>
            <a:r>
              <a:rPr sz="1875" b="0">
                <a:solidFill>
                  <a:srgbClr val="172B3A"/>
                </a:solidFill>
                <a:latin typeface="IPAexGothic"/>
                <a:ea typeface="IPAexGothic"/>
                <a:cs typeface="IPAexGothic"/>
              </a:rPr>
              <a:t>全体平均に加え、削除を適用する条件ごとに確認する。検証例不足の条件を確認済みとは扱わない。</a:t>
            </a:r>
          </a:p>
        </p:txBody>
      </p:sp>
      <p:sp>
        <p:nvSpPr>
          <p:cNvPr id="10" name="text-9">
            <a:extLst xmlns:a="http://schemas.openxmlformats.org/drawingml/2006/main">
              <a:ext uri="{FF2B5EF4-FFF2-40B4-BE49-F238E27FC236}">
                <a16:creationId xmlns:a16="http://schemas.microsoft.com/office/drawing/2014/main" id="{0F2490AF-CF02-47E3-85B1-7A2178217E5B}"/>
              </a:ext>
            </a:extLst>
          </p:cNvPr>
          <p:cNvSpPr>
            <a:spLocks xmlns:a="http://schemas.openxmlformats.org/drawingml/2006/main" noGrp="1"/>
          </p:cNvSpPr>
          <p:nvPr/>
        </p:nvSpPr>
        <p:spPr>
          <a:xfrm xmlns:a="http://schemas.openxmlformats.org/drawingml/2006/main">
            <a:off x="638175" y="454342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236487"/>
                </a:solidFill>
                <a:latin typeface="IPAexGothic"/>
                <a:ea typeface="IPAexGothic"/>
                <a:cs typeface="IPAexGothic"/>
              </a:defRPr>
            </a:defPPr>
            <a:lvl1pPr algn="l">
              <a:buNone/>
              <a:defRPr sz="1875" b="1">
                <a:solidFill>
                  <a:srgbClr val="236487"/>
                </a:solidFill>
                <a:latin typeface="IPAexGothic"/>
                <a:ea typeface="IPAexGothic"/>
                <a:cs typeface="IPAexGothic"/>
              </a:defRPr>
            </a:lvl1pPr>
            <a:lvl2pPr algn="l">
              <a:buNone/>
              <a:defRPr sz="1875" b="1">
                <a:solidFill>
                  <a:srgbClr val="236487"/>
                </a:solidFill>
                <a:latin typeface="IPAexGothic"/>
                <a:ea typeface="IPAexGothic"/>
                <a:cs typeface="IPAexGothic"/>
              </a:defRPr>
            </a:lvl2pPr>
            <a:lvl3pPr algn="l">
              <a:buNone/>
              <a:defRPr sz="1875" b="1">
                <a:solidFill>
                  <a:srgbClr val="236487"/>
                </a:solidFill>
                <a:latin typeface="IPAexGothic"/>
                <a:ea typeface="IPAexGothic"/>
                <a:cs typeface="IPAexGothic"/>
              </a:defRPr>
            </a:lvl3pPr>
            <a:lvl4pPr algn="l">
              <a:buNone/>
              <a:defRPr sz="1875" b="1">
                <a:solidFill>
                  <a:srgbClr val="236487"/>
                </a:solidFill>
                <a:latin typeface="IPAexGothic"/>
                <a:ea typeface="IPAexGothic"/>
                <a:cs typeface="IPAexGothic"/>
              </a:defRPr>
            </a:lvl4pPr>
            <a:lvl5pPr algn="l">
              <a:buNone/>
              <a:defRPr sz="1875" b="1">
                <a:solidFill>
                  <a:srgbClr val="236487"/>
                </a:solidFill>
                <a:latin typeface="IPAexGothic"/>
                <a:ea typeface="IPAexGothic"/>
                <a:cs typeface="IPAexGothic"/>
              </a:defRPr>
            </a:lvl5pPr>
            <a:lvl6pPr algn="l">
              <a:buNone/>
              <a:defRPr sz="1875" b="1">
                <a:solidFill>
                  <a:srgbClr val="236487"/>
                </a:solidFill>
                <a:latin typeface="IPAexGothic"/>
                <a:ea typeface="IPAexGothic"/>
                <a:cs typeface="IPAexGothic"/>
              </a:defRPr>
            </a:lvl6pPr>
            <a:lvl7pPr algn="l">
              <a:buNone/>
              <a:defRPr sz="1875" b="1">
                <a:solidFill>
                  <a:srgbClr val="236487"/>
                </a:solidFill>
                <a:latin typeface="IPAexGothic"/>
                <a:ea typeface="IPAexGothic"/>
                <a:cs typeface="IPAexGothic"/>
              </a:defRPr>
            </a:lvl7pPr>
            <a:lvl8pPr algn="l">
              <a:buNone/>
              <a:defRPr sz="1875" b="1">
                <a:solidFill>
                  <a:srgbClr val="236487"/>
                </a:solidFill>
                <a:latin typeface="IPAexGothic"/>
                <a:ea typeface="IPAexGothic"/>
                <a:cs typeface="IPAexGothic"/>
              </a:defRPr>
            </a:lvl8pPr>
            <a:lvl9pPr algn="l">
              <a:buNone/>
              <a:defRPr sz="1875" b="1">
                <a:solidFill>
                  <a:srgbClr val="236487"/>
                </a:solidFill>
                <a:latin typeface="IPAexGothic"/>
                <a:ea typeface="IPAexGothic"/>
                <a:cs typeface="IPAexGothic"/>
              </a:defRPr>
            </a:lvl9pPr>
          </a:lstStyle>
          <a:p xmlns:a="http://schemas.openxmlformats.org/drawingml/2006/main">
            <a:pPr algn="l">
              <a:buNone/>
              <a:defRPr sz="2025" b="1">
                <a:solidFill>
                  <a:srgbClr val="236487"/>
                </a:solidFill>
                <a:latin typeface="IPAexGothic"/>
                <a:ea typeface="IPAexGothic"/>
                <a:cs typeface="IPAexGothic"/>
              </a:defRPr>
            </a:pPr>
            <a:r>
              <a:rPr sz="2025" b="1">
                <a:solidFill>
                  <a:srgbClr val="236487"/>
                </a:solidFill>
                <a:latin typeface="IPAexGothic"/>
                <a:ea typeface="IPAexGothic"/>
                <a:cs typeface="IPAexGothic"/>
              </a:rPr>
              <a:t>4</a:t>
            </a:r>
          </a:p>
        </p:txBody>
      </p:sp>
      <p:sp>
        <p:nvSpPr>
          <p:cNvPr id="11" name="text-10">
            <a:extLst xmlns:a="http://schemas.openxmlformats.org/drawingml/2006/main">
              <a:ext uri="{FF2B5EF4-FFF2-40B4-BE49-F238E27FC236}">
                <a16:creationId xmlns:a16="http://schemas.microsoft.com/office/drawing/2014/main" id="{C1554499-A07C-4D85-81EA-4B4AFF7D6F34}"/>
              </a:ext>
            </a:extLst>
          </p:cNvPr>
          <p:cNvSpPr>
            <a:spLocks xmlns:a="http://schemas.openxmlformats.org/drawingml/2006/main" noGrp="1"/>
          </p:cNvSpPr>
          <p:nvPr/>
        </p:nvSpPr>
        <p:spPr>
          <a:xfrm xmlns:a="http://schemas.openxmlformats.org/drawingml/2006/main">
            <a:off x="1171575" y="4543425"/>
            <a:ext cx="10287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72B3A"/>
                </a:solidFill>
                <a:latin typeface="IPAexGothic"/>
                <a:ea typeface="IPAexGothic"/>
                <a:cs typeface="IPAexGothic"/>
              </a:defRPr>
            </a:defPPr>
            <a:lvl1pPr algn="l">
              <a:buNone/>
              <a:defRPr sz="1875" b="0">
                <a:solidFill>
                  <a:srgbClr val="172B3A"/>
                </a:solidFill>
                <a:latin typeface="IPAexGothic"/>
                <a:ea typeface="IPAexGothic"/>
                <a:cs typeface="IPAexGothic"/>
              </a:defRPr>
            </a:lvl1pPr>
            <a:lvl2pPr algn="l">
              <a:buNone/>
              <a:defRPr sz="1875" b="0">
                <a:solidFill>
                  <a:srgbClr val="172B3A"/>
                </a:solidFill>
                <a:latin typeface="IPAexGothic"/>
                <a:ea typeface="IPAexGothic"/>
                <a:cs typeface="IPAexGothic"/>
              </a:defRPr>
            </a:lvl2pPr>
            <a:lvl3pPr algn="l">
              <a:buNone/>
              <a:defRPr sz="1875" b="0">
                <a:solidFill>
                  <a:srgbClr val="172B3A"/>
                </a:solidFill>
                <a:latin typeface="IPAexGothic"/>
                <a:ea typeface="IPAexGothic"/>
                <a:cs typeface="IPAexGothic"/>
              </a:defRPr>
            </a:lvl3pPr>
            <a:lvl4pPr algn="l">
              <a:buNone/>
              <a:defRPr sz="1875" b="0">
                <a:solidFill>
                  <a:srgbClr val="172B3A"/>
                </a:solidFill>
                <a:latin typeface="IPAexGothic"/>
                <a:ea typeface="IPAexGothic"/>
                <a:cs typeface="IPAexGothic"/>
              </a:defRPr>
            </a:lvl4pPr>
            <a:lvl5pPr algn="l">
              <a:buNone/>
              <a:defRPr sz="1875" b="0">
                <a:solidFill>
                  <a:srgbClr val="172B3A"/>
                </a:solidFill>
                <a:latin typeface="IPAexGothic"/>
                <a:ea typeface="IPAexGothic"/>
                <a:cs typeface="IPAexGothic"/>
              </a:defRPr>
            </a:lvl5pPr>
            <a:lvl6pPr algn="l">
              <a:buNone/>
              <a:defRPr sz="1875" b="0">
                <a:solidFill>
                  <a:srgbClr val="172B3A"/>
                </a:solidFill>
                <a:latin typeface="IPAexGothic"/>
                <a:ea typeface="IPAexGothic"/>
                <a:cs typeface="IPAexGothic"/>
              </a:defRPr>
            </a:lvl6pPr>
            <a:lvl7pPr algn="l">
              <a:buNone/>
              <a:defRPr sz="1875" b="0">
                <a:solidFill>
                  <a:srgbClr val="172B3A"/>
                </a:solidFill>
                <a:latin typeface="IPAexGothic"/>
                <a:ea typeface="IPAexGothic"/>
                <a:cs typeface="IPAexGothic"/>
              </a:defRPr>
            </a:lvl7pPr>
            <a:lvl8pPr algn="l">
              <a:buNone/>
              <a:defRPr sz="1875" b="0">
                <a:solidFill>
                  <a:srgbClr val="172B3A"/>
                </a:solidFill>
                <a:latin typeface="IPAexGothic"/>
                <a:ea typeface="IPAexGothic"/>
                <a:cs typeface="IPAexGothic"/>
              </a:defRPr>
            </a:lvl8pPr>
            <a:lvl9pPr algn="l">
              <a:buNone/>
              <a:defRPr sz="1875" b="0">
                <a:solidFill>
                  <a:srgbClr val="172B3A"/>
                </a:solidFill>
                <a:latin typeface="IPAexGothic"/>
                <a:ea typeface="IPAexGothic"/>
                <a:cs typeface="IPAexGothic"/>
              </a:defRPr>
            </a:lvl9pPr>
          </a:lstStyle>
          <a:p xmlns:a="http://schemas.openxmlformats.org/drawingml/2006/main">
            <a:pPr algn="l">
              <a:buNone/>
              <a:defRPr sz="1875" b="0">
                <a:solidFill>
                  <a:srgbClr val="172B3A"/>
                </a:solidFill>
                <a:latin typeface="IPAexGothic"/>
                <a:ea typeface="IPAexGothic"/>
                <a:cs typeface="IPAexGothic"/>
              </a:defRPr>
            </a:pPr>
            <a:r>
              <a:rPr sz="1875" b="0">
                <a:solidFill>
                  <a:srgbClr val="172B3A"/>
                </a:solidFill>
                <a:latin typeface="IPAexGothic"/>
                <a:ea typeface="IPAexGothic"/>
                <a:cs typeface="IPAexGothic"/>
              </a:rPr>
              <a:t>評価対象期間、モデル、パターン版、運転条件を記録する。具体的な指標と許容差は用途に応じて定める。</a:t>
            </a:r>
          </a:p>
        </p:txBody>
      </p:sp>
    </p:spTree>
    <p:extLst>
      <p:ext uri="{BB962C8B-B14F-4D97-AF65-F5344CB8AC3E}">
        <p14:creationId xmlns:p14="http://schemas.microsoft.com/office/powerpoint/2010/main" val="1877119551"/>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headline">
            <a:extLst xmlns:a="http://schemas.openxmlformats.org/drawingml/2006/main">
              <a:ext uri="{FF2B5EF4-FFF2-40B4-BE49-F238E27FC236}">
                <a16:creationId xmlns:a16="http://schemas.microsoft.com/office/drawing/2014/main" id="{605DDF9E-4C4F-4818-AFD9-7857910C83C4}"/>
              </a:ext>
            </a:extLst>
          </p:cNvPr>
          <p:cNvSpPr>
            <a:spLocks xmlns:a="http://schemas.openxmlformats.org/drawingml/2006/main" noGrp="1"/>
          </p:cNvSpPr>
          <p:nvPr/>
        </p:nvSpPr>
        <p:spPr>
          <a:xfrm xmlns:a="http://schemas.openxmlformats.org/drawingml/2006/main">
            <a:off x="590550" y="333375"/>
            <a:ext cx="1095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72B3A"/>
                </a:solidFill>
                <a:latin typeface="IPAexGothic"/>
                <a:ea typeface="IPAexGothic"/>
                <a:cs typeface="IPAexGothic"/>
              </a:defRPr>
            </a:defPPr>
            <a:lvl1pPr algn="l">
              <a:buNone/>
              <a:defRPr sz="3300" b="1">
                <a:solidFill>
                  <a:srgbClr val="172B3A"/>
                </a:solidFill>
                <a:latin typeface="IPAexGothic"/>
                <a:ea typeface="IPAexGothic"/>
                <a:cs typeface="IPAexGothic"/>
              </a:defRPr>
            </a:lvl1pPr>
            <a:lvl2pPr algn="l">
              <a:buNone/>
              <a:defRPr sz="3300" b="1">
                <a:solidFill>
                  <a:srgbClr val="172B3A"/>
                </a:solidFill>
                <a:latin typeface="IPAexGothic"/>
                <a:ea typeface="IPAexGothic"/>
                <a:cs typeface="IPAexGothic"/>
              </a:defRPr>
            </a:lvl2pPr>
            <a:lvl3pPr algn="l">
              <a:buNone/>
              <a:defRPr sz="3300" b="1">
                <a:solidFill>
                  <a:srgbClr val="172B3A"/>
                </a:solidFill>
                <a:latin typeface="IPAexGothic"/>
                <a:ea typeface="IPAexGothic"/>
                <a:cs typeface="IPAexGothic"/>
              </a:defRPr>
            </a:lvl3pPr>
            <a:lvl4pPr algn="l">
              <a:buNone/>
              <a:defRPr sz="3300" b="1">
                <a:solidFill>
                  <a:srgbClr val="172B3A"/>
                </a:solidFill>
                <a:latin typeface="IPAexGothic"/>
                <a:ea typeface="IPAexGothic"/>
                <a:cs typeface="IPAexGothic"/>
              </a:defRPr>
            </a:lvl4pPr>
            <a:lvl5pPr algn="l">
              <a:buNone/>
              <a:defRPr sz="3300" b="1">
                <a:solidFill>
                  <a:srgbClr val="172B3A"/>
                </a:solidFill>
                <a:latin typeface="IPAexGothic"/>
                <a:ea typeface="IPAexGothic"/>
                <a:cs typeface="IPAexGothic"/>
              </a:defRPr>
            </a:lvl5pPr>
            <a:lvl6pPr algn="l">
              <a:buNone/>
              <a:defRPr sz="3300" b="1">
                <a:solidFill>
                  <a:srgbClr val="172B3A"/>
                </a:solidFill>
                <a:latin typeface="IPAexGothic"/>
                <a:ea typeface="IPAexGothic"/>
                <a:cs typeface="IPAexGothic"/>
              </a:defRPr>
            </a:lvl6pPr>
            <a:lvl7pPr algn="l">
              <a:buNone/>
              <a:defRPr sz="3300" b="1">
                <a:solidFill>
                  <a:srgbClr val="172B3A"/>
                </a:solidFill>
                <a:latin typeface="IPAexGothic"/>
                <a:ea typeface="IPAexGothic"/>
                <a:cs typeface="IPAexGothic"/>
              </a:defRPr>
            </a:lvl7pPr>
            <a:lvl8pPr algn="l">
              <a:buNone/>
              <a:defRPr sz="3300" b="1">
                <a:solidFill>
                  <a:srgbClr val="172B3A"/>
                </a:solidFill>
                <a:latin typeface="IPAexGothic"/>
                <a:ea typeface="IPAexGothic"/>
                <a:cs typeface="IPAexGothic"/>
              </a:defRPr>
            </a:lvl8pPr>
            <a:lvl9pPr algn="l">
              <a:buNone/>
              <a:defRPr sz="3300" b="1">
                <a:solidFill>
                  <a:srgbClr val="172B3A"/>
                </a:solidFill>
                <a:latin typeface="IPAexGothic"/>
                <a:ea typeface="IPAexGothic"/>
                <a:cs typeface="IPAexGothic"/>
              </a:defRPr>
            </a:lvl9pPr>
          </a:lstStyle>
          <a:p xmlns:a="http://schemas.openxmlformats.org/drawingml/2006/main">
            <a:pPr algn="l">
              <a:buNone/>
              <a:defRPr sz="3300" b="1">
                <a:solidFill>
                  <a:srgbClr val="172B3A"/>
                </a:solidFill>
                <a:latin typeface="IPAexGothic"/>
                <a:ea typeface="IPAexGothic"/>
                <a:cs typeface="IPAexGothic"/>
              </a:defRPr>
            </a:pPr>
            <a:r>
              <a:rPr sz="3300" b="1">
                <a:solidFill>
                  <a:srgbClr val="172B3A"/>
                </a:solidFill>
                <a:latin typeface="IPAexGothic"/>
                <a:ea typeface="IPAexGothic"/>
                <a:cs typeface="IPAexGothic"/>
              </a:rPr>
              <a:t>請求項4 最低保持数と保持構成の算定</a:t>
            </a:r>
          </a:p>
        </p:txBody>
      </p:sp>
      <p:sp>
        <p:nvSpPr>
          <p:cNvPr id="2" name="summary">
            <a:extLst xmlns:a="http://schemas.openxmlformats.org/drawingml/2006/main">
              <a:ext uri="{FF2B5EF4-FFF2-40B4-BE49-F238E27FC236}">
                <a16:creationId xmlns:a16="http://schemas.microsoft.com/office/drawing/2014/main" id="{FFF399A6-67B5-48C5-A863-698966C84BA3}"/>
              </a:ext>
            </a:extLst>
          </p:cNvPr>
          <p:cNvSpPr>
            <a:spLocks xmlns:a="http://schemas.openxmlformats.org/drawingml/2006/main" noGrp="1"/>
          </p:cNvSpPr>
          <p:nvPr/>
        </p:nvSpPr>
        <p:spPr>
          <a:xfrm xmlns:a="http://schemas.openxmlformats.org/drawingml/2006/main">
            <a:off x="609600" y="1028700"/>
            <a:ext cx="10896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86872"/>
                </a:solidFill>
                <a:latin typeface="IPAexGothic"/>
                <a:ea typeface="IPAexGothic"/>
                <a:cs typeface="IPAexGothic"/>
              </a:defRPr>
            </a:defPPr>
            <a:lvl1pPr algn="l">
              <a:buNone/>
              <a:defRPr sz="1800" b="0">
                <a:solidFill>
                  <a:srgbClr val="586872"/>
                </a:solidFill>
                <a:latin typeface="IPAexGothic"/>
                <a:ea typeface="IPAexGothic"/>
                <a:cs typeface="IPAexGothic"/>
              </a:defRPr>
            </a:lvl1pPr>
            <a:lvl2pPr algn="l">
              <a:buNone/>
              <a:defRPr sz="1800" b="0">
                <a:solidFill>
                  <a:srgbClr val="586872"/>
                </a:solidFill>
                <a:latin typeface="IPAexGothic"/>
                <a:ea typeface="IPAexGothic"/>
                <a:cs typeface="IPAexGothic"/>
              </a:defRPr>
            </a:lvl2pPr>
            <a:lvl3pPr algn="l">
              <a:buNone/>
              <a:defRPr sz="1800" b="0">
                <a:solidFill>
                  <a:srgbClr val="586872"/>
                </a:solidFill>
                <a:latin typeface="IPAexGothic"/>
                <a:ea typeface="IPAexGothic"/>
                <a:cs typeface="IPAexGothic"/>
              </a:defRPr>
            </a:lvl3pPr>
            <a:lvl4pPr algn="l">
              <a:buNone/>
              <a:defRPr sz="1800" b="0">
                <a:solidFill>
                  <a:srgbClr val="586872"/>
                </a:solidFill>
                <a:latin typeface="IPAexGothic"/>
                <a:ea typeface="IPAexGothic"/>
                <a:cs typeface="IPAexGothic"/>
              </a:defRPr>
            </a:lvl4pPr>
            <a:lvl5pPr algn="l">
              <a:buNone/>
              <a:defRPr sz="1800" b="0">
                <a:solidFill>
                  <a:srgbClr val="586872"/>
                </a:solidFill>
                <a:latin typeface="IPAexGothic"/>
                <a:ea typeface="IPAexGothic"/>
                <a:cs typeface="IPAexGothic"/>
              </a:defRPr>
            </a:lvl5pPr>
            <a:lvl6pPr algn="l">
              <a:buNone/>
              <a:defRPr sz="1800" b="0">
                <a:solidFill>
                  <a:srgbClr val="586872"/>
                </a:solidFill>
                <a:latin typeface="IPAexGothic"/>
                <a:ea typeface="IPAexGothic"/>
                <a:cs typeface="IPAexGothic"/>
              </a:defRPr>
            </a:lvl6pPr>
            <a:lvl7pPr algn="l">
              <a:buNone/>
              <a:defRPr sz="1800" b="0">
                <a:solidFill>
                  <a:srgbClr val="586872"/>
                </a:solidFill>
                <a:latin typeface="IPAexGothic"/>
                <a:ea typeface="IPAexGothic"/>
                <a:cs typeface="IPAexGothic"/>
              </a:defRPr>
            </a:lvl7pPr>
            <a:lvl8pPr algn="l">
              <a:buNone/>
              <a:defRPr sz="1800" b="0">
                <a:solidFill>
                  <a:srgbClr val="586872"/>
                </a:solidFill>
                <a:latin typeface="IPAexGothic"/>
                <a:ea typeface="IPAexGothic"/>
                <a:cs typeface="IPAexGothic"/>
              </a:defRPr>
            </a:lvl8pPr>
            <a:lvl9pPr algn="l">
              <a:buNone/>
              <a:defRPr sz="1800" b="0">
                <a:solidFill>
                  <a:srgbClr val="586872"/>
                </a:solidFill>
                <a:latin typeface="IPAexGothic"/>
                <a:ea typeface="IPAexGothic"/>
                <a:cs typeface="IPAexGothic"/>
              </a:defRPr>
            </a:lvl9pPr>
          </a:lstStyle>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請求項4は、残す実例の必要数を区分ごとに定め、削除前に保持集合を選ぶ処理を定めます。</a:t>
            </a:r>
          </a:p>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総数を満たしていても希少条件などが欠ける削除を禁止し、保護すべき例を維持します。</a:t>
            </a:r>
          </a:p>
        </p:txBody>
      </p:sp>
      <p:sp>
        <p:nvSpPr>
          <p:cNvPr id="3" name="text-2">
            <a:extLst xmlns:a="http://schemas.openxmlformats.org/drawingml/2006/main">
              <a:ext uri="{FF2B5EF4-FFF2-40B4-BE49-F238E27FC236}">
                <a16:creationId xmlns:a16="http://schemas.microsoft.com/office/drawing/2014/main" id="{5140EA2A-EC62-4CCF-B0E1-C562DA538D58}"/>
              </a:ext>
            </a:extLst>
          </p:cNvPr>
          <p:cNvSpPr>
            <a:spLocks xmlns:a="http://schemas.openxmlformats.org/drawingml/2006/main" noGrp="1"/>
          </p:cNvSpPr>
          <p:nvPr/>
        </p:nvSpPr>
        <p:spPr>
          <a:xfrm xmlns:a="http://schemas.openxmlformats.org/drawingml/2006/main">
            <a:off x="11239500" y="644842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872"/>
                </a:solidFill>
                <a:latin typeface="IPAexGothic"/>
                <a:ea typeface="IPAexGothic"/>
                <a:cs typeface="IPAexGothic"/>
              </a:defRPr>
            </a:defPPr>
            <a:lvl1pPr algn="r">
              <a:buNone/>
              <a:defRPr sz="1275" b="0">
                <a:solidFill>
                  <a:srgbClr val="586872"/>
                </a:solidFill>
                <a:latin typeface="IPAexGothic"/>
                <a:ea typeface="IPAexGothic"/>
                <a:cs typeface="IPAexGothic"/>
              </a:defRPr>
            </a:lvl1pPr>
            <a:lvl2pPr algn="r">
              <a:buNone/>
              <a:defRPr sz="1275" b="0">
                <a:solidFill>
                  <a:srgbClr val="586872"/>
                </a:solidFill>
                <a:latin typeface="IPAexGothic"/>
                <a:ea typeface="IPAexGothic"/>
                <a:cs typeface="IPAexGothic"/>
              </a:defRPr>
            </a:lvl2pPr>
            <a:lvl3pPr algn="r">
              <a:buNone/>
              <a:defRPr sz="1275" b="0">
                <a:solidFill>
                  <a:srgbClr val="586872"/>
                </a:solidFill>
                <a:latin typeface="IPAexGothic"/>
                <a:ea typeface="IPAexGothic"/>
                <a:cs typeface="IPAexGothic"/>
              </a:defRPr>
            </a:lvl3pPr>
            <a:lvl4pPr algn="r">
              <a:buNone/>
              <a:defRPr sz="1275" b="0">
                <a:solidFill>
                  <a:srgbClr val="586872"/>
                </a:solidFill>
                <a:latin typeface="IPAexGothic"/>
                <a:ea typeface="IPAexGothic"/>
                <a:cs typeface="IPAexGothic"/>
              </a:defRPr>
            </a:lvl4pPr>
            <a:lvl5pPr algn="r">
              <a:buNone/>
              <a:defRPr sz="1275" b="0">
                <a:solidFill>
                  <a:srgbClr val="586872"/>
                </a:solidFill>
                <a:latin typeface="IPAexGothic"/>
                <a:ea typeface="IPAexGothic"/>
                <a:cs typeface="IPAexGothic"/>
              </a:defRPr>
            </a:lvl5pPr>
            <a:lvl6pPr algn="r">
              <a:buNone/>
              <a:defRPr sz="1275" b="0">
                <a:solidFill>
                  <a:srgbClr val="586872"/>
                </a:solidFill>
                <a:latin typeface="IPAexGothic"/>
                <a:ea typeface="IPAexGothic"/>
                <a:cs typeface="IPAexGothic"/>
              </a:defRPr>
            </a:lvl6pPr>
            <a:lvl7pPr algn="r">
              <a:buNone/>
              <a:defRPr sz="1275" b="0">
                <a:solidFill>
                  <a:srgbClr val="586872"/>
                </a:solidFill>
                <a:latin typeface="IPAexGothic"/>
                <a:ea typeface="IPAexGothic"/>
                <a:cs typeface="IPAexGothic"/>
              </a:defRPr>
            </a:lvl7pPr>
            <a:lvl8pPr algn="r">
              <a:buNone/>
              <a:defRPr sz="1275" b="0">
                <a:solidFill>
                  <a:srgbClr val="586872"/>
                </a:solidFill>
                <a:latin typeface="IPAexGothic"/>
                <a:ea typeface="IPAexGothic"/>
                <a:cs typeface="IPAexGothic"/>
              </a:defRPr>
            </a:lvl8pPr>
            <a:lvl9pPr algn="r">
              <a:buNone/>
              <a:defRPr sz="1275" b="0">
                <a:solidFill>
                  <a:srgbClr val="586872"/>
                </a:solidFill>
                <a:latin typeface="IPAexGothic"/>
                <a:ea typeface="IPAexGothic"/>
                <a:cs typeface="IPAexGothic"/>
              </a:defRPr>
            </a:lvl9pPr>
          </a:lstStyle>
          <a:p xmlns:a="http://schemas.openxmlformats.org/drawingml/2006/main">
            <a:pPr algn="r">
              <a:buNone/>
              <a:defRPr sz="1275" b="0">
                <a:solidFill>
                  <a:srgbClr val="586872"/>
                </a:solidFill>
                <a:latin typeface="IPAexGothic"/>
                <a:ea typeface="IPAexGothic"/>
                <a:cs typeface="IPAexGothic"/>
              </a:defRPr>
            </a:pPr>
            <a:r>
              <a:rPr sz="1275" b="0">
                <a:solidFill>
                  <a:srgbClr val="586872"/>
                </a:solidFill>
                <a:latin typeface="IPAexGothic"/>
                <a:ea typeface="IPAexGothic"/>
                <a:cs typeface="IPAexGothic"/>
              </a:rPr>
              <a:t>53</a:t>
            </a:r>
          </a:p>
        </p:txBody>
      </p:sp>
      <p:sp>
        <p:nvSpPr>
          <p:cNvPr id="4" name="text-3">
            <a:extLst xmlns:a="http://schemas.openxmlformats.org/drawingml/2006/main">
              <a:ext uri="{FF2B5EF4-FFF2-40B4-BE49-F238E27FC236}">
                <a16:creationId xmlns:a16="http://schemas.microsoft.com/office/drawing/2014/main" id="{CA824F3E-2A6F-4C65-B15C-0CE0AB339696}"/>
              </a:ext>
            </a:extLst>
          </p:cNvPr>
          <p:cNvSpPr>
            <a:spLocks xmlns:a="http://schemas.openxmlformats.org/drawingml/2006/main" noGrp="1"/>
          </p:cNvSpPr>
          <p:nvPr/>
        </p:nvSpPr>
        <p:spPr>
          <a:xfrm xmlns:a="http://schemas.openxmlformats.org/drawingml/2006/main">
            <a:off x="638175" y="174307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236487"/>
                </a:solidFill>
                <a:latin typeface="IPAexGothic"/>
                <a:ea typeface="IPAexGothic"/>
                <a:cs typeface="IPAexGothic"/>
              </a:defRPr>
            </a:defPPr>
            <a:lvl1pPr algn="l">
              <a:buNone/>
              <a:defRPr sz="1875" b="1">
                <a:solidFill>
                  <a:srgbClr val="236487"/>
                </a:solidFill>
                <a:latin typeface="IPAexGothic"/>
                <a:ea typeface="IPAexGothic"/>
                <a:cs typeface="IPAexGothic"/>
              </a:defRPr>
            </a:lvl1pPr>
            <a:lvl2pPr algn="l">
              <a:buNone/>
              <a:defRPr sz="1875" b="1">
                <a:solidFill>
                  <a:srgbClr val="236487"/>
                </a:solidFill>
                <a:latin typeface="IPAexGothic"/>
                <a:ea typeface="IPAexGothic"/>
                <a:cs typeface="IPAexGothic"/>
              </a:defRPr>
            </a:lvl2pPr>
            <a:lvl3pPr algn="l">
              <a:buNone/>
              <a:defRPr sz="1875" b="1">
                <a:solidFill>
                  <a:srgbClr val="236487"/>
                </a:solidFill>
                <a:latin typeface="IPAexGothic"/>
                <a:ea typeface="IPAexGothic"/>
                <a:cs typeface="IPAexGothic"/>
              </a:defRPr>
            </a:lvl3pPr>
            <a:lvl4pPr algn="l">
              <a:buNone/>
              <a:defRPr sz="1875" b="1">
                <a:solidFill>
                  <a:srgbClr val="236487"/>
                </a:solidFill>
                <a:latin typeface="IPAexGothic"/>
                <a:ea typeface="IPAexGothic"/>
                <a:cs typeface="IPAexGothic"/>
              </a:defRPr>
            </a:lvl4pPr>
            <a:lvl5pPr algn="l">
              <a:buNone/>
              <a:defRPr sz="1875" b="1">
                <a:solidFill>
                  <a:srgbClr val="236487"/>
                </a:solidFill>
                <a:latin typeface="IPAexGothic"/>
                <a:ea typeface="IPAexGothic"/>
                <a:cs typeface="IPAexGothic"/>
              </a:defRPr>
            </a:lvl5pPr>
            <a:lvl6pPr algn="l">
              <a:buNone/>
              <a:defRPr sz="1875" b="1">
                <a:solidFill>
                  <a:srgbClr val="236487"/>
                </a:solidFill>
                <a:latin typeface="IPAexGothic"/>
                <a:ea typeface="IPAexGothic"/>
                <a:cs typeface="IPAexGothic"/>
              </a:defRPr>
            </a:lvl6pPr>
            <a:lvl7pPr algn="l">
              <a:buNone/>
              <a:defRPr sz="1875" b="1">
                <a:solidFill>
                  <a:srgbClr val="236487"/>
                </a:solidFill>
                <a:latin typeface="IPAexGothic"/>
                <a:ea typeface="IPAexGothic"/>
                <a:cs typeface="IPAexGothic"/>
              </a:defRPr>
            </a:lvl7pPr>
            <a:lvl8pPr algn="l">
              <a:buNone/>
              <a:defRPr sz="1875" b="1">
                <a:solidFill>
                  <a:srgbClr val="236487"/>
                </a:solidFill>
                <a:latin typeface="IPAexGothic"/>
                <a:ea typeface="IPAexGothic"/>
                <a:cs typeface="IPAexGothic"/>
              </a:defRPr>
            </a:lvl8pPr>
            <a:lvl9pPr algn="l">
              <a:buNone/>
              <a:defRPr sz="1875" b="1">
                <a:solidFill>
                  <a:srgbClr val="236487"/>
                </a:solidFill>
                <a:latin typeface="IPAexGothic"/>
                <a:ea typeface="IPAexGothic"/>
                <a:cs typeface="IPAexGothic"/>
              </a:defRPr>
            </a:lvl9pPr>
          </a:lstStyle>
          <a:p xmlns:a="http://schemas.openxmlformats.org/drawingml/2006/main">
            <a:pPr algn="l">
              <a:buNone/>
              <a:defRPr sz="2025" b="1">
                <a:solidFill>
                  <a:srgbClr val="236487"/>
                </a:solidFill>
                <a:latin typeface="IPAexGothic"/>
                <a:ea typeface="IPAexGothic"/>
                <a:cs typeface="IPAexGothic"/>
              </a:defRPr>
            </a:pPr>
            <a:r>
              <a:rPr sz="2025" b="1">
                <a:solidFill>
                  <a:srgbClr val="236487"/>
                </a:solidFill>
                <a:latin typeface="IPAexGothic"/>
                <a:ea typeface="IPAexGothic"/>
                <a:cs typeface="IPAexGothic"/>
              </a:rPr>
              <a:t>1</a:t>
            </a:r>
          </a:p>
        </p:txBody>
      </p:sp>
      <p:sp>
        <p:nvSpPr>
          <p:cNvPr id="5" name="text-4">
            <a:extLst xmlns:a="http://schemas.openxmlformats.org/drawingml/2006/main">
              <a:ext uri="{FF2B5EF4-FFF2-40B4-BE49-F238E27FC236}">
                <a16:creationId xmlns:a16="http://schemas.microsoft.com/office/drawing/2014/main" id="{1E0DA25C-FDB8-4CA2-A618-1B1C6490C5C6}"/>
              </a:ext>
            </a:extLst>
          </p:cNvPr>
          <p:cNvSpPr>
            <a:spLocks xmlns:a="http://schemas.openxmlformats.org/drawingml/2006/main" noGrp="1"/>
          </p:cNvSpPr>
          <p:nvPr/>
        </p:nvSpPr>
        <p:spPr>
          <a:xfrm xmlns:a="http://schemas.openxmlformats.org/drawingml/2006/main">
            <a:off x="1171575" y="1743075"/>
            <a:ext cx="10287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72B3A"/>
                </a:solidFill>
                <a:latin typeface="IPAexGothic"/>
                <a:ea typeface="IPAexGothic"/>
                <a:cs typeface="IPAexGothic"/>
              </a:defRPr>
            </a:defPPr>
            <a:lvl1pPr algn="l">
              <a:buNone/>
              <a:defRPr sz="1875" b="0">
                <a:solidFill>
                  <a:srgbClr val="172B3A"/>
                </a:solidFill>
                <a:latin typeface="IPAexGothic"/>
                <a:ea typeface="IPAexGothic"/>
                <a:cs typeface="IPAexGothic"/>
              </a:defRPr>
            </a:lvl1pPr>
            <a:lvl2pPr algn="l">
              <a:buNone/>
              <a:defRPr sz="1875" b="0">
                <a:solidFill>
                  <a:srgbClr val="172B3A"/>
                </a:solidFill>
                <a:latin typeface="IPAexGothic"/>
                <a:ea typeface="IPAexGothic"/>
                <a:cs typeface="IPAexGothic"/>
              </a:defRPr>
            </a:lvl2pPr>
            <a:lvl3pPr algn="l">
              <a:buNone/>
              <a:defRPr sz="1875" b="0">
                <a:solidFill>
                  <a:srgbClr val="172B3A"/>
                </a:solidFill>
                <a:latin typeface="IPAexGothic"/>
                <a:ea typeface="IPAexGothic"/>
                <a:cs typeface="IPAexGothic"/>
              </a:defRPr>
            </a:lvl3pPr>
            <a:lvl4pPr algn="l">
              <a:buNone/>
              <a:defRPr sz="1875" b="0">
                <a:solidFill>
                  <a:srgbClr val="172B3A"/>
                </a:solidFill>
                <a:latin typeface="IPAexGothic"/>
                <a:ea typeface="IPAexGothic"/>
                <a:cs typeface="IPAexGothic"/>
              </a:defRPr>
            </a:lvl4pPr>
            <a:lvl5pPr algn="l">
              <a:buNone/>
              <a:defRPr sz="1875" b="0">
                <a:solidFill>
                  <a:srgbClr val="172B3A"/>
                </a:solidFill>
                <a:latin typeface="IPAexGothic"/>
                <a:ea typeface="IPAexGothic"/>
                <a:cs typeface="IPAexGothic"/>
              </a:defRPr>
            </a:lvl5pPr>
            <a:lvl6pPr algn="l">
              <a:buNone/>
              <a:defRPr sz="1875" b="0">
                <a:solidFill>
                  <a:srgbClr val="172B3A"/>
                </a:solidFill>
                <a:latin typeface="IPAexGothic"/>
                <a:ea typeface="IPAexGothic"/>
                <a:cs typeface="IPAexGothic"/>
              </a:defRPr>
            </a:lvl6pPr>
            <a:lvl7pPr algn="l">
              <a:buNone/>
              <a:defRPr sz="1875" b="0">
                <a:solidFill>
                  <a:srgbClr val="172B3A"/>
                </a:solidFill>
                <a:latin typeface="IPAexGothic"/>
                <a:ea typeface="IPAexGothic"/>
                <a:cs typeface="IPAexGothic"/>
              </a:defRPr>
            </a:lvl7pPr>
            <a:lvl8pPr algn="l">
              <a:buNone/>
              <a:defRPr sz="1875" b="0">
                <a:solidFill>
                  <a:srgbClr val="172B3A"/>
                </a:solidFill>
                <a:latin typeface="IPAexGothic"/>
                <a:ea typeface="IPAexGothic"/>
                <a:cs typeface="IPAexGothic"/>
              </a:defRPr>
            </a:lvl8pPr>
            <a:lvl9pPr algn="l">
              <a:buNone/>
              <a:defRPr sz="1875" b="0">
                <a:solidFill>
                  <a:srgbClr val="172B3A"/>
                </a:solidFill>
                <a:latin typeface="IPAexGothic"/>
                <a:ea typeface="IPAexGothic"/>
                <a:cs typeface="IPAexGothic"/>
              </a:defRPr>
            </a:lvl9pPr>
          </a:lstStyle>
          <a:p xmlns:a="http://schemas.openxmlformats.org/drawingml/2006/main">
            <a:pPr algn="l">
              <a:buNone/>
              <a:defRPr sz="1875" b="0">
                <a:solidFill>
                  <a:srgbClr val="172B3A"/>
                </a:solidFill>
                <a:latin typeface="IPAexGothic"/>
                <a:ea typeface="IPAexGothic"/>
                <a:cs typeface="IPAexGothic"/>
              </a:defRPr>
            </a:pPr>
            <a:r>
              <a:rPr sz="1875" b="0">
                <a:solidFill>
                  <a:srgbClr val="172B3A"/>
                </a:solidFill>
                <a:latin typeface="IPAexGothic"/>
                <a:ea typeface="IPAexGothic"/>
                <a:cs typeface="IPAexGothic"/>
              </a:rPr>
              <a:t>代表例、典型内の変動、最近例、希少条件などの区分ごとに、ばらつき・不確かさ・網羅状況から必要数を定める。</a:t>
            </a:r>
          </a:p>
        </p:txBody>
      </p:sp>
      <p:sp>
        <p:nvSpPr>
          <p:cNvPr id="6" name="text-5">
            <a:extLst xmlns:a="http://schemas.openxmlformats.org/drawingml/2006/main">
              <a:ext uri="{FF2B5EF4-FFF2-40B4-BE49-F238E27FC236}">
                <a16:creationId xmlns:a16="http://schemas.microsoft.com/office/drawing/2014/main" id="{103C6AC7-206B-404F-BD21-1AC8C679C252}"/>
              </a:ext>
            </a:extLst>
          </p:cNvPr>
          <p:cNvSpPr>
            <a:spLocks xmlns:a="http://schemas.openxmlformats.org/drawingml/2006/main" noGrp="1"/>
          </p:cNvSpPr>
          <p:nvPr/>
        </p:nvSpPr>
        <p:spPr>
          <a:xfrm xmlns:a="http://schemas.openxmlformats.org/drawingml/2006/main">
            <a:off x="638175" y="267652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236487"/>
                </a:solidFill>
                <a:latin typeface="IPAexGothic"/>
                <a:ea typeface="IPAexGothic"/>
                <a:cs typeface="IPAexGothic"/>
              </a:defRPr>
            </a:defPPr>
            <a:lvl1pPr algn="l">
              <a:buNone/>
              <a:defRPr sz="1875" b="1">
                <a:solidFill>
                  <a:srgbClr val="236487"/>
                </a:solidFill>
                <a:latin typeface="IPAexGothic"/>
                <a:ea typeface="IPAexGothic"/>
                <a:cs typeface="IPAexGothic"/>
              </a:defRPr>
            </a:lvl1pPr>
            <a:lvl2pPr algn="l">
              <a:buNone/>
              <a:defRPr sz="1875" b="1">
                <a:solidFill>
                  <a:srgbClr val="236487"/>
                </a:solidFill>
                <a:latin typeface="IPAexGothic"/>
                <a:ea typeface="IPAexGothic"/>
                <a:cs typeface="IPAexGothic"/>
              </a:defRPr>
            </a:lvl2pPr>
            <a:lvl3pPr algn="l">
              <a:buNone/>
              <a:defRPr sz="1875" b="1">
                <a:solidFill>
                  <a:srgbClr val="236487"/>
                </a:solidFill>
                <a:latin typeface="IPAexGothic"/>
                <a:ea typeface="IPAexGothic"/>
                <a:cs typeface="IPAexGothic"/>
              </a:defRPr>
            </a:lvl3pPr>
            <a:lvl4pPr algn="l">
              <a:buNone/>
              <a:defRPr sz="1875" b="1">
                <a:solidFill>
                  <a:srgbClr val="236487"/>
                </a:solidFill>
                <a:latin typeface="IPAexGothic"/>
                <a:ea typeface="IPAexGothic"/>
                <a:cs typeface="IPAexGothic"/>
              </a:defRPr>
            </a:lvl4pPr>
            <a:lvl5pPr algn="l">
              <a:buNone/>
              <a:defRPr sz="1875" b="1">
                <a:solidFill>
                  <a:srgbClr val="236487"/>
                </a:solidFill>
                <a:latin typeface="IPAexGothic"/>
                <a:ea typeface="IPAexGothic"/>
                <a:cs typeface="IPAexGothic"/>
              </a:defRPr>
            </a:lvl5pPr>
            <a:lvl6pPr algn="l">
              <a:buNone/>
              <a:defRPr sz="1875" b="1">
                <a:solidFill>
                  <a:srgbClr val="236487"/>
                </a:solidFill>
                <a:latin typeface="IPAexGothic"/>
                <a:ea typeface="IPAexGothic"/>
                <a:cs typeface="IPAexGothic"/>
              </a:defRPr>
            </a:lvl6pPr>
            <a:lvl7pPr algn="l">
              <a:buNone/>
              <a:defRPr sz="1875" b="1">
                <a:solidFill>
                  <a:srgbClr val="236487"/>
                </a:solidFill>
                <a:latin typeface="IPAexGothic"/>
                <a:ea typeface="IPAexGothic"/>
                <a:cs typeface="IPAexGothic"/>
              </a:defRPr>
            </a:lvl7pPr>
            <a:lvl8pPr algn="l">
              <a:buNone/>
              <a:defRPr sz="1875" b="1">
                <a:solidFill>
                  <a:srgbClr val="236487"/>
                </a:solidFill>
                <a:latin typeface="IPAexGothic"/>
                <a:ea typeface="IPAexGothic"/>
                <a:cs typeface="IPAexGothic"/>
              </a:defRPr>
            </a:lvl8pPr>
            <a:lvl9pPr algn="l">
              <a:buNone/>
              <a:defRPr sz="1875" b="1">
                <a:solidFill>
                  <a:srgbClr val="236487"/>
                </a:solidFill>
                <a:latin typeface="IPAexGothic"/>
                <a:ea typeface="IPAexGothic"/>
                <a:cs typeface="IPAexGothic"/>
              </a:defRPr>
            </a:lvl9pPr>
          </a:lstStyle>
          <a:p xmlns:a="http://schemas.openxmlformats.org/drawingml/2006/main">
            <a:pPr algn="l">
              <a:buNone/>
              <a:defRPr sz="2025" b="1">
                <a:solidFill>
                  <a:srgbClr val="236487"/>
                </a:solidFill>
                <a:latin typeface="IPAexGothic"/>
                <a:ea typeface="IPAexGothic"/>
                <a:cs typeface="IPAexGothic"/>
              </a:defRPr>
            </a:pPr>
            <a:r>
              <a:rPr sz="2025" b="1">
                <a:solidFill>
                  <a:srgbClr val="236487"/>
                </a:solidFill>
                <a:latin typeface="IPAexGothic"/>
                <a:ea typeface="IPAexGothic"/>
                <a:cs typeface="IPAexGothic"/>
              </a:rPr>
              <a:t>2</a:t>
            </a:r>
          </a:p>
        </p:txBody>
      </p:sp>
      <p:sp>
        <p:nvSpPr>
          <p:cNvPr id="7" name="text-6">
            <a:extLst xmlns:a="http://schemas.openxmlformats.org/drawingml/2006/main">
              <a:ext uri="{FF2B5EF4-FFF2-40B4-BE49-F238E27FC236}">
                <a16:creationId xmlns:a16="http://schemas.microsoft.com/office/drawing/2014/main" id="{B56CFBDC-B117-43FA-961F-610401EC3666}"/>
              </a:ext>
            </a:extLst>
          </p:cNvPr>
          <p:cNvSpPr>
            <a:spLocks xmlns:a="http://schemas.openxmlformats.org/drawingml/2006/main" noGrp="1"/>
          </p:cNvSpPr>
          <p:nvPr/>
        </p:nvSpPr>
        <p:spPr>
          <a:xfrm xmlns:a="http://schemas.openxmlformats.org/drawingml/2006/main">
            <a:off x="1171575" y="2676525"/>
            <a:ext cx="10287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72B3A"/>
                </a:solidFill>
                <a:latin typeface="IPAexGothic"/>
                <a:ea typeface="IPAexGothic"/>
                <a:cs typeface="IPAexGothic"/>
              </a:defRPr>
            </a:defPPr>
            <a:lvl1pPr algn="l">
              <a:buNone/>
              <a:defRPr sz="1875" b="0">
                <a:solidFill>
                  <a:srgbClr val="172B3A"/>
                </a:solidFill>
                <a:latin typeface="IPAexGothic"/>
                <a:ea typeface="IPAexGothic"/>
                <a:cs typeface="IPAexGothic"/>
              </a:defRPr>
            </a:lvl1pPr>
            <a:lvl2pPr algn="l">
              <a:buNone/>
              <a:defRPr sz="1875" b="0">
                <a:solidFill>
                  <a:srgbClr val="172B3A"/>
                </a:solidFill>
                <a:latin typeface="IPAexGothic"/>
                <a:ea typeface="IPAexGothic"/>
                <a:cs typeface="IPAexGothic"/>
              </a:defRPr>
            </a:lvl2pPr>
            <a:lvl3pPr algn="l">
              <a:buNone/>
              <a:defRPr sz="1875" b="0">
                <a:solidFill>
                  <a:srgbClr val="172B3A"/>
                </a:solidFill>
                <a:latin typeface="IPAexGothic"/>
                <a:ea typeface="IPAexGothic"/>
                <a:cs typeface="IPAexGothic"/>
              </a:defRPr>
            </a:lvl3pPr>
            <a:lvl4pPr algn="l">
              <a:buNone/>
              <a:defRPr sz="1875" b="0">
                <a:solidFill>
                  <a:srgbClr val="172B3A"/>
                </a:solidFill>
                <a:latin typeface="IPAexGothic"/>
                <a:ea typeface="IPAexGothic"/>
                <a:cs typeface="IPAexGothic"/>
              </a:defRPr>
            </a:lvl4pPr>
            <a:lvl5pPr algn="l">
              <a:buNone/>
              <a:defRPr sz="1875" b="0">
                <a:solidFill>
                  <a:srgbClr val="172B3A"/>
                </a:solidFill>
                <a:latin typeface="IPAexGothic"/>
                <a:ea typeface="IPAexGothic"/>
                <a:cs typeface="IPAexGothic"/>
              </a:defRPr>
            </a:lvl5pPr>
            <a:lvl6pPr algn="l">
              <a:buNone/>
              <a:defRPr sz="1875" b="0">
                <a:solidFill>
                  <a:srgbClr val="172B3A"/>
                </a:solidFill>
                <a:latin typeface="IPAexGothic"/>
                <a:ea typeface="IPAexGothic"/>
                <a:cs typeface="IPAexGothic"/>
              </a:defRPr>
            </a:lvl6pPr>
            <a:lvl7pPr algn="l">
              <a:buNone/>
              <a:defRPr sz="1875" b="0">
                <a:solidFill>
                  <a:srgbClr val="172B3A"/>
                </a:solidFill>
                <a:latin typeface="IPAexGothic"/>
                <a:ea typeface="IPAexGothic"/>
                <a:cs typeface="IPAexGothic"/>
              </a:defRPr>
            </a:lvl7pPr>
            <a:lvl8pPr algn="l">
              <a:buNone/>
              <a:defRPr sz="1875" b="0">
                <a:solidFill>
                  <a:srgbClr val="172B3A"/>
                </a:solidFill>
                <a:latin typeface="IPAexGothic"/>
                <a:ea typeface="IPAexGothic"/>
                <a:cs typeface="IPAexGothic"/>
              </a:defRPr>
            </a:lvl8pPr>
            <a:lvl9pPr algn="l">
              <a:buNone/>
              <a:defRPr sz="1875" b="0">
                <a:solidFill>
                  <a:srgbClr val="172B3A"/>
                </a:solidFill>
                <a:latin typeface="IPAexGothic"/>
                <a:ea typeface="IPAexGothic"/>
                <a:cs typeface="IPAexGothic"/>
              </a:defRPr>
            </a:lvl9pPr>
          </a:lstStyle>
          <a:p xmlns:a="http://schemas.openxmlformats.org/drawingml/2006/main">
            <a:pPr algn="l">
              <a:buNone/>
              <a:defRPr sz="1875" b="0">
                <a:solidFill>
                  <a:srgbClr val="172B3A"/>
                </a:solidFill>
                <a:latin typeface="IPAexGothic"/>
                <a:ea typeface="IPAexGothic"/>
                <a:cs typeface="IPAexGothic"/>
              </a:defRPr>
            </a:pPr>
            <a:r>
              <a:rPr sz="1875" b="0">
                <a:solidFill>
                  <a:srgbClr val="172B3A"/>
                </a:solidFill>
                <a:latin typeface="IPAexGothic"/>
                <a:ea typeface="IPAexGothic"/>
                <a:cs typeface="IPAexGothic"/>
              </a:rPr>
              <a:t>削除前に保持集合を選び、削除後の区分別残存数を確認する。総数が足りても必要区分が欠ける削除を禁止する。</a:t>
            </a:r>
          </a:p>
        </p:txBody>
      </p:sp>
      <p:sp>
        <p:nvSpPr>
          <p:cNvPr id="8" name="text-7">
            <a:extLst xmlns:a="http://schemas.openxmlformats.org/drawingml/2006/main">
              <a:ext uri="{FF2B5EF4-FFF2-40B4-BE49-F238E27FC236}">
                <a16:creationId xmlns:a16="http://schemas.microsoft.com/office/drawing/2014/main" id="{036C381D-C04D-41A9-A99F-AC292AC59DC2}"/>
              </a:ext>
            </a:extLst>
          </p:cNvPr>
          <p:cNvSpPr>
            <a:spLocks xmlns:a="http://schemas.openxmlformats.org/drawingml/2006/main" noGrp="1"/>
          </p:cNvSpPr>
          <p:nvPr/>
        </p:nvSpPr>
        <p:spPr>
          <a:xfrm xmlns:a="http://schemas.openxmlformats.org/drawingml/2006/main">
            <a:off x="638175" y="360997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236487"/>
                </a:solidFill>
                <a:latin typeface="IPAexGothic"/>
                <a:ea typeface="IPAexGothic"/>
                <a:cs typeface="IPAexGothic"/>
              </a:defRPr>
            </a:defPPr>
            <a:lvl1pPr algn="l">
              <a:buNone/>
              <a:defRPr sz="1875" b="1">
                <a:solidFill>
                  <a:srgbClr val="236487"/>
                </a:solidFill>
                <a:latin typeface="IPAexGothic"/>
                <a:ea typeface="IPAexGothic"/>
                <a:cs typeface="IPAexGothic"/>
              </a:defRPr>
            </a:lvl1pPr>
            <a:lvl2pPr algn="l">
              <a:buNone/>
              <a:defRPr sz="1875" b="1">
                <a:solidFill>
                  <a:srgbClr val="236487"/>
                </a:solidFill>
                <a:latin typeface="IPAexGothic"/>
                <a:ea typeface="IPAexGothic"/>
                <a:cs typeface="IPAexGothic"/>
              </a:defRPr>
            </a:lvl2pPr>
            <a:lvl3pPr algn="l">
              <a:buNone/>
              <a:defRPr sz="1875" b="1">
                <a:solidFill>
                  <a:srgbClr val="236487"/>
                </a:solidFill>
                <a:latin typeface="IPAexGothic"/>
                <a:ea typeface="IPAexGothic"/>
                <a:cs typeface="IPAexGothic"/>
              </a:defRPr>
            </a:lvl3pPr>
            <a:lvl4pPr algn="l">
              <a:buNone/>
              <a:defRPr sz="1875" b="1">
                <a:solidFill>
                  <a:srgbClr val="236487"/>
                </a:solidFill>
                <a:latin typeface="IPAexGothic"/>
                <a:ea typeface="IPAexGothic"/>
                <a:cs typeface="IPAexGothic"/>
              </a:defRPr>
            </a:lvl4pPr>
            <a:lvl5pPr algn="l">
              <a:buNone/>
              <a:defRPr sz="1875" b="1">
                <a:solidFill>
                  <a:srgbClr val="236487"/>
                </a:solidFill>
                <a:latin typeface="IPAexGothic"/>
                <a:ea typeface="IPAexGothic"/>
                <a:cs typeface="IPAexGothic"/>
              </a:defRPr>
            </a:lvl5pPr>
            <a:lvl6pPr algn="l">
              <a:buNone/>
              <a:defRPr sz="1875" b="1">
                <a:solidFill>
                  <a:srgbClr val="236487"/>
                </a:solidFill>
                <a:latin typeface="IPAexGothic"/>
                <a:ea typeface="IPAexGothic"/>
                <a:cs typeface="IPAexGothic"/>
              </a:defRPr>
            </a:lvl6pPr>
            <a:lvl7pPr algn="l">
              <a:buNone/>
              <a:defRPr sz="1875" b="1">
                <a:solidFill>
                  <a:srgbClr val="236487"/>
                </a:solidFill>
                <a:latin typeface="IPAexGothic"/>
                <a:ea typeface="IPAexGothic"/>
                <a:cs typeface="IPAexGothic"/>
              </a:defRPr>
            </a:lvl7pPr>
            <a:lvl8pPr algn="l">
              <a:buNone/>
              <a:defRPr sz="1875" b="1">
                <a:solidFill>
                  <a:srgbClr val="236487"/>
                </a:solidFill>
                <a:latin typeface="IPAexGothic"/>
                <a:ea typeface="IPAexGothic"/>
                <a:cs typeface="IPAexGothic"/>
              </a:defRPr>
            </a:lvl8pPr>
            <a:lvl9pPr algn="l">
              <a:buNone/>
              <a:defRPr sz="1875" b="1">
                <a:solidFill>
                  <a:srgbClr val="236487"/>
                </a:solidFill>
                <a:latin typeface="IPAexGothic"/>
                <a:ea typeface="IPAexGothic"/>
                <a:cs typeface="IPAexGothic"/>
              </a:defRPr>
            </a:lvl9pPr>
          </a:lstStyle>
          <a:p xmlns:a="http://schemas.openxmlformats.org/drawingml/2006/main">
            <a:pPr algn="l">
              <a:buNone/>
              <a:defRPr sz="2025" b="1">
                <a:solidFill>
                  <a:srgbClr val="236487"/>
                </a:solidFill>
                <a:latin typeface="IPAexGothic"/>
                <a:ea typeface="IPAexGothic"/>
                <a:cs typeface="IPAexGothic"/>
              </a:defRPr>
            </a:pPr>
            <a:r>
              <a:rPr sz="2025" b="1">
                <a:solidFill>
                  <a:srgbClr val="236487"/>
                </a:solidFill>
                <a:latin typeface="IPAexGothic"/>
                <a:ea typeface="IPAexGothic"/>
                <a:cs typeface="IPAexGothic"/>
              </a:rPr>
              <a:t>3</a:t>
            </a:r>
          </a:p>
        </p:txBody>
      </p:sp>
      <p:sp>
        <p:nvSpPr>
          <p:cNvPr id="9" name="text-8">
            <a:extLst xmlns:a="http://schemas.openxmlformats.org/drawingml/2006/main">
              <a:ext uri="{FF2B5EF4-FFF2-40B4-BE49-F238E27FC236}">
                <a16:creationId xmlns:a16="http://schemas.microsoft.com/office/drawing/2014/main" id="{22F87F32-FDAC-4A7E-BA26-CCBAA619C57D}"/>
              </a:ext>
            </a:extLst>
          </p:cNvPr>
          <p:cNvSpPr>
            <a:spLocks xmlns:a="http://schemas.openxmlformats.org/drawingml/2006/main" noGrp="1"/>
          </p:cNvSpPr>
          <p:nvPr/>
        </p:nvSpPr>
        <p:spPr>
          <a:xfrm xmlns:a="http://schemas.openxmlformats.org/drawingml/2006/main">
            <a:off x="1171575" y="3609975"/>
            <a:ext cx="10287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72B3A"/>
                </a:solidFill>
                <a:latin typeface="IPAexGothic"/>
                <a:ea typeface="IPAexGothic"/>
                <a:cs typeface="IPAexGothic"/>
              </a:defRPr>
            </a:defPPr>
            <a:lvl1pPr algn="l">
              <a:buNone/>
              <a:defRPr sz="1875" b="0">
                <a:solidFill>
                  <a:srgbClr val="172B3A"/>
                </a:solidFill>
                <a:latin typeface="IPAexGothic"/>
                <a:ea typeface="IPAexGothic"/>
                <a:cs typeface="IPAexGothic"/>
              </a:defRPr>
            </a:lvl1pPr>
            <a:lvl2pPr algn="l">
              <a:buNone/>
              <a:defRPr sz="1875" b="0">
                <a:solidFill>
                  <a:srgbClr val="172B3A"/>
                </a:solidFill>
                <a:latin typeface="IPAexGothic"/>
                <a:ea typeface="IPAexGothic"/>
                <a:cs typeface="IPAexGothic"/>
              </a:defRPr>
            </a:lvl2pPr>
            <a:lvl3pPr algn="l">
              <a:buNone/>
              <a:defRPr sz="1875" b="0">
                <a:solidFill>
                  <a:srgbClr val="172B3A"/>
                </a:solidFill>
                <a:latin typeface="IPAexGothic"/>
                <a:ea typeface="IPAexGothic"/>
                <a:cs typeface="IPAexGothic"/>
              </a:defRPr>
            </a:lvl3pPr>
            <a:lvl4pPr algn="l">
              <a:buNone/>
              <a:defRPr sz="1875" b="0">
                <a:solidFill>
                  <a:srgbClr val="172B3A"/>
                </a:solidFill>
                <a:latin typeface="IPAexGothic"/>
                <a:ea typeface="IPAexGothic"/>
                <a:cs typeface="IPAexGothic"/>
              </a:defRPr>
            </a:lvl4pPr>
            <a:lvl5pPr algn="l">
              <a:buNone/>
              <a:defRPr sz="1875" b="0">
                <a:solidFill>
                  <a:srgbClr val="172B3A"/>
                </a:solidFill>
                <a:latin typeface="IPAexGothic"/>
                <a:ea typeface="IPAexGothic"/>
                <a:cs typeface="IPAexGothic"/>
              </a:defRPr>
            </a:lvl5pPr>
            <a:lvl6pPr algn="l">
              <a:buNone/>
              <a:defRPr sz="1875" b="0">
                <a:solidFill>
                  <a:srgbClr val="172B3A"/>
                </a:solidFill>
                <a:latin typeface="IPAexGothic"/>
                <a:ea typeface="IPAexGothic"/>
                <a:cs typeface="IPAexGothic"/>
              </a:defRPr>
            </a:lvl6pPr>
            <a:lvl7pPr algn="l">
              <a:buNone/>
              <a:defRPr sz="1875" b="0">
                <a:solidFill>
                  <a:srgbClr val="172B3A"/>
                </a:solidFill>
                <a:latin typeface="IPAexGothic"/>
                <a:ea typeface="IPAexGothic"/>
                <a:cs typeface="IPAexGothic"/>
              </a:defRPr>
            </a:lvl7pPr>
            <a:lvl8pPr algn="l">
              <a:buNone/>
              <a:defRPr sz="1875" b="0">
                <a:solidFill>
                  <a:srgbClr val="172B3A"/>
                </a:solidFill>
                <a:latin typeface="IPAexGothic"/>
                <a:ea typeface="IPAexGothic"/>
                <a:cs typeface="IPAexGothic"/>
              </a:defRPr>
            </a:lvl8pPr>
            <a:lvl9pPr algn="l">
              <a:buNone/>
              <a:defRPr sz="1875" b="0">
                <a:solidFill>
                  <a:srgbClr val="172B3A"/>
                </a:solidFill>
                <a:latin typeface="IPAexGothic"/>
                <a:ea typeface="IPAexGothic"/>
                <a:cs typeface="IPAexGothic"/>
              </a:defRPr>
            </a:lvl9pPr>
          </a:lstStyle>
          <a:p xmlns:a="http://schemas.openxmlformats.org/drawingml/2006/main">
            <a:pPr algn="l">
              <a:buNone/>
              <a:defRPr sz="1875" b="0">
                <a:solidFill>
                  <a:srgbClr val="172B3A"/>
                </a:solidFill>
                <a:latin typeface="IPAexGothic"/>
                <a:ea typeface="IPAexGothic"/>
                <a:cs typeface="IPAexGothic"/>
              </a:defRPr>
            </a:pPr>
            <a:r>
              <a:rPr sz="1875" b="0">
                <a:solidFill>
                  <a:srgbClr val="172B3A"/>
                </a:solidFill>
                <a:latin typeface="IPAexGothic"/>
                <a:ea typeface="IPAexGothic"/>
                <a:cs typeface="IPAexGothic"/>
              </a:rPr>
              <a:t>区分重複による二重計数を避け、境界などの別途保護対象の保護を維持する。</a:t>
            </a:r>
          </a:p>
        </p:txBody>
      </p:sp>
      <p:sp>
        <p:nvSpPr>
          <p:cNvPr id="10" name="text-9">
            <a:extLst xmlns:a="http://schemas.openxmlformats.org/drawingml/2006/main">
              <a:ext uri="{FF2B5EF4-FFF2-40B4-BE49-F238E27FC236}">
                <a16:creationId xmlns:a16="http://schemas.microsoft.com/office/drawing/2014/main" id="{8DFB9EA8-8DFE-4C48-A705-3D4F20E6C249}"/>
              </a:ext>
            </a:extLst>
          </p:cNvPr>
          <p:cNvSpPr>
            <a:spLocks xmlns:a="http://schemas.openxmlformats.org/drawingml/2006/main" noGrp="1"/>
          </p:cNvSpPr>
          <p:nvPr/>
        </p:nvSpPr>
        <p:spPr>
          <a:xfrm xmlns:a="http://schemas.openxmlformats.org/drawingml/2006/main">
            <a:off x="638175" y="454342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236487"/>
                </a:solidFill>
                <a:latin typeface="IPAexGothic"/>
                <a:ea typeface="IPAexGothic"/>
                <a:cs typeface="IPAexGothic"/>
              </a:defRPr>
            </a:defPPr>
            <a:lvl1pPr algn="l">
              <a:buNone/>
              <a:defRPr sz="1875" b="1">
                <a:solidFill>
                  <a:srgbClr val="236487"/>
                </a:solidFill>
                <a:latin typeface="IPAexGothic"/>
                <a:ea typeface="IPAexGothic"/>
                <a:cs typeface="IPAexGothic"/>
              </a:defRPr>
            </a:lvl1pPr>
            <a:lvl2pPr algn="l">
              <a:buNone/>
              <a:defRPr sz="1875" b="1">
                <a:solidFill>
                  <a:srgbClr val="236487"/>
                </a:solidFill>
                <a:latin typeface="IPAexGothic"/>
                <a:ea typeface="IPAexGothic"/>
                <a:cs typeface="IPAexGothic"/>
              </a:defRPr>
            </a:lvl2pPr>
            <a:lvl3pPr algn="l">
              <a:buNone/>
              <a:defRPr sz="1875" b="1">
                <a:solidFill>
                  <a:srgbClr val="236487"/>
                </a:solidFill>
                <a:latin typeface="IPAexGothic"/>
                <a:ea typeface="IPAexGothic"/>
                <a:cs typeface="IPAexGothic"/>
              </a:defRPr>
            </a:lvl3pPr>
            <a:lvl4pPr algn="l">
              <a:buNone/>
              <a:defRPr sz="1875" b="1">
                <a:solidFill>
                  <a:srgbClr val="236487"/>
                </a:solidFill>
                <a:latin typeface="IPAexGothic"/>
                <a:ea typeface="IPAexGothic"/>
                <a:cs typeface="IPAexGothic"/>
              </a:defRPr>
            </a:lvl4pPr>
            <a:lvl5pPr algn="l">
              <a:buNone/>
              <a:defRPr sz="1875" b="1">
                <a:solidFill>
                  <a:srgbClr val="236487"/>
                </a:solidFill>
                <a:latin typeface="IPAexGothic"/>
                <a:ea typeface="IPAexGothic"/>
                <a:cs typeface="IPAexGothic"/>
              </a:defRPr>
            </a:lvl5pPr>
            <a:lvl6pPr algn="l">
              <a:buNone/>
              <a:defRPr sz="1875" b="1">
                <a:solidFill>
                  <a:srgbClr val="236487"/>
                </a:solidFill>
                <a:latin typeface="IPAexGothic"/>
                <a:ea typeface="IPAexGothic"/>
                <a:cs typeface="IPAexGothic"/>
              </a:defRPr>
            </a:lvl6pPr>
            <a:lvl7pPr algn="l">
              <a:buNone/>
              <a:defRPr sz="1875" b="1">
                <a:solidFill>
                  <a:srgbClr val="236487"/>
                </a:solidFill>
                <a:latin typeface="IPAexGothic"/>
                <a:ea typeface="IPAexGothic"/>
                <a:cs typeface="IPAexGothic"/>
              </a:defRPr>
            </a:lvl7pPr>
            <a:lvl8pPr algn="l">
              <a:buNone/>
              <a:defRPr sz="1875" b="1">
                <a:solidFill>
                  <a:srgbClr val="236487"/>
                </a:solidFill>
                <a:latin typeface="IPAexGothic"/>
                <a:ea typeface="IPAexGothic"/>
                <a:cs typeface="IPAexGothic"/>
              </a:defRPr>
            </a:lvl8pPr>
            <a:lvl9pPr algn="l">
              <a:buNone/>
              <a:defRPr sz="1875" b="1">
                <a:solidFill>
                  <a:srgbClr val="236487"/>
                </a:solidFill>
                <a:latin typeface="IPAexGothic"/>
                <a:ea typeface="IPAexGothic"/>
                <a:cs typeface="IPAexGothic"/>
              </a:defRPr>
            </a:lvl9pPr>
          </a:lstStyle>
          <a:p xmlns:a="http://schemas.openxmlformats.org/drawingml/2006/main">
            <a:pPr algn="l">
              <a:buNone/>
              <a:defRPr sz="2025" b="1">
                <a:solidFill>
                  <a:srgbClr val="236487"/>
                </a:solidFill>
                <a:latin typeface="IPAexGothic"/>
                <a:ea typeface="IPAexGothic"/>
                <a:cs typeface="IPAexGothic"/>
              </a:defRPr>
            </a:pPr>
            <a:r>
              <a:rPr sz="2025" b="1">
                <a:solidFill>
                  <a:srgbClr val="236487"/>
                </a:solidFill>
                <a:latin typeface="IPAexGothic"/>
                <a:ea typeface="IPAexGothic"/>
                <a:cs typeface="IPAexGothic"/>
              </a:rPr>
              <a:t>4</a:t>
            </a:r>
          </a:p>
        </p:txBody>
      </p:sp>
      <p:sp>
        <p:nvSpPr>
          <p:cNvPr id="11" name="text-10">
            <a:extLst xmlns:a="http://schemas.openxmlformats.org/drawingml/2006/main">
              <a:ext uri="{FF2B5EF4-FFF2-40B4-BE49-F238E27FC236}">
                <a16:creationId xmlns:a16="http://schemas.microsoft.com/office/drawing/2014/main" id="{580524E1-A632-4203-B9B0-8A1DCE4B0251}"/>
              </a:ext>
            </a:extLst>
          </p:cNvPr>
          <p:cNvSpPr>
            <a:spLocks xmlns:a="http://schemas.openxmlformats.org/drawingml/2006/main" noGrp="1"/>
          </p:cNvSpPr>
          <p:nvPr/>
        </p:nvSpPr>
        <p:spPr>
          <a:xfrm xmlns:a="http://schemas.openxmlformats.org/drawingml/2006/main">
            <a:off x="1171575" y="4543425"/>
            <a:ext cx="10287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72B3A"/>
                </a:solidFill>
                <a:latin typeface="IPAexGothic"/>
                <a:ea typeface="IPAexGothic"/>
                <a:cs typeface="IPAexGothic"/>
              </a:defRPr>
            </a:defPPr>
            <a:lvl1pPr algn="l">
              <a:buNone/>
              <a:defRPr sz="1875" b="0">
                <a:solidFill>
                  <a:srgbClr val="172B3A"/>
                </a:solidFill>
                <a:latin typeface="IPAexGothic"/>
                <a:ea typeface="IPAexGothic"/>
                <a:cs typeface="IPAexGothic"/>
              </a:defRPr>
            </a:lvl1pPr>
            <a:lvl2pPr algn="l">
              <a:buNone/>
              <a:defRPr sz="1875" b="0">
                <a:solidFill>
                  <a:srgbClr val="172B3A"/>
                </a:solidFill>
                <a:latin typeface="IPAexGothic"/>
                <a:ea typeface="IPAexGothic"/>
                <a:cs typeface="IPAexGothic"/>
              </a:defRPr>
            </a:lvl2pPr>
            <a:lvl3pPr algn="l">
              <a:buNone/>
              <a:defRPr sz="1875" b="0">
                <a:solidFill>
                  <a:srgbClr val="172B3A"/>
                </a:solidFill>
                <a:latin typeface="IPAexGothic"/>
                <a:ea typeface="IPAexGothic"/>
                <a:cs typeface="IPAexGothic"/>
              </a:defRPr>
            </a:lvl3pPr>
            <a:lvl4pPr algn="l">
              <a:buNone/>
              <a:defRPr sz="1875" b="0">
                <a:solidFill>
                  <a:srgbClr val="172B3A"/>
                </a:solidFill>
                <a:latin typeface="IPAexGothic"/>
                <a:ea typeface="IPAexGothic"/>
                <a:cs typeface="IPAexGothic"/>
              </a:defRPr>
            </a:lvl4pPr>
            <a:lvl5pPr algn="l">
              <a:buNone/>
              <a:defRPr sz="1875" b="0">
                <a:solidFill>
                  <a:srgbClr val="172B3A"/>
                </a:solidFill>
                <a:latin typeface="IPAexGothic"/>
                <a:ea typeface="IPAexGothic"/>
                <a:cs typeface="IPAexGothic"/>
              </a:defRPr>
            </a:lvl5pPr>
            <a:lvl6pPr algn="l">
              <a:buNone/>
              <a:defRPr sz="1875" b="0">
                <a:solidFill>
                  <a:srgbClr val="172B3A"/>
                </a:solidFill>
                <a:latin typeface="IPAexGothic"/>
                <a:ea typeface="IPAexGothic"/>
                <a:cs typeface="IPAexGothic"/>
              </a:defRPr>
            </a:lvl6pPr>
            <a:lvl7pPr algn="l">
              <a:buNone/>
              <a:defRPr sz="1875" b="0">
                <a:solidFill>
                  <a:srgbClr val="172B3A"/>
                </a:solidFill>
                <a:latin typeface="IPAexGothic"/>
                <a:ea typeface="IPAexGothic"/>
                <a:cs typeface="IPAexGothic"/>
              </a:defRPr>
            </a:lvl7pPr>
            <a:lvl8pPr algn="l">
              <a:buNone/>
              <a:defRPr sz="1875" b="0">
                <a:solidFill>
                  <a:srgbClr val="172B3A"/>
                </a:solidFill>
                <a:latin typeface="IPAexGothic"/>
                <a:ea typeface="IPAexGothic"/>
                <a:cs typeface="IPAexGothic"/>
              </a:defRPr>
            </a:lvl8pPr>
            <a:lvl9pPr algn="l">
              <a:buNone/>
              <a:defRPr sz="1875" b="0">
                <a:solidFill>
                  <a:srgbClr val="172B3A"/>
                </a:solidFill>
                <a:latin typeface="IPAexGothic"/>
                <a:ea typeface="IPAexGothic"/>
                <a:cs typeface="IPAexGothic"/>
              </a:defRPr>
            </a:lvl9pPr>
          </a:lstStyle>
          <a:p xmlns:a="http://schemas.openxmlformats.org/drawingml/2006/main">
            <a:pPr algn="l">
              <a:buNone/>
              <a:defRPr sz="1875" b="0">
                <a:solidFill>
                  <a:srgbClr val="172B3A"/>
                </a:solidFill>
                <a:latin typeface="IPAexGothic"/>
                <a:ea typeface="IPAexGothic"/>
                <a:cs typeface="IPAexGothic"/>
              </a:defRPr>
            </a:pPr>
            <a:r>
              <a:rPr sz="1875" b="0">
                <a:solidFill>
                  <a:srgbClr val="172B3A"/>
                </a:solidFill>
                <a:latin typeface="IPAexGothic"/>
                <a:ea typeface="IPAexGothic"/>
                <a:cs typeface="IPAexGothic"/>
              </a:rPr>
              <a:t>必要数の一般的な算定式は未確定。一定割合の保持だけで充足したと扱わず、数学的な最小数も保証しない。</a:t>
            </a:r>
          </a:p>
        </p:txBody>
      </p:sp>
    </p:spTree>
    <p:extLst>
      <p:ext uri="{BB962C8B-B14F-4D97-AF65-F5344CB8AC3E}">
        <p14:creationId xmlns:p14="http://schemas.microsoft.com/office/powerpoint/2010/main" val="1065767356"/>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headline">
            <a:extLst xmlns:a="http://schemas.openxmlformats.org/drawingml/2006/main">
              <a:ext uri="{FF2B5EF4-FFF2-40B4-BE49-F238E27FC236}">
                <a16:creationId xmlns:a16="http://schemas.microsoft.com/office/drawing/2014/main" id="{17EFAEC1-7816-434E-A694-7B08375CEA89}"/>
              </a:ext>
            </a:extLst>
          </p:cNvPr>
          <p:cNvSpPr>
            <a:spLocks xmlns:a="http://schemas.openxmlformats.org/drawingml/2006/main" noGrp="1"/>
          </p:cNvSpPr>
          <p:nvPr/>
        </p:nvSpPr>
        <p:spPr>
          <a:xfrm xmlns:a="http://schemas.openxmlformats.org/drawingml/2006/main">
            <a:off x="590550" y="333375"/>
            <a:ext cx="1095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72B3A"/>
                </a:solidFill>
                <a:latin typeface="IPAexGothic"/>
                <a:ea typeface="IPAexGothic"/>
                <a:cs typeface="IPAexGothic"/>
              </a:defRPr>
            </a:defPPr>
            <a:lvl1pPr algn="l">
              <a:buNone/>
              <a:defRPr sz="3300" b="1">
                <a:solidFill>
                  <a:srgbClr val="172B3A"/>
                </a:solidFill>
                <a:latin typeface="IPAexGothic"/>
                <a:ea typeface="IPAexGothic"/>
                <a:cs typeface="IPAexGothic"/>
              </a:defRPr>
            </a:lvl1pPr>
            <a:lvl2pPr algn="l">
              <a:buNone/>
              <a:defRPr sz="3300" b="1">
                <a:solidFill>
                  <a:srgbClr val="172B3A"/>
                </a:solidFill>
                <a:latin typeface="IPAexGothic"/>
                <a:ea typeface="IPAexGothic"/>
                <a:cs typeface="IPAexGothic"/>
              </a:defRPr>
            </a:lvl2pPr>
            <a:lvl3pPr algn="l">
              <a:buNone/>
              <a:defRPr sz="3300" b="1">
                <a:solidFill>
                  <a:srgbClr val="172B3A"/>
                </a:solidFill>
                <a:latin typeface="IPAexGothic"/>
                <a:ea typeface="IPAexGothic"/>
                <a:cs typeface="IPAexGothic"/>
              </a:defRPr>
            </a:lvl3pPr>
            <a:lvl4pPr algn="l">
              <a:buNone/>
              <a:defRPr sz="3300" b="1">
                <a:solidFill>
                  <a:srgbClr val="172B3A"/>
                </a:solidFill>
                <a:latin typeface="IPAexGothic"/>
                <a:ea typeface="IPAexGothic"/>
                <a:cs typeface="IPAexGothic"/>
              </a:defRPr>
            </a:lvl4pPr>
            <a:lvl5pPr algn="l">
              <a:buNone/>
              <a:defRPr sz="3300" b="1">
                <a:solidFill>
                  <a:srgbClr val="172B3A"/>
                </a:solidFill>
                <a:latin typeface="IPAexGothic"/>
                <a:ea typeface="IPAexGothic"/>
                <a:cs typeface="IPAexGothic"/>
              </a:defRPr>
            </a:lvl5pPr>
            <a:lvl6pPr algn="l">
              <a:buNone/>
              <a:defRPr sz="3300" b="1">
                <a:solidFill>
                  <a:srgbClr val="172B3A"/>
                </a:solidFill>
                <a:latin typeface="IPAexGothic"/>
                <a:ea typeface="IPAexGothic"/>
                <a:cs typeface="IPAexGothic"/>
              </a:defRPr>
            </a:lvl6pPr>
            <a:lvl7pPr algn="l">
              <a:buNone/>
              <a:defRPr sz="3300" b="1">
                <a:solidFill>
                  <a:srgbClr val="172B3A"/>
                </a:solidFill>
                <a:latin typeface="IPAexGothic"/>
                <a:ea typeface="IPAexGothic"/>
                <a:cs typeface="IPAexGothic"/>
              </a:defRPr>
            </a:lvl7pPr>
            <a:lvl8pPr algn="l">
              <a:buNone/>
              <a:defRPr sz="3300" b="1">
                <a:solidFill>
                  <a:srgbClr val="172B3A"/>
                </a:solidFill>
                <a:latin typeface="IPAexGothic"/>
                <a:ea typeface="IPAexGothic"/>
                <a:cs typeface="IPAexGothic"/>
              </a:defRPr>
            </a:lvl8pPr>
            <a:lvl9pPr algn="l">
              <a:buNone/>
              <a:defRPr sz="3300" b="1">
                <a:solidFill>
                  <a:srgbClr val="172B3A"/>
                </a:solidFill>
                <a:latin typeface="IPAexGothic"/>
                <a:ea typeface="IPAexGothic"/>
                <a:cs typeface="IPAexGothic"/>
              </a:defRPr>
            </a:lvl9pPr>
          </a:lstStyle>
          <a:p xmlns:a="http://schemas.openxmlformats.org/drawingml/2006/main">
            <a:pPr algn="l">
              <a:buNone/>
              <a:defRPr sz="3300" b="1">
                <a:solidFill>
                  <a:srgbClr val="172B3A"/>
                </a:solidFill>
                <a:latin typeface="IPAexGothic"/>
                <a:ea typeface="IPAexGothic"/>
                <a:cs typeface="IPAexGothic"/>
              </a:defRPr>
            </a:pPr>
            <a:r>
              <a:rPr sz="3300" b="1">
                <a:solidFill>
                  <a:srgbClr val="172B3A"/>
                </a:solidFill>
                <a:latin typeface="IPAexGothic"/>
                <a:ea typeface="IPAexGothic"/>
                <a:cs typeface="IPAexGothic"/>
              </a:rPr>
              <a:t>請求項5 出現情報と統計の保持と説明</a:t>
            </a:r>
          </a:p>
        </p:txBody>
      </p:sp>
      <p:sp>
        <p:nvSpPr>
          <p:cNvPr id="2" name="summary">
            <a:extLst xmlns:a="http://schemas.openxmlformats.org/drawingml/2006/main">
              <a:ext uri="{FF2B5EF4-FFF2-40B4-BE49-F238E27FC236}">
                <a16:creationId xmlns:a16="http://schemas.microsoft.com/office/drawing/2014/main" id="{6E1C3A79-4855-4019-8427-62949DE860AD}"/>
              </a:ext>
            </a:extLst>
          </p:cNvPr>
          <p:cNvSpPr>
            <a:spLocks xmlns:a="http://schemas.openxmlformats.org/drawingml/2006/main" noGrp="1"/>
          </p:cNvSpPr>
          <p:nvPr/>
        </p:nvSpPr>
        <p:spPr>
          <a:xfrm xmlns:a="http://schemas.openxmlformats.org/drawingml/2006/main">
            <a:off x="609600" y="1028700"/>
            <a:ext cx="10896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86872"/>
                </a:solidFill>
                <a:latin typeface="IPAexGothic"/>
                <a:ea typeface="IPAexGothic"/>
                <a:cs typeface="IPAexGothic"/>
              </a:defRPr>
            </a:defPPr>
            <a:lvl1pPr algn="l">
              <a:buNone/>
              <a:defRPr sz="1800" b="0">
                <a:solidFill>
                  <a:srgbClr val="586872"/>
                </a:solidFill>
                <a:latin typeface="IPAexGothic"/>
                <a:ea typeface="IPAexGothic"/>
                <a:cs typeface="IPAexGothic"/>
              </a:defRPr>
            </a:lvl1pPr>
            <a:lvl2pPr algn="l">
              <a:buNone/>
              <a:defRPr sz="1800" b="0">
                <a:solidFill>
                  <a:srgbClr val="586872"/>
                </a:solidFill>
                <a:latin typeface="IPAexGothic"/>
                <a:ea typeface="IPAexGothic"/>
                <a:cs typeface="IPAexGothic"/>
              </a:defRPr>
            </a:lvl2pPr>
            <a:lvl3pPr algn="l">
              <a:buNone/>
              <a:defRPr sz="1800" b="0">
                <a:solidFill>
                  <a:srgbClr val="586872"/>
                </a:solidFill>
                <a:latin typeface="IPAexGothic"/>
                <a:ea typeface="IPAexGothic"/>
                <a:cs typeface="IPAexGothic"/>
              </a:defRPr>
            </a:lvl3pPr>
            <a:lvl4pPr algn="l">
              <a:buNone/>
              <a:defRPr sz="1800" b="0">
                <a:solidFill>
                  <a:srgbClr val="586872"/>
                </a:solidFill>
                <a:latin typeface="IPAexGothic"/>
                <a:ea typeface="IPAexGothic"/>
                <a:cs typeface="IPAexGothic"/>
              </a:defRPr>
            </a:lvl4pPr>
            <a:lvl5pPr algn="l">
              <a:buNone/>
              <a:defRPr sz="1800" b="0">
                <a:solidFill>
                  <a:srgbClr val="586872"/>
                </a:solidFill>
                <a:latin typeface="IPAexGothic"/>
                <a:ea typeface="IPAexGothic"/>
                <a:cs typeface="IPAexGothic"/>
              </a:defRPr>
            </a:lvl5pPr>
            <a:lvl6pPr algn="l">
              <a:buNone/>
              <a:defRPr sz="1800" b="0">
                <a:solidFill>
                  <a:srgbClr val="586872"/>
                </a:solidFill>
                <a:latin typeface="IPAexGothic"/>
                <a:ea typeface="IPAexGothic"/>
                <a:cs typeface="IPAexGothic"/>
              </a:defRPr>
            </a:lvl6pPr>
            <a:lvl7pPr algn="l">
              <a:buNone/>
              <a:defRPr sz="1800" b="0">
                <a:solidFill>
                  <a:srgbClr val="586872"/>
                </a:solidFill>
                <a:latin typeface="IPAexGothic"/>
                <a:ea typeface="IPAexGothic"/>
                <a:cs typeface="IPAexGothic"/>
              </a:defRPr>
            </a:lvl7pPr>
            <a:lvl8pPr algn="l">
              <a:buNone/>
              <a:defRPr sz="1800" b="0">
                <a:solidFill>
                  <a:srgbClr val="586872"/>
                </a:solidFill>
                <a:latin typeface="IPAexGothic"/>
                <a:ea typeface="IPAexGothic"/>
                <a:cs typeface="IPAexGothic"/>
              </a:defRPr>
            </a:lvl8pPr>
            <a:lvl9pPr algn="l">
              <a:buNone/>
              <a:defRPr sz="1800" b="0">
                <a:solidFill>
                  <a:srgbClr val="586872"/>
                </a:solidFill>
                <a:latin typeface="IPAexGothic"/>
                <a:ea typeface="IPAexGothic"/>
                <a:cs typeface="IPAexGothic"/>
              </a:defRPr>
            </a:lvl9pPr>
          </a:lstStyle>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請求項5は、元データの物理削除後も出現情報と統計を維持し、同じ版で説明に使う処理です。</a:t>
            </a:r>
          </a:p>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今回のモデルへの寄与と過去の関連を分け、対象数や不確かさを添えて根拠の範囲を示します。</a:t>
            </a:r>
          </a:p>
        </p:txBody>
      </p:sp>
      <p:sp>
        <p:nvSpPr>
          <p:cNvPr id="3" name="text-2">
            <a:extLst xmlns:a="http://schemas.openxmlformats.org/drawingml/2006/main">
              <a:ext uri="{FF2B5EF4-FFF2-40B4-BE49-F238E27FC236}">
                <a16:creationId xmlns:a16="http://schemas.microsoft.com/office/drawing/2014/main" id="{738353FF-EE15-4A1A-BAA4-F5E1DBC15CEE}"/>
              </a:ext>
            </a:extLst>
          </p:cNvPr>
          <p:cNvSpPr>
            <a:spLocks xmlns:a="http://schemas.openxmlformats.org/drawingml/2006/main" noGrp="1"/>
          </p:cNvSpPr>
          <p:nvPr/>
        </p:nvSpPr>
        <p:spPr>
          <a:xfrm xmlns:a="http://schemas.openxmlformats.org/drawingml/2006/main">
            <a:off x="11239500" y="644842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872"/>
                </a:solidFill>
                <a:latin typeface="IPAexGothic"/>
                <a:ea typeface="IPAexGothic"/>
                <a:cs typeface="IPAexGothic"/>
              </a:defRPr>
            </a:defPPr>
            <a:lvl1pPr algn="r">
              <a:buNone/>
              <a:defRPr sz="1275" b="0">
                <a:solidFill>
                  <a:srgbClr val="586872"/>
                </a:solidFill>
                <a:latin typeface="IPAexGothic"/>
                <a:ea typeface="IPAexGothic"/>
                <a:cs typeface="IPAexGothic"/>
              </a:defRPr>
            </a:lvl1pPr>
            <a:lvl2pPr algn="r">
              <a:buNone/>
              <a:defRPr sz="1275" b="0">
                <a:solidFill>
                  <a:srgbClr val="586872"/>
                </a:solidFill>
                <a:latin typeface="IPAexGothic"/>
                <a:ea typeface="IPAexGothic"/>
                <a:cs typeface="IPAexGothic"/>
              </a:defRPr>
            </a:lvl2pPr>
            <a:lvl3pPr algn="r">
              <a:buNone/>
              <a:defRPr sz="1275" b="0">
                <a:solidFill>
                  <a:srgbClr val="586872"/>
                </a:solidFill>
                <a:latin typeface="IPAexGothic"/>
                <a:ea typeface="IPAexGothic"/>
                <a:cs typeface="IPAexGothic"/>
              </a:defRPr>
            </a:lvl3pPr>
            <a:lvl4pPr algn="r">
              <a:buNone/>
              <a:defRPr sz="1275" b="0">
                <a:solidFill>
                  <a:srgbClr val="586872"/>
                </a:solidFill>
                <a:latin typeface="IPAexGothic"/>
                <a:ea typeface="IPAexGothic"/>
                <a:cs typeface="IPAexGothic"/>
              </a:defRPr>
            </a:lvl4pPr>
            <a:lvl5pPr algn="r">
              <a:buNone/>
              <a:defRPr sz="1275" b="0">
                <a:solidFill>
                  <a:srgbClr val="586872"/>
                </a:solidFill>
                <a:latin typeface="IPAexGothic"/>
                <a:ea typeface="IPAexGothic"/>
                <a:cs typeface="IPAexGothic"/>
              </a:defRPr>
            </a:lvl5pPr>
            <a:lvl6pPr algn="r">
              <a:buNone/>
              <a:defRPr sz="1275" b="0">
                <a:solidFill>
                  <a:srgbClr val="586872"/>
                </a:solidFill>
                <a:latin typeface="IPAexGothic"/>
                <a:ea typeface="IPAexGothic"/>
                <a:cs typeface="IPAexGothic"/>
              </a:defRPr>
            </a:lvl6pPr>
            <a:lvl7pPr algn="r">
              <a:buNone/>
              <a:defRPr sz="1275" b="0">
                <a:solidFill>
                  <a:srgbClr val="586872"/>
                </a:solidFill>
                <a:latin typeface="IPAexGothic"/>
                <a:ea typeface="IPAexGothic"/>
                <a:cs typeface="IPAexGothic"/>
              </a:defRPr>
            </a:lvl7pPr>
            <a:lvl8pPr algn="r">
              <a:buNone/>
              <a:defRPr sz="1275" b="0">
                <a:solidFill>
                  <a:srgbClr val="586872"/>
                </a:solidFill>
                <a:latin typeface="IPAexGothic"/>
                <a:ea typeface="IPAexGothic"/>
                <a:cs typeface="IPAexGothic"/>
              </a:defRPr>
            </a:lvl8pPr>
            <a:lvl9pPr algn="r">
              <a:buNone/>
              <a:defRPr sz="1275" b="0">
                <a:solidFill>
                  <a:srgbClr val="586872"/>
                </a:solidFill>
                <a:latin typeface="IPAexGothic"/>
                <a:ea typeface="IPAexGothic"/>
                <a:cs typeface="IPAexGothic"/>
              </a:defRPr>
            </a:lvl9pPr>
          </a:lstStyle>
          <a:p xmlns:a="http://schemas.openxmlformats.org/drawingml/2006/main">
            <a:pPr algn="r">
              <a:buNone/>
              <a:defRPr sz="1275" b="0">
                <a:solidFill>
                  <a:srgbClr val="586872"/>
                </a:solidFill>
                <a:latin typeface="IPAexGothic"/>
                <a:ea typeface="IPAexGothic"/>
                <a:cs typeface="IPAexGothic"/>
              </a:defRPr>
            </a:pPr>
            <a:r>
              <a:rPr sz="1275" b="0">
                <a:solidFill>
                  <a:srgbClr val="586872"/>
                </a:solidFill>
                <a:latin typeface="IPAexGothic"/>
                <a:ea typeface="IPAexGothic"/>
                <a:cs typeface="IPAexGothic"/>
              </a:rPr>
              <a:t>54</a:t>
            </a:r>
          </a:p>
        </p:txBody>
      </p:sp>
      <p:sp>
        <p:nvSpPr>
          <p:cNvPr id="4" name="text-3">
            <a:extLst xmlns:a="http://schemas.openxmlformats.org/drawingml/2006/main">
              <a:ext uri="{FF2B5EF4-FFF2-40B4-BE49-F238E27FC236}">
                <a16:creationId xmlns:a16="http://schemas.microsoft.com/office/drawing/2014/main" id="{5B564693-7167-4C2F-A829-426A315850BE}"/>
              </a:ext>
            </a:extLst>
          </p:cNvPr>
          <p:cNvSpPr>
            <a:spLocks xmlns:a="http://schemas.openxmlformats.org/drawingml/2006/main" noGrp="1"/>
          </p:cNvSpPr>
          <p:nvPr/>
        </p:nvSpPr>
        <p:spPr>
          <a:xfrm xmlns:a="http://schemas.openxmlformats.org/drawingml/2006/main">
            <a:off x="638175" y="174307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236487"/>
                </a:solidFill>
                <a:latin typeface="IPAexGothic"/>
                <a:ea typeface="IPAexGothic"/>
                <a:cs typeface="IPAexGothic"/>
              </a:defRPr>
            </a:defPPr>
            <a:lvl1pPr algn="l">
              <a:buNone/>
              <a:defRPr sz="1875" b="1">
                <a:solidFill>
                  <a:srgbClr val="236487"/>
                </a:solidFill>
                <a:latin typeface="IPAexGothic"/>
                <a:ea typeface="IPAexGothic"/>
                <a:cs typeface="IPAexGothic"/>
              </a:defRPr>
            </a:lvl1pPr>
            <a:lvl2pPr algn="l">
              <a:buNone/>
              <a:defRPr sz="1875" b="1">
                <a:solidFill>
                  <a:srgbClr val="236487"/>
                </a:solidFill>
                <a:latin typeface="IPAexGothic"/>
                <a:ea typeface="IPAexGothic"/>
                <a:cs typeface="IPAexGothic"/>
              </a:defRPr>
            </a:lvl2pPr>
            <a:lvl3pPr algn="l">
              <a:buNone/>
              <a:defRPr sz="1875" b="1">
                <a:solidFill>
                  <a:srgbClr val="236487"/>
                </a:solidFill>
                <a:latin typeface="IPAexGothic"/>
                <a:ea typeface="IPAexGothic"/>
                <a:cs typeface="IPAexGothic"/>
              </a:defRPr>
            </a:lvl3pPr>
            <a:lvl4pPr algn="l">
              <a:buNone/>
              <a:defRPr sz="1875" b="1">
                <a:solidFill>
                  <a:srgbClr val="236487"/>
                </a:solidFill>
                <a:latin typeface="IPAexGothic"/>
                <a:ea typeface="IPAexGothic"/>
                <a:cs typeface="IPAexGothic"/>
              </a:defRPr>
            </a:lvl4pPr>
            <a:lvl5pPr algn="l">
              <a:buNone/>
              <a:defRPr sz="1875" b="1">
                <a:solidFill>
                  <a:srgbClr val="236487"/>
                </a:solidFill>
                <a:latin typeface="IPAexGothic"/>
                <a:ea typeface="IPAexGothic"/>
                <a:cs typeface="IPAexGothic"/>
              </a:defRPr>
            </a:lvl5pPr>
            <a:lvl6pPr algn="l">
              <a:buNone/>
              <a:defRPr sz="1875" b="1">
                <a:solidFill>
                  <a:srgbClr val="236487"/>
                </a:solidFill>
                <a:latin typeface="IPAexGothic"/>
                <a:ea typeface="IPAexGothic"/>
                <a:cs typeface="IPAexGothic"/>
              </a:defRPr>
            </a:lvl6pPr>
            <a:lvl7pPr algn="l">
              <a:buNone/>
              <a:defRPr sz="1875" b="1">
                <a:solidFill>
                  <a:srgbClr val="236487"/>
                </a:solidFill>
                <a:latin typeface="IPAexGothic"/>
                <a:ea typeface="IPAexGothic"/>
                <a:cs typeface="IPAexGothic"/>
              </a:defRPr>
            </a:lvl7pPr>
            <a:lvl8pPr algn="l">
              <a:buNone/>
              <a:defRPr sz="1875" b="1">
                <a:solidFill>
                  <a:srgbClr val="236487"/>
                </a:solidFill>
                <a:latin typeface="IPAexGothic"/>
                <a:ea typeface="IPAexGothic"/>
                <a:cs typeface="IPAexGothic"/>
              </a:defRPr>
            </a:lvl8pPr>
            <a:lvl9pPr algn="l">
              <a:buNone/>
              <a:defRPr sz="1875" b="1">
                <a:solidFill>
                  <a:srgbClr val="236487"/>
                </a:solidFill>
                <a:latin typeface="IPAexGothic"/>
                <a:ea typeface="IPAexGothic"/>
                <a:cs typeface="IPAexGothic"/>
              </a:defRPr>
            </a:lvl9pPr>
          </a:lstStyle>
          <a:p xmlns:a="http://schemas.openxmlformats.org/drawingml/2006/main">
            <a:pPr algn="l">
              <a:buNone/>
              <a:defRPr sz="2025" b="1">
                <a:solidFill>
                  <a:srgbClr val="236487"/>
                </a:solidFill>
                <a:latin typeface="IPAexGothic"/>
                <a:ea typeface="IPAexGothic"/>
                <a:cs typeface="IPAexGothic"/>
              </a:defRPr>
            </a:pPr>
            <a:r>
              <a:rPr sz="2025" b="1">
                <a:solidFill>
                  <a:srgbClr val="236487"/>
                </a:solidFill>
                <a:latin typeface="IPAexGothic"/>
                <a:ea typeface="IPAexGothic"/>
                <a:cs typeface="IPAexGothic"/>
              </a:rPr>
              <a:t>1</a:t>
            </a:r>
          </a:p>
        </p:txBody>
      </p:sp>
      <p:sp>
        <p:nvSpPr>
          <p:cNvPr id="5" name="text-4">
            <a:extLst xmlns:a="http://schemas.openxmlformats.org/drawingml/2006/main">
              <a:ext uri="{FF2B5EF4-FFF2-40B4-BE49-F238E27FC236}">
                <a16:creationId xmlns:a16="http://schemas.microsoft.com/office/drawing/2014/main" id="{96081EB8-7FF0-4F6C-A504-44EFDFF05EF2}"/>
              </a:ext>
            </a:extLst>
          </p:cNvPr>
          <p:cNvSpPr>
            <a:spLocks xmlns:a="http://schemas.openxmlformats.org/drawingml/2006/main" noGrp="1"/>
          </p:cNvSpPr>
          <p:nvPr/>
        </p:nvSpPr>
        <p:spPr>
          <a:xfrm xmlns:a="http://schemas.openxmlformats.org/drawingml/2006/main">
            <a:off x="1171575" y="1743075"/>
            <a:ext cx="10287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72B3A"/>
                </a:solidFill>
                <a:latin typeface="IPAexGothic"/>
                <a:ea typeface="IPAexGothic"/>
                <a:cs typeface="IPAexGothic"/>
              </a:defRPr>
            </a:defPPr>
            <a:lvl1pPr algn="l">
              <a:buNone/>
              <a:defRPr sz="1875" b="0">
                <a:solidFill>
                  <a:srgbClr val="172B3A"/>
                </a:solidFill>
                <a:latin typeface="IPAexGothic"/>
                <a:ea typeface="IPAexGothic"/>
                <a:cs typeface="IPAexGothic"/>
              </a:defRPr>
            </a:lvl1pPr>
            <a:lvl2pPr algn="l">
              <a:buNone/>
              <a:defRPr sz="1875" b="0">
                <a:solidFill>
                  <a:srgbClr val="172B3A"/>
                </a:solidFill>
                <a:latin typeface="IPAexGothic"/>
                <a:ea typeface="IPAexGothic"/>
                <a:cs typeface="IPAexGothic"/>
              </a:defRPr>
            </a:lvl2pPr>
            <a:lvl3pPr algn="l">
              <a:buNone/>
              <a:defRPr sz="1875" b="0">
                <a:solidFill>
                  <a:srgbClr val="172B3A"/>
                </a:solidFill>
                <a:latin typeface="IPAexGothic"/>
                <a:ea typeface="IPAexGothic"/>
                <a:cs typeface="IPAexGothic"/>
              </a:defRPr>
            </a:lvl3pPr>
            <a:lvl4pPr algn="l">
              <a:buNone/>
              <a:defRPr sz="1875" b="0">
                <a:solidFill>
                  <a:srgbClr val="172B3A"/>
                </a:solidFill>
                <a:latin typeface="IPAexGothic"/>
                <a:ea typeface="IPAexGothic"/>
                <a:cs typeface="IPAexGothic"/>
              </a:defRPr>
            </a:lvl4pPr>
            <a:lvl5pPr algn="l">
              <a:buNone/>
              <a:defRPr sz="1875" b="0">
                <a:solidFill>
                  <a:srgbClr val="172B3A"/>
                </a:solidFill>
                <a:latin typeface="IPAexGothic"/>
                <a:ea typeface="IPAexGothic"/>
                <a:cs typeface="IPAexGothic"/>
              </a:defRPr>
            </a:lvl5pPr>
            <a:lvl6pPr algn="l">
              <a:buNone/>
              <a:defRPr sz="1875" b="0">
                <a:solidFill>
                  <a:srgbClr val="172B3A"/>
                </a:solidFill>
                <a:latin typeface="IPAexGothic"/>
                <a:ea typeface="IPAexGothic"/>
                <a:cs typeface="IPAexGothic"/>
              </a:defRPr>
            </a:lvl6pPr>
            <a:lvl7pPr algn="l">
              <a:buNone/>
              <a:defRPr sz="1875" b="0">
                <a:solidFill>
                  <a:srgbClr val="172B3A"/>
                </a:solidFill>
                <a:latin typeface="IPAexGothic"/>
                <a:ea typeface="IPAexGothic"/>
                <a:cs typeface="IPAexGothic"/>
              </a:defRPr>
            </a:lvl7pPr>
            <a:lvl8pPr algn="l">
              <a:buNone/>
              <a:defRPr sz="1875" b="0">
                <a:solidFill>
                  <a:srgbClr val="172B3A"/>
                </a:solidFill>
                <a:latin typeface="IPAexGothic"/>
                <a:ea typeface="IPAexGothic"/>
                <a:cs typeface="IPAexGothic"/>
              </a:defRPr>
            </a:lvl8pPr>
            <a:lvl9pPr algn="l">
              <a:buNone/>
              <a:defRPr sz="1875" b="0">
                <a:solidFill>
                  <a:srgbClr val="172B3A"/>
                </a:solidFill>
                <a:latin typeface="IPAexGothic"/>
                <a:ea typeface="IPAexGothic"/>
                <a:cs typeface="IPAexGothic"/>
              </a:defRPr>
            </a:lvl9pPr>
          </a:lstStyle>
          <a:p xmlns:a="http://schemas.openxmlformats.org/drawingml/2006/main">
            <a:pPr algn="l">
              <a:buNone/>
              <a:defRPr sz="1875" b="0">
                <a:solidFill>
                  <a:srgbClr val="172B3A"/>
                </a:solidFill>
                <a:latin typeface="IPAexGothic"/>
                <a:ea typeface="IPAexGothic"/>
                <a:cs typeface="IPAexGothic"/>
              </a:defRPr>
            </a:pPr>
            <a:r>
              <a:rPr sz="1875" b="0">
                <a:solidFill>
                  <a:srgbClr val="172B3A"/>
                </a:solidFill>
                <a:latin typeface="IPAexGothic"/>
                <a:ea typeface="IPAexGothic"/>
                <a:cs typeface="IPAexGothic"/>
              </a:rPr>
              <a:t>出現時刻、回数、継続時間、間隔、強度、一致度を元データから独立して保存する。</a:t>
            </a:r>
          </a:p>
        </p:txBody>
      </p:sp>
      <p:sp>
        <p:nvSpPr>
          <p:cNvPr id="6" name="text-5">
            <a:extLst xmlns:a="http://schemas.openxmlformats.org/drawingml/2006/main">
              <a:ext uri="{FF2B5EF4-FFF2-40B4-BE49-F238E27FC236}">
                <a16:creationId xmlns:a16="http://schemas.microsoft.com/office/drawing/2014/main" id="{09F212B5-9C23-43E7-B07A-876CCE9E13DF}"/>
              </a:ext>
            </a:extLst>
          </p:cNvPr>
          <p:cNvSpPr>
            <a:spLocks xmlns:a="http://schemas.openxmlformats.org/drawingml/2006/main" noGrp="1"/>
          </p:cNvSpPr>
          <p:nvPr/>
        </p:nvSpPr>
        <p:spPr>
          <a:xfrm xmlns:a="http://schemas.openxmlformats.org/drawingml/2006/main">
            <a:off x="638175" y="267652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236487"/>
                </a:solidFill>
                <a:latin typeface="IPAexGothic"/>
                <a:ea typeface="IPAexGothic"/>
                <a:cs typeface="IPAexGothic"/>
              </a:defRPr>
            </a:defPPr>
            <a:lvl1pPr algn="l">
              <a:buNone/>
              <a:defRPr sz="1875" b="1">
                <a:solidFill>
                  <a:srgbClr val="236487"/>
                </a:solidFill>
                <a:latin typeface="IPAexGothic"/>
                <a:ea typeface="IPAexGothic"/>
                <a:cs typeface="IPAexGothic"/>
              </a:defRPr>
            </a:lvl1pPr>
            <a:lvl2pPr algn="l">
              <a:buNone/>
              <a:defRPr sz="1875" b="1">
                <a:solidFill>
                  <a:srgbClr val="236487"/>
                </a:solidFill>
                <a:latin typeface="IPAexGothic"/>
                <a:ea typeface="IPAexGothic"/>
                <a:cs typeface="IPAexGothic"/>
              </a:defRPr>
            </a:lvl2pPr>
            <a:lvl3pPr algn="l">
              <a:buNone/>
              <a:defRPr sz="1875" b="1">
                <a:solidFill>
                  <a:srgbClr val="236487"/>
                </a:solidFill>
                <a:latin typeface="IPAexGothic"/>
                <a:ea typeface="IPAexGothic"/>
                <a:cs typeface="IPAexGothic"/>
              </a:defRPr>
            </a:lvl3pPr>
            <a:lvl4pPr algn="l">
              <a:buNone/>
              <a:defRPr sz="1875" b="1">
                <a:solidFill>
                  <a:srgbClr val="236487"/>
                </a:solidFill>
                <a:latin typeface="IPAexGothic"/>
                <a:ea typeface="IPAexGothic"/>
                <a:cs typeface="IPAexGothic"/>
              </a:defRPr>
            </a:lvl4pPr>
            <a:lvl5pPr algn="l">
              <a:buNone/>
              <a:defRPr sz="1875" b="1">
                <a:solidFill>
                  <a:srgbClr val="236487"/>
                </a:solidFill>
                <a:latin typeface="IPAexGothic"/>
                <a:ea typeface="IPAexGothic"/>
                <a:cs typeface="IPAexGothic"/>
              </a:defRPr>
            </a:lvl5pPr>
            <a:lvl6pPr algn="l">
              <a:buNone/>
              <a:defRPr sz="1875" b="1">
                <a:solidFill>
                  <a:srgbClr val="236487"/>
                </a:solidFill>
                <a:latin typeface="IPAexGothic"/>
                <a:ea typeface="IPAexGothic"/>
                <a:cs typeface="IPAexGothic"/>
              </a:defRPr>
            </a:lvl6pPr>
            <a:lvl7pPr algn="l">
              <a:buNone/>
              <a:defRPr sz="1875" b="1">
                <a:solidFill>
                  <a:srgbClr val="236487"/>
                </a:solidFill>
                <a:latin typeface="IPAexGothic"/>
                <a:ea typeface="IPAexGothic"/>
                <a:cs typeface="IPAexGothic"/>
              </a:defRPr>
            </a:lvl7pPr>
            <a:lvl8pPr algn="l">
              <a:buNone/>
              <a:defRPr sz="1875" b="1">
                <a:solidFill>
                  <a:srgbClr val="236487"/>
                </a:solidFill>
                <a:latin typeface="IPAexGothic"/>
                <a:ea typeface="IPAexGothic"/>
                <a:cs typeface="IPAexGothic"/>
              </a:defRPr>
            </a:lvl8pPr>
            <a:lvl9pPr algn="l">
              <a:buNone/>
              <a:defRPr sz="1875" b="1">
                <a:solidFill>
                  <a:srgbClr val="236487"/>
                </a:solidFill>
                <a:latin typeface="IPAexGothic"/>
                <a:ea typeface="IPAexGothic"/>
                <a:cs typeface="IPAexGothic"/>
              </a:defRPr>
            </a:lvl9pPr>
          </a:lstStyle>
          <a:p xmlns:a="http://schemas.openxmlformats.org/drawingml/2006/main">
            <a:pPr algn="l">
              <a:buNone/>
              <a:defRPr sz="2025" b="1">
                <a:solidFill>
                  <a:srgbClr val="236487"/>
                </a:solidFill>
                <a:latin typeface="IPAexGothic"/>
                <a:ea typeface="IPAexGothic"/>
                <a:cs typeface="IPAexGothic"/>
              </a:defRPr>
            </a:pPr>
            <a:r>
              <a:rPr sz="2025" b="1">
                <a:solidFill>
                  <a:srgbClr val="236487"/>
                </a:solidFill>
                <a:latin typeface="IPAexGothic"/>
                <a:ea typeface="IPAexGothic"/>
                <a:cs typeface="IPAexGothic"/>
              </a:rPr>
              <a:t>2</a:t>
            </a:r>
          </a:p>
        </p:txBody>
      </p:sp>
      <p:sp>
        <p:nvSpPr>
          <p:cNvPr id="7" name="text-6">
            <a:extLst xmlns:a="http://schemas.openxmlformats.org/drawingml/2006/main">
              <a:ext uri="{FF2B5EF4-FFF2-40B4-BE49-F238E27FC236}">
                <a16:creationId xmlns:a16="http://schemas.microsoft.com/office/drawing/2014/main" id="{D6952109-3A14-4A1A-935B-22307D88C88C}"/>
              </a:ext>
            </a:extLst>
          </p:cNvPr>
          <p:cNvSpPr>
            <a:spLocks xmlns:a="http://schemas.openxmlformats.org/drawingml/2006/main" noGrp="1"/>
          </p:cNvSpPr>
          <p:nvPr/>
        </p:nvSpPr>
        <p:spPr>
          <a:xfrm xmlns:a="http://schemas.openxmlformats.org/drawingml/2006/main">
            <a:off x="1171575" y="2676525"/>
            <a:ext cx="10287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72B3A"/>
                </a:solidFill>
                <a:latin typeface="IPAexGothic"/>
                <a:ea typeface="IPAexGothic"/>
                <a:cs typeface="IPAexGothic"/>
              </a:defRPr>
            </a:defPPr>
            <a:lvl1pPr algn="l">
              <a:buNone/>
              <a:defRPr sz="1875" b="0">
                <a:solidFill>
                  <a:srgbClr val="172B3A"/>
                </a:solidFill>
                <a:latin typeface="IPAexGothic"/>
                <a:ea typeface="IPAexGothic"/>
                <a:cs typeface="IPAexGothic"/>
              </a:defRPr>
            </a:lvl1pPr>
            <a:lvl2pPr algn="l">
              <a:buNone/>
              <a:defRPr sz="1875" b="0">
                <a:solidFill>
                  <a:srgbClr val="172B3A"/>
                </a:solidFill>
                <a:latin typeface="IPAexGothic"/>
                <a:ea typeface="IPAexGothic"/>
                <a:cs typeface="IPAexGothic"/>
              </a:defRPr>
            </a:lvl2pPr>
            <a:lvl3pPr algn="l">
              <a:buNone/>
              <a:defRPr sz="1875" b="0">
                <a:solidFill>
                  <a:srgbClr val="172B3A"/>
                </a:solidFill>
                <a:latin typeface="IPAexGothic"/>
                <a:ea typeface="IPAexGothic"/>
                <a:cs typeface="IPAexGothic"/>
              </a:defRPr>
            </a:lvl3pPr>
            <a:lvl4pPr algn="l">
              <a:buNone/>
              <a:defRPr sz="1875" b="0">
                <a:solidFill>
                  <a:srgbClr val="172B3A"/>
                </a:solidFill>
                <a:latin typeface="IPAexGothic"/>
                <a:ea typeface="IPAexGothic"/>
                <a:cs typeface="IPAexGothic"/>
              </a:defRPr>
            </a:lvl4pPr>
            <a:lvl5pPr algn="l">
              <a:buNone/>
              <a:defRPr sz="1875" b="0">
                <a:solidFill>
                  <a:srgbClr val="172B3A"/>
                </a:solidFill>
                <a:latin typeface="IPAexGothic"/>
                <a:ea typeface="IPAexGothic"/>
                <a:cs typeface="IPAexGothic"/>
              </a:defRPr>
            </a:lvl5pPr>
            <a:lvl6pPr algn="l">
              <a:buNone/>
              <a:defRPr sz="1875" b="0">
                <a:solidFill>
                  <a:srgbClr val="172B3A"/>
                </a:solidFill>
                <a:latin typeface="IPAexGothic"/>
                <a:ea typeface="IPAexGothic"/>
                <a:cs typeface="IPAexGothic"/>
              </a:defRPr>
            </a:lvl6pPr>
            <a:lvl7pPr algn="l">
              <a:buNone/>
              <a:defRPr sz="1875" b="0">
                <a:solidFill>
                  <a:srgbClr val="172B3A"/>
                </a:solidFill>
                <a:latin typeface="IPAexGothic"/>
                <a:ea typeface="IPAexGothic"/>
                <a:cs typeface="IPAexGothic"/>
              </a:defRPr>
            </a:lvl7pPr>
            <a:lvl8pPr algn="l">
              <a:buNone/>
              <a:defRPr sz="1875" b="0">
                <a:solidFill>
                  <a:srgbClr val="172B3A"/>
                </a:solidFill>
                <a:latin typeface="IPAexGothic"/>
                <a:ea typeface="IPAexGothic"/>
                <a:cs typeface="IPAexGothic"/>
              </a:defRPr>
            </a:lvl8pPr>
            <a:lvl9pPr algn="l">
              <a:buNone/>
              <a:defRPr sz="1875" b="0">
                <a:solidFill>
                  <a:srgbClr val="172B3A"/>
                </a:solidFill>
                <a:latin typeface="IPAexGothic"/>
                <a:ea typeface="IPAexGothic"/>
                <a:cs typeface="IPAexGothic"/>
              </a:defRPr>
            </a:lvl9pPr>
          </a:lstStyle>
          <a:p xmlns:a="http://schemas.openxmlformats.org/drawingml/2006/main">
            <a:pPr algn="l">
              <a:buNone/>
              <a:defRPr sz="1875" b="0">
                <a:solidFill>
                  <a:srgbClr val="172B3A"/>
                </a:solidFill>
                <a:latin typeface="IPAexGothic"/>
                <a:ea typeface="IPAexGothic"/>
                <a:cs typeface="IPAexGothic"/>
              </a:defRPr>
            </a:pPr>
            <a:r>
              <a:rPr sz="1875" b="0">
                <a:solidFill>
                  <a:srgbClr val="172B3A"/>
                </a:solidFill>
                <a:latin typeface="IPAexGothic"/>
                <a:ea typeface="IPAexGothic"/>
                <a:cs typeface="IPAexGothic"/>
              </a:rPr>
              <a:t>残存元データだけで過去の統計を取り直さず、出現情報を基礎に維持する。物理削除を理由に過去の出現回数を減らさない。</a:t>
            </a:r>
          </a:p>
        </p:txBody>
      </p:sp>
      <p:sp>
        <p:nvSpPr>
          <p:cNvPr id="8" name="text-7">
            <a:extLst xmlns:a="http://schemas.openxmlformats.org/drawingml/2006/main">
              <a:ext uri="{FF2B5EF4-FFF2-40B4-BE49-F238E27FC236}">
                <a16:creationId xmlns:a16="http://schemas.microsoft.com/office/drawing/2014/main" id="{D5D18EAA-DD27-4AEE-9866-7AE886B6273A}"/>
              </a:ext>
            </a:extLst>
          </p:cNvPr>
          <p:cNvSpPr>
            <a:spLocks xmlns:a="http://schemas.openxmlformats.org/drawingml/2006/main" noGrp="1"/>
          </p:cNvSpPr>
          <p:nvPr/>
        </p:nvSpPr>
        <p:spPr>
          <a:xfrm xmlns:a="http://schemas.openxmlformats.org/drawingml/2006/main">
            <a:off x="638175" y="360997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236487"/>
                </a:solidFill>
                <a:latin typeface="IPAexGothic"/>
                <a:ea typeface="IPAexGothic"/>
                <a:cs typeface="IPAexGothic"/>
              </a:defRPr>
            </a:defPPr>
            <a:lvl1pPr algn="l">
              <a:buNone/>
              <a:defRPr sz="1875" b="1">
                <a:solidFill>
                  <a:srgbClr val="236487"/>
                </a:solidFill>
                <a:latin typeface="IPAexGothic"/>
                <a:ea typeface="IPAexGothic"/>
                <a:cs typeface="IPAexGothic"/>
              </a:defRPr>
            </a:lvl1pPr>
            <a:lvl2pPr algn="l">
              <a:buNone/>
              <a:defRPr sz="1875" b="1">
                <a:solidFill>
                  <a:srgbClr val="236487"/>
                </a:solidFill>
                <a:latin typeface="IPAexGothic"/>
                <a:ea typeface="IPAexGothic"/>
                <a:cs typeface="IPAexGothic"/>
              </a:defRPr>
            </a:lvl2pPr>
            <a:lvl3pPr algn="l">
              <a:buNone/>
              <a:defRPr sz="1875" b="1">
                <a:solidFill>
                  <a:srgbClr val="236487"/>
                </a:solidFill>
                <a:latin typeface="IPAexGothic"/>
                <a:ea typeface="IPAexGothic"/>
                <a:cs typeface="IPAexGothic"/>
              </a:defRPr>
            </a:lvl3pPr>
            <a:lvl4pPr algn="l">
              <a:buNone/>
              <a:defRPr sz="1875" b="1">
                <a:solidFill>
                  <a:srgbClr val="236487"/>
                </a:solidFill>
                <a:latin typeface="IPAexGothic"/>
                <a:ea typeface="IPAexGothic"/>
                <a:cs typeface="IPAexGothic"/>
              </a:defRPr>
            </a:lvl4pPr>
            <a:lvl5pPr algn="l">
              <a:buNone/>
              <a:defRPr sz="1875" b="1">
                <a:solidFill>
                  <a:srgbClr val="236487"/>
                </a:solidFill>
                <a:latin typeface="IPAexGothic"/>
                <a:ea typeface="IPAexGothic"/>
                <a:cs typeface="IPAexGothic"/>
              </a:defRPr>
            </a:lvl5pPr>
            <a:lvl6pPr algn="l">
              <a:buNone/>
              <a:defRPr sz="1875" b="1">
                <a:solidFill>
                  <a:srgbClr val="236487"/>
                </a:solidFill>
                <a:latin typeface="IPAexGothic"/>
                <a:ea typeface="IPAexGothic"/>
                <a:cs typeface="IPAexGothic"/>
              </a:defRPr>
            </a:lvl6pPr>
            <a:lvl7pPr algn="l">
              <a:buNone/>
              <a:defRPr sz="1875" b="1">
                <a:solidFill>
                  <a:srgbClr val="236487"/>
                </a:solidFill>
                <a:latin typeface="IPAexGothic"/>
                <a:ea typeface="IPAexGothic"/>
                <a:cs typeface="IPAexGothic"/>
              </a:defRPr>
            </a:lvl7pPr>
            <a:lvl8pPr algn="l">
              <a:buNone/>
              <a:defRPr sz="1875" b="1">
                <a:solidFill>
                  <a:srgbClr val="236487"/>
                </a:solidFill>
                <a:latin typeface="IPAexGothic"/>
                <a:ea typeface="IPAexGothic"/>
                <a:cs typeface="IPAexGothic"/>
              </a:defRPr>
            </a:lvl8pPr>
            <a:lvl9pPr algn="l">
              <a:buNone/>
              <a:defRPr sz="1875" b="1">
                <a:solidFill>
                  <a:srgbClr val="236487"/>
                </a:solidFill>
                <a:latin typeface="IPAexGothic"/>
                <a:ea typeface="IPAexGothic"/>
                <a:cs typeface="IPAexGothic"/>
              </a:defRPr>
            </a:lvl9pPr>
          </a:lstStyle>
          <a:p xmlns:a="http://schemas.openxmlformats.org/drawingml/2006/main">
            <a:pPr algn="l">
              <a:buNone/>
              <a:defRPr sz="2025" b="1">
                <a:solidFill>
                  <a:srgbClr val="236487"/>
                </a:solidFill>
                <a:latin typeface="IPAexGothic"/>
                <a:ea typeface="IPAexGothic"/>
                <a:cs typeface="IPAexGothic"/>
              </a:defRPr>
            </a:pPr>
            <a:r>
              <a:rPr sz="2025" b="1">
                <a:solidFill>
                  <a:srgbClr val="236487"/>
                </a:solidFill>
                <a:latin typeface="IPAexGothic"/>
                <a:ea typeface="IPAexGothic"/>
                <a:cs typeface="IPAexGothic"/>
              </a:rPr>
              <a:t>3</a:t>
            </a:r>
          </a:p>
        </p:txBody>
      </p:sp>
      <p:sp>
        <p:nvSpPr>
          <p:cNvPr id="9" name="text-8">
            <a:extLst xmlns:a="http://schemas.openxmlformats.org/drawingml/2006/main">
              <a:ext uri="{FF2B5EF4-FFF2-40B4-BE49-F238E27FC236}">
                <a16:creationId xmlns:a16="http://schemas.microsoft.com/office/drawing/2014/main" id="{6D46F061-3385-4557-A09B-D917359E8506}"/>
              </a:ext>
            </a:extLst>
          </p:cNvPr>
          <p:cNvSpPr>
            <a:spLocks xmlns:a="http://schemas.openxmlformats.org/drawingml/2006/main" noGrp="1"/>
          </p:cNvSpPr>
          <p:nvPr/>
        </p:nvSpPr>
        <p:spPr>
          <a:xfrm xmlns:a="http://schemas.openxmlformats.org/drawingml/2006/main">
            <a:off x="1171575" y="3609975"/>
            <a:ext cx="10287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72B3A"/>
                </a:solidFill>
                <a:latin typeface="IPAexGothic"/>
                <a:ea typeface="IPAexGothic"/>
                <a:cs typeface="IPAexGothic"/>
              </a:defRPr>
            </a:defPPr>
            <a:lvl1pPr algn="l">
              <a:buNone/>
              <a:defRPr sz="1875" b="0">
                <a:solidFill>
                  <a:srgbClr val="172B3A"/>
                </a:solidFill>
                <a:latin typeface="IPAexGothic"/>
                <a:ea typeface="IPAexGothic"/>
                <a:cs typeface="IPAexGothic"/>
              </a:defRPr>
            </a:lvl1pPr>
            <a:lvl2pPr algn="l">
              <a:buNone/>
              <a:defRPr sz="1875" b="0">
                <a:solidFill>
                  <a:srgbClr val="172B3A"/>
                </a:solidFill>
                <a:latin typeface="IPAexGothic"/>
                <a:ea typeface="IPAexGothic"/>
                <a:cs typeface="IPAexGothic"/>
              </a:defRPr>
            </a:lvl2pPr>
            <a:lvl3pPr algn="l">
              <a:buNone/>
              <a:defRPr sz="1875" b="0">
                <a:solidFill>
                  <a:srgbClr val="172B3A"/>
                </a:solidFill>
                <a:latin typeface="IPAexGothic"/>
                <a:ea typeface="IPAexGothic"/>
                <a:cs typeface="IPAexGothic"/>
              </a:defRPr>
            </a:lvl3pPr>
            <a:lvl4pPr algn="l">
              <a:buNone/>
              <a:defRPr sz="1875" b="0">
                <a:solidFill>
                  <a:srgbClr val="172B3A"/>
                </a:solidFill>
                <a:latin typeface="IPAexGothic"/>
                <a:ea typeface="IPAexGothic"/>
                <a:cs typeface="IPAexGothic"/>
              </a:defRPr>
            </a:lvl4pPr>
            <a:lvl5pPr algn="l">
              <a:buNone/>
              <a:defRPr sz="1875" b="0">
                <a:solidFill>
                  <a:srgbClr val="172B3A"/>
                </a:solidFill>
                <a:latin typeface="IPAexGothic"/>
                <a:ea typeface="IPAexGothic"/>
                <a:cs typeface="IPAexGothic"/>
              </a:defRPr>
            </a:lvl5pPr>
            <a:lvl6pPr algn="l">
              <a:buNone/>
              <a:defRPr sz="1875" b="0">
                <a:solidFill>
                  <a:srgbClr val="172B3A"/>
                </a:solidFill>
                <a:latin typeface="IPAexGothic"/>
                <a:ea typeface="IPAexGothic"/>
                <a:cs typeface="IPAexGothic"/>
              </a:defRPr>
            </a:lvl6pPr>
            <a:lvl7pPr algn="l">
              <a:buNone/>
              <a:defRPr sz="1875" b="0">
                <a:solidFill>
                  <a:srgbClr val="172B3A"/>
                </a:solidFill>
                <a:latin typeface="IPAexGothic"/>
                <a:ea typeface="IPAexGothic"/>
                <a:cs typeface="IPAexGothic"/>
              </a:defRPr>
            </a:lvl7pPr>
            <a:lvl8pPr algn="l">
              <a:buNone/>
              <a:defRPr sz="1875" b="0">
                <a:solidFill>
                  <a:srgbClr val="172B3A"/>
                </a:solidFill>
                <a:latin typeface="IPAexGothic"/>
                <a:ea typeface="IPAexGothic"/>
                <a:cs typeface="IPAexGothic"/>
              </a:defRPr>
            </a:lvl8pPr>
            <a:lvl9pPr algn="l">
              <a:buNone/>
              <a:defRPr sz="1875" b="0">
                <a:solidFill>
                  <a:srgbClr val="172B3A"/>
                </a:solidFill>
                <a:latin typeface="IPAexGothic"/>
                <a:ea typeface="IPAexGothic"/>
                <a:cs typeface="IPAexGothic"/>
              </a:defRPr>
            </a:lvl9pPr>
          </a:lstStyle>
          <a:p xmlns:a="http://schemas.openxmlformats.org/drawingml/2006/main">
            <a:pPr algn="l">
              <a:buNone/>
              <a:defRPr sz="1875" b="0">
                <a:solidFill>
                  <a:srgbClr val="172B3A"/>
                </a:solidFill>
                <a:latin typeface="IPAexGothic"/>
                <a:ea typeface="IPAexGothic"/>
                <a:cs typeface="IPAexGothic"/>
              </a:defRPr>
            </a:pPr>
            <a:r>
              <a:rPr sz="1875" b="0">
                <a:solidFill>
                  <a:srgbClr val="172B3A"/>
                </a:solidFill>
                <a:latin typeface="IPAexGothic"/>
                <a:ea typeface="IPAexGothic"/>
                <a:cs typeface="IPAexGothic"/>
              </a:rPr>
              <a:t>同じパターンID・版の情報を、学習入力、確立度評価、判定理由の説明に共通利用する。</a:t>
            </a:r>
          </a:p>
        </p:txBody>
      </p:sp>
      <p:sp>
        <p:nvSpPr>
          <p:cNvPr id="10" name="text-9">
            <a:extLst xmlns:a="http://schemas.openxmlformats.org/drawingml/2006/main">
              <a:ext uri="{FF2B5EF4-FFF2-40B4-BE49-F238E27FC236}">
                <a16:creationId xmlns:a16="http://schemas.microsoft.com/office/drawing/2014/main" id="{E1637511-78D1-45DB-81A2-494D44ADD40C}"/>
              </a:ext>
            </a:extLst>
          </p:cNvPr>
          <p:cNvSpPr>
            <a:spLocks xmlns:a="http://schemas.openxmlformats.org/drawingml/2006/main" noGrp="1"/>
          </p:cNvSpPr>
          <p:nvPr/>
        </p:nvSpPr>
        <p:spPr>
          <a:xfrm xmlns:a="http://schemas.openxmlformats.org/drawingml/2006/main">
            <a:off x="638175" y="454342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236487"/>
                </a:solidFill>
                <a:latin typeface="IPAexGothic"/>
                <a:ea typeface="IPAexGothic"/>
                <a:cs typeface="IPAexGothic"/>
              </a:defRPr>
            </a:defPPr>
            <a:lvl1pPr algn="l">
              <a:buNone/>
              <a:defRPr sz="1875" b="1">
                <a:solidFill>
                  <a:srgbClr val="236487"/>
                </a:solidFill>
                <a:latin typeface="IPAexGothic"/>
                <a:ea typeface="IPAexGothic"/>
                <a:cs typeface="IPAexGothic"/>
              </a:defRPr>
            </a:lvl1pPr>
            <a:lvl2pPr algn="l">
              <a:buNone/>
              <a:defRPr sz="1875" b="1">
                <a:solidFill>
                  <a:srgbClr val="236487"/>
                </a:solidFill>
                <a:latin typeface="IPAexGothic"/>
                <a:ea typeface="IPAexGothic"/>
                <a:cs typeface="IPAexGothic"/>
              </a:defRPr>
            </a:lvl2pPr>
            <a:lvl3pPr algn="l">
              <a:buNone/>
              <a:defRPr sz="1875" b="1">
                <a:solidFill>
                  <a:srgbClr val="236487"/>
                </a:solidFill>
                <a:latin typeface="IPAexGothic"/>
                <a:ea typeface="IPAexGothic"/>
                <a:cs typeface="IPAexGothic"/>
              </a:defRPr>
            </a:lvl3pPr>
            <a:lvl4pPr algn="l">
              <a:buNone/>
              <a:defRPr sz="1875" b="1">
                <a:solidFill>
                  <a:srgbClr val="236487"/>
                </a:solidFill>
                <a:latin typeface="IPAexGothic"/>
                <a:ea typeface="IPAexGothic"/>
                <a:cs typeface="IPAexGothic"/>
              </a:defRPr>
            </a:lvl4pPr>
            <a:lvl5pPr algn="l">
              <a:buNone/>
              <a:defRPr sz="1875" b="1">
                <a:solidFill>
                  <a:srgbClr val="236487"/>
                </a:solidFill>
                <a:latin typeface="IPAexGothic"/>
                <a:ea typeface="IPAexGothic"/>
                <a:cs typeface="IPAexGothic"/>
              </a:defRPr>
            </a:lvl5pPr>
            <a:lvl6pPr algn="l">
              <a:buNone/>
              <a:defRPr sz="1875" b="1">
                <a:solidFill>
                  <a:srgbClr val="236487"/>
                </a:solidFill>
                <a:latin typeface="IPAexGothic"/>
                <a:ea typeface="IPAexGothic"/>
                <a:cs typeface="IPAexGothic"/>
              </a:defRPr>
            </a:lvl6pPr>
            <a:lvl7pPr algn="l">
              <a:buNone/>
              <a:defRPr sz="1875" b="1">
                <a:solidFill>
                  <a:srgbClr val="236487"/>
                </a:solidFill>
                <a:latin typeface="IPAexGothic"/>
                <a:ea typeface="IPAexGothic"/>
                <a:cs typeface="IPAexGothic"/>
              </a:defRPr>
            </a:lvl7pPr>
            <a:lvl8pPr algn="l">
              <a:buNone/>
              <a:defRPr sz="1875" b="1">
                <a:solidFill>
                  <a:srgbClr val="236487"/>
                </a:solidFill>
                <a:latin typeface="IPAexGothic"/>
                <a:ea typeface="IPAexGothic"/>
                <a:cs typeface="IPAexGothic"/>
              </a:defRPr>
            </a:lvl8pPr>
            <a:lvl9pPr algn="l">
              <a:buNone/>
              <a:defRPr sz="1875" b="1">
                <a:solidFill>
                  <a:srgbClr val="236487"/>
                </a:solidFill>
                <a:latin typeface="IPAexGothic"/>
                <a:ea typeface="IPAexGothic"/>
                <a:cs typeface="IPAexGothic"/>
              </a:defRPr>
            </a:lvl9pPr>
          </a:lstStyle>
          <a:p xmlns:a="http://schemas.openxmlformats.org/drawingml/2006/main">
            <a:pPr algn="l">
              <a:buNone/>
              <a:defRPr sz="2025" b="1">
                <a:solidFill>
                  <a:srgbClr val="236487"/>
                </a:solidFill>
                <a:latin typeface="IPAexGothic"/>
                <a:ea typeface="IPAexGothic"/>
                <a:cs typeface="IPAexGothic"/>
              </a:defRPr>
            </a:pPr>
            <a:r>
              <a:rPr sz="2025" b="1">
                <a:solidFill>
                  <a:srgbClr val="236487"/>
                </a:solidFill>
                <a:latin typeface="IPAexGothic"/>
                <a:ea typeface="IPAexGothic"/>
                <a:cs typeface="IPAexGothic"/>
              </a:rPr>
              <a:t>4</a:t>
            </a:r>
          </a:p>
        </p:txBody>
      </p:sp>
      <p:sp>
        <p:nvSpPr>
          <p:cNvPr id="11" name="text-10">
            <a:extLst xmlns:a="http://schemas.openxmlformats.org/drawingml/2006/main">
              <a:ext uri="{FF2B5EF4-FFF2-40B4-BE49-F238E27FC236}">
                <a16:creationId xmlns:a16="http://schemas.microsoft.com/office/drawing/2014/main" id="{1CDD9318-AB5F-4752-8375-95DA766F9C34}"/>
              </a:ext>
            </a:extLst>
          </p:cNvPr>
          <p:cNvSpPr>
            <a:spLocks xmlns:a="http://schemas.openxmlformats.org/drawingml/2006/main" noGrp="1"/>
          </p:cNvSpPr>
          <p:nvPr/>
        </p:nvSpPr>
        <p:spPr>
          <a:xfrm xmlns:a="http://schemas.openxmlformats.org/drawingml/2006/main">
            <a:off x="1171575" y="4543425"/>
            <a:ext cx="10287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72B3A"/>
                </a:solidFill>
                <a:latin typeface="IPAexGothic"/>
                <a:ea typeface="IPAexGothic"/>
                <a:cs typeface="IPAexGothic"/>
              </a:defRPr>
            </a:defPPr>
            <a:lvl1pPr algn="l">
              <a:buNone/>
              <a:defRPr sz="1875" b="0">
                <a:solidFill>
                  <a:srgbClr val="172B3A"/>
                </a:solidFill>
                <a:latin typeface="IPAexGothic"/>
                <a:ea typeface="IPAexGothic"/>
                <a:cs typeface="IPAexGothic"/>
              </a:defRPr>
            </a:lvl1pPr>
            <a:lvl2pPr algn="l">
              <a:buNone/>
              <a:defRPr sz="1875" b="0">
                <a:solidFill>
                  <a:srgbClr val="172B3A"/>
                </a:solidFill>
                <a:latin typeface="IPAexGothic"/>
                <a:ea typeface="IPAexGothic"/>
                <a:cs typeface="IPAexGothic"/>
              </a:defRPr>
            </a:lvl2pPr>
            <a:lvl3pPr algn="l">
              <a:buNone/>
              <a:defRPr sz="1875" b="0">
                <a:solidFill>
                  <a:srgbClr val="172B3A"/>
                </a:solidFill>
                <a:latin typeface="IPAexGothic"/>
                <a:ea typeface="IPAexGothic"/>
                <a:cs typeface="IPAexGothic"/>
              </a:defRPr>
            </a:lvl3pPr>
            <a:lvl4pPr algn="l">
              <a:buNone/>
              <a:defRPr sz="1875" b="0">
                <a:solidFill>
                  <a:srgbClr val="172B3A"/>
                </a:solidFill>
                <a:latin typeface="IPAexGothic"/>
                <a:ea typeface="IPAexGothic"/>
                <a:cs typeface="IPAexGothic"/>
              </a:defRPr>
            </a:lvl4pPr>
            <a:lvl5pPr algn="l">
              <a:buNone/>
              <a:defRPr sz="1875" b="0">
                <a:solidFill>
                  <a:srgbClr val="172B3A"/>
                </a:solidFill>
                <a:latin typeface="IPAexGothic"/>
                <a:ea typeface="IPAexGothic"/>
                <a:cs typeface="IPAexGothic"/>
              </a:defRPr>
            </a:lvl5pPr>
            <a:lvl6pPr algn="l">
              <a:buNone/>
              <a:defRPr sz="1875" b="0">
                <a:solidFill>
                  <a:srgbClr val="172B3A"/>
                </a:solidFill>
                <a:latin typeface="IPAexGothic"/>
                <a:ea typeface="IPAexGothic"/>
                <a:cs typeface="IPAexGothic"/>
              </a:defRPr>
            </a:lvl6pPr>
            <a:lvl7pPr algn="l">
              <a:buNone/>
              <a:defRPr sz="1875" b="0">
                <a:solidFill>
                  <a:srgbClr val="172B3A"/>
                </a:solidFill>
                <a:latin typeface="IPAexGothic"/>
                <a:ea typeface="IPAexGothic"/>
                <a:cs typeface="IPAexGothic"/>
              </a:defRPr>
            </a:lvl7pPr>
            <a:lvl8pPr algn="l">
              <a:buNone/>
              <a:defRPr sz="1875" b="0">
                <a:solidFill>
                  <a:srgbClr val="172B3A"/>
                </a:solidFill>
                <a:latin typeface="IPAexGothic"/>
                <a:ea typeface="IPAexGothic"/>
                <a:cs typeface="IPAexGothic"/>
              </a:defRPr>
            </a:lvl8pPr>
            <a:lvl9pPr algn="l">
              <a:buNone/>
              <a:defRPr sz="1875" b="0">
                <a:solidFill>
                  <a:srgbClr val="172B3A"/>
                </a:solidFill>
                <a:latin typeface="IPAexGothic"/>
                <a:ea typeface="IPAexGothic"/>
                <a:cs typeface="IPAexGothic"/>
              </a:defRPr>
            </a:lvl9pPr>
          </a:lstStyle>
          <a:p xmlns:a="http://schemas.openxmlformats.org/drawingml/2006/main">
            <a:pPr algn="l">
              <a:buNone/>
              <a:defRPr sz="1875" b="0">
                <a:solidFill>
                  <a:srgbClr val="172B3A"/>
                </a:solidFill>
                <a:latin typeface="IPAexGothic"/>
                <a:ea typeface="IPAexGothic"/>
                <a:cs typeface="IPAexGothic"/>
              </a:defRPr>
            </a:pPr>
            <a:r>
              <a:rPr sz="1875" b="0">
                <a:solidFill>
                  <a:srgbClr val="172B3A"/>
                </a:solidFill>
                <a:latin typeface="IPAexGothic"/>
                <a:ea typeface="IPAexGothic"/>
                <a:cs typeface="IPAexGothic"/>
              </a:rPr>
              <a:t>今回のモデルへの寄与と、過去の統計的関連を区別して併記する。出現率、効果量、信頼区間、対象数等を用いる。</a:t>
            </a:r>
          </a:p>
        </p:txBody>
      </p:sp>
    </p:spTree>
    <p:extLst>
      <p:ext uri="{BB962C8B-B14F-4D97-AF65-F5344CB8AC3E}">
        <p14:creationId xmlns:p14="http://schemas.microsoft.com/office/powerpoint/2010/main" val="1927577412"/>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headline">
            <a:extLst xmlns:a="http://schemas.openxmlformats.org/drawingml/2006/main">
              <a:ext uri="{FF2B5EF4-FFF2-40B4-BE49-F238E27FC236}">
                <a16:creationId xmlns:a16="http://schemas.microsoft.com/office/drawing/2014/main" id="{EB8B3A05-5EA5-4B34-BC91-CBFE894469AA}"/>
              </a:ext>
            </a:extLst>
          </p:cNvPr>
          <p:cNvSpPr>
            <a:spLocks xmlns:a="http://schemas.openxmlformats.org/drawingml/2006/main" noGrp="1"/>
          </p:cNvSpPr>
          <p:nvPr/>
        </p:nvSpPr>
        <p:spPr>
          <a:xfrm xmlns:a="http://schemas.openxmlformats.org/drawingml/2006/main">
            <a:off x="590550" y="333375"/>
            <a:ext cx="1095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72B3A"/>
                </a:solidFill>
                <a:latin typeface="IPAexGothic"/>
                <a:ea typeface="IPAexGothic"/>
                <a:cs typeface="IPAexGothic"/>
              </a:defRPr>
            </a:defPPr>
            <a:lvl1pPr algn="l">
              <a:buNone/>
              <a:defRPr sz="3300" b="1">
                <a:solidFill>
                  <a:srgbClr val="172B3A"/>
                </a:solidFill>
                <a:latin typeface="IPAexGothic"/>
                <a:ea typeface="IPAexGothic"/>
                <a:cs typeface="IPAexGothic"/>
              </a:defRPr>
            </a:lvl1pPr>
            <a:lvl2pPr algn="l">
              <a:buNone/>
              <a:defRPr sz="3300" b="1">
                <a:solidFill>
                  <a:srgbClr val="172B3A"/>
                </a:solidFill>
                <a:latin typeface="IPAexGothic"/>
                <a:ea typeface="IPAexGothic"/>
                <a:cs typeface="IPAexGothic"/>
              </a:defRPr>
            </a:lvl2pPr>
            <a:lvl3pPr algn="l">
              <a:buNone/>
              <a:defRPr sz="3300" b="1">
                <a:solidFill>
                  <a:srgbClr val="172B3A"/>
                </a:solidFill>
                <a:latin typeface="IPAexGothic"/>
                <a:ea typeface="IPAexGothic"/>
                <a:cs typeface="IPAexGothic"/>
              </a:defRPr>
            </a:lvl3pPr>
            <a:lvl4pPr algn="l">
              <a:buNone/>
              <a:defRPr sz="3300" b="1">
                <a:solidFill>
                  <a:srgbClr val="172B3A"/>
                </a:solidFill>
                <a:latin typeface="IPAexGothic"/>
                <a:ea typeface="IPAexGothic"/>
                <a:cs typeface="IPAexGothic"/>
              </a:defRPr>
            </a:lvl4pPr>
            <a:lvl5pPr algn="l">
              <a:buNone/>
              <a:defRPr sz="3300" b="1">
                <a:solidFill>
                  <a:srgbClr val="172B3A"/>
                </a:solidFill>
                <a:latin typeface="IPAexGothic"/>
                <a:ea typeface="IPAexGothic"/>
                <a:cs typeface="IPAexGothic"/>
              </a:defRPr>
            </a:lvl5pPr>
            <a:lvl6pPr algn="l">
              <a:buNone/>
              <a:defRPr sz="3300" b="1">
                <a:solidFill>
                  <a:srgbClr val="172B3A"/>
                </a:solidFill>
                <a:latin typeface="IPAexGothic"/>
                <a:ea typeface="IPAexGothic"/>
                <a:cs typeface="IPAexGothic"/>
              </a:defRPr>
            </a:lvl6pPr>
            <a:lvl7pPr algn="l">
              <a:buNone/>
              <a:defRPr sz="3300" b="1">
                <a:solidFill>
                  <a:srgbClr val="172B3A"/>
                </a:solidFill>
                <a:latin typeface="IPAexGothic"/>
                <a:ea typeface="IPAexGothic"/>
                <a:cs typeface="IPAexGothic"/>
              </a:defRPr>
            </a:lvl7pPr>
            <a:lvl8pPr algn="l">
              <a:buNone/>
              <a:defRPr sz="3300" b="1">
                <a:solidFill>
                  <a:srgbClr val="172B3A"/>
                </a:solidFill>
                <a:latin typeface="IPAexGothic"/>
                <a:ea typeface="IPAexGothic"/>
                <a:cs typeface="IPAexGothic"/>
              </a:defRPr>
            </a:lvl8pPr>
            <a:lvl9pPr algn="l">
              <a:buNone/>
              <a:defRPr sz="3300" b="1">
                <a:solidFill>
                  <a:srgbClr val="172B3A"/>
                </a:solidFill>
                <a:latin typeface="IPAexGothic"/>
                <a:ea typeface="IPAexGothic"/>
                <a:cs typeface="IPAexGothic"/>
              </a:defRPr>
            </a:lvl9pPr>
          </a:lstStyle>
          <a:p xmlns:a="http://schemas.openxmlformats.org/drawingml/2006/main">
            <a:pPr algn="l">
              <a:buNone/>
              <a:defRPr sz="3300" b="1">
                <a:solidFill>
                  <a:srgbClr val="172B3A"/>
                </a:solidFill>
                <a:latin typeface="IPAexGothic"/>
                <a:ea typeface="IPAexGothic"/>
                <a:cs typeface="IPAexGothic"/>
              </a:defRPr>
            </a:pPr>
            <a:r>
              <a:rPr sz="3300" b="1">
                <a:solidFill>
                  <a:srgbClr val="172B3A"/>
                </a:solidFill>
                <a:latin typeface="IPAexGothic"/>
                <a:ea typeface="IPAexGothic"/>
                <a:cs typeface="IPAexGothic"/>
              </a:rPr>
              <a:t>請求項6 変化検知と削除停止と再評価</a:t>
            </a:r>
          </a:p>
        </p:txBody>
      </p:sp>
      <p:sp>
        <p:nvSpPr>
          <p:cNvPr id="2" name="summary">
            <a:extLst xmlns:a="http://schemas.openxmlformats.org/drawingml/2006/main">
              <a:ext uri="{FF2B5EF4-FFF2-40B4-BE49-F238E27FC236}">
                <a16:creationId xmlns:a16="http://schemas.microsoft.com/office/drawing/2014/main" id="{5CFBAA6D-F472-4C59-84BA-6EDFF9369498}"/>
              </a:ext>
            </a:extLst>
          </p:cNvPr>
          <p:cNvSpPr>
            <a:spLocks xmlns:a="http://schemas.openxmlformats.org/drawingml/2006/main" noGrp="1"/>
          </p:cNvSpPr>
          <p:nvPr/>
        </p:nvSpPr>
        <p:spPr>
          <a:xfrm xmlns:a="http://schemas.openxmlformats.org/drawingml/2006/main">
            <a:off x="609600" y="1028700"/>
            <a:ext cx="10896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86872"/>
                </a:solidFill>
                <a:latin typeface="IPAexGothic"/>
                <a:ea typeface="IPAexGothic"/>
                <a:cs typeface="IPAexGothic"/>
              </a:defRPr>
            </a:defPPr>
            <a:lvl1pPr algn="l">
              <a:buNone/>
              <a:defRPr sz="1800" b="0">
                <a:solidFill>
                  <a:srgbClr val="586872"/>
                </a:solidFill>
                <a:latin typeface="IPAexGothic"/>
                <a:ea typeface="IPAexGothic"/>
                <a:cs typeface="IPAexGothic"/>
              </a:defRPr>
            </a:lvl1pPr>
            <a:lvl2pPr algn="l">
              <a:buNone/>
              <a:defRPr sz="1800" b="0">
                <a:solidFill>
                  <a:srgbClr val="586872"/>
                </a:solidFill>
                <a:latin typeface="IPAexGothic"/>
                <a:ea typeface="IPAexGothic"/>
                <a:cs typeface="IPAexGothic"/>
              </a:defRPr>
            </a:lvl2pPr>
            <a:lvl3pPr algn="l">
              <a:buNone/>
              <a:defRPr sz="1800" b="0">
                <a:solidFill>
                  <a:srgbClr val="586872"/>
                </a:solidFill>
                <a:latin typeface="IPAexGothic"/>
                <a:ea typeface="IPAexGothic"/>
                <a:cs typeface="IPAexGothic"/>
              </a:defRPr>
            </a:lvl3pPr>
            <a:lvl4pPr algn="l">
              <a:buNone/>
              <a:defRPr sz="1800" b="0">
                <a:solidFill>
                  <a:srgbClr val="586872"/>
                </a:solidFill>
                <a:latin typeface="IPAexGothic"/>
                <a:ea typeface="IPAexGothic"/>
                <a:cs typeface="IPAexGothic"/>
              </a:defRPr>
            </a:lvl4pPr>
            <a:lvl5pPr algn="l">
              <a:buNone/>
              <a:defRPr sz="1800" b="0">
                <a:solidFill>
                  <a:srgbClr val="586872"/>
                </a:solidFill>
                <a:latin typeface="IPAexGothic"/>
                <a:ea typeface="IPAexGothic"/>
                <a:cs typeface="IPAexGothic"/>
              </a:defRPr>
            </a:lvl5pPr>
            <a:lvl6pPr algn="l">
              <a:buNone/>
              <a:defRPr sz="1800" b="0">
                <a:solidFill>
                  <a:srgbClr val="586872"/>
                </a:solidFill>
                <a:latin typeface="IPAexGothic"/>
                <a:ea typeface="IPAexGothic"/>
                <a:cs typeface="IPAexGothic"/>
              </a:defRPr>
            </a:lvl6pPr>
            <a:lvl7pPr algn="l">
              <a:buNone/>
              <a:defRPr sz="1800" b="0">
                <a:solidFill>
                  <a:srgbClr val="586872"/>
                </a:solidFill>
                <a:latin typeface="IPAexGothic"/>
                <a:ea typeface="IPAexGothic"/>
                <a:cs typeface="IPAexGothic"/>
              </a:defRPr>
            </a:lvl7pPr>
            <a:lvl8pPr algn="l">
              <a:buNone/>
              <a:defRPr sz="1800" b="0">
                <a:solidFill>
                  <a:srgbClr val="586872"/>
                </a:solidFill>
                <a:latin typeface="IPAexGothic"/>
                <a:ea typeface="IPAexGothic"/>
                <a:cs typeface="IPAexGothic"/>
              </a:defRPr>
            </a:lvl8pPr>
            <a:lvl9pPr algn="l">
              <a:buNone/>
              <a:defRPr sz="1800" b="0">
                <a:solidFill>
                  <a:srgbClr val="586872"/>
                </a:solidFill>
                <a:latin typeface="IPAexGothic"/>
                <a:ea typeface="IPAexGothic"/>
                <a:cs typeface="IPAexGothic"/>
              </a:defRPr>
            </a:lvl9pPr>
          </a:lstStyle>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請求項6は、環境やパターンが変わったときに削除を停止し、残存・新規データで更新する処理です。</a:t>
            </a:r>
          </a:p>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更新後の版で条件を再評価してから削除を再開し、削除済み元データの復活は前提にしません。</a:t>
            </a:r>
          </a:p>
        </p:txBody>
      </p:sp>
      <p:sp>
        <p:nvSpPr>
          <p:cNvPr id="3" name="text-2">
            <a:extLst xmlns:a="http://schemas.openxmlformats.org/drawingml/2006/main">
              <a:ext uri="{FF2B5EF4-FFF2-40B4-BE49-F238E27FC236}">
                <a16:creationId xmlns:a16="http://schemas.microsoft.com/office/drawing/2014/main" id="{B67E0E5D-9216-4ED6-B20D-742C8CE99AC8}"/>
              </a:ext>
            </a:extLst>
          </p:cNvPr>
          <p:cNvSpPr>
            <a:spLocks xmlns:a="http://schemas.openxmlformats.org/drawingml/2006/main" noGrp="1"/>
          </p:cNvSpPr>
          <p:nvPr/>
        </p:nvSpPr>
        <p:spPr>
          <a:xfrm xmlns:a="http://schemas.openxmlformats.org/drawingml/2006/main">
            <a:off x="11239500" y="644842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872"/>
                </a:solidFill>
                <a:latin typeface="IPAexGothic"/>
                <a:ea typeface="IPAexGothic"/>
                <a:cs typeface="IPAexGothic"/>
              </a:defRPr>
            </a:defPPr>
            <a:lvl1pPr algn="r">
              <a:buNone/>
              <a:defRPr sz="1275" b="0">
                <a:solidFill>
                  <a:srgbClr val="586872"/>
                </a:solidFill>
                <a:latin typeface="IPAexGothic"/>
                <a:ea typeface="IPAexGothic"/>
                <a:cs typeface="IPAexGothic"/>
              </a:defRPr>
            </a:lvl1pPr>
            <a:lvl2pPr algn="r">
              <a:buNone/>
              <a:defRPr sz="1275" b="0">
                <a:solidFill>
                  <a:srgbClr val="586872"/>
                </a:solidFill>
                <a:latin typeface="IPAexGothic"/>
                <a:ea typeface="IPAexGothic"/>
                <a:cs typeface="IPAexGothic"/>
              </a:defRPr>
            </a:lvl2pPr>
            <a:lvl3pPr algn="r">
              <a:buNone/>
              <a:defRPr sz="1275" b="0">
                <a:solidFill>
                  <a:srgbClr val="586872"/>
                </a:solidFill>
                <a:latin typeface="IPAexGothic"/>
                <a:ea typeface="IPAexGothic"/>
                <a:cs typeface="IPAexGothic"/>
              </a:defRPr>
            </a:lvl3pPr>
            <a:lvl4pPr algn="r">
              <a:buNone/>
              <a:defRPr sz="1275" b="0">
                <a:solidFill>
                  <a:srgbClr val="586872"/>
                </a:solidFill>
                <a:latin typeface="IPAexGothic"/>
                <a:ea typeface="IPAexGothic"/>
                <a:cs typeface="IPAexGothic"/>
              </a:defRPr>
            </a:lvl4pPr>
            <a:lvl5pPr algn="r">
              <a:buNone/>
              <a:defRPr sz="1275" b="0">
                <a:solidFill>
                  <a:srgbClr val="586872"/>
                </a:solidFill>
                <a:latin typeface="IPAexGothic"/>
                <a:ea typeface="IPAexGothic"/>
                <a:cs typeface="IPAexGothic"/>
              </a:defRPr>
            </a:lvl5pPr>
            <a:lvl6pPr algn="r">
              <a:buNone/>
              <a:defRPr sz="1275" b="0">
                <a:solidFill>
                  <a:srgbClr val="586872"/>
                </a:solidFill>
                <a:latin typeface="IPAexGothic"/>
                <a:ea typeface="IPAexGothic"/>
                <a:cs typeface="IPAexGothic"/>
              </a:defRPr>
            </a:lvl6pPr>
            <a:lvl7pPr algn="r">
              <a:buNone/>
              <a:defRPr sz="1275" b="0">
                <a:solidFill>
                  <a:srgbClr val="586872"/>
                </a:solidFill>
                <a:latin typeface="IPAexGothic"/>
                <a:ea typeface="IPAexGothic"/>
                <a:cs typeface="IPAexGothic"/>
              </a:defRPr>
            </a:lvl7pPr>
            <a:lvl8pPr algn="r">
              <a:buNone/>
              <a:defRPr sz="1275" b="0">
                <a:solidFill>
                  <a:srgbClr val="586872"/>
                </a:solidFill>
                <a:latin typeface="IPAexGothic"/>
                <a:ea typeface="IPAexGothic"/>
                <a:cs typeface="IPAexGothic"/>
              </a:defRPr>
            </a:lvl8pPr>
            <a:lvl9pPr algn="r">
              <a:buNone/>
              <a:defRPr sz="1275" b="0">
                <a:solidFill>
                  <a:srgbClr val="586872"/>
                </a:solidFill>
                <a:latin typeface="IPAexGothic"/>
                <a:ea typeface="IPAexGothic"/>
                <a:cs typeface="IPAexGothic"/>
              </a:defRPr>
            </a:lvl9pPr>
          </a:lstStyle>
          <a:p xmlns:a="http://schemas.openxmlformats.org/drawingml/2006/main">
            <a:pPr algn="r">
              <a:buNone/>
              <a:defRPr sz="1275" b="0">
                <a:solidFill>
                  <a:srgbClr val="586872"/>
                </a:solidFill>
                <a:latin typeface="IPAexGothic"/>
                <a:ea typeface="IPAexGothic"/>
                <a:cs typeface="IPAexGothic"/>
              </a:defRPr>
            </a:pPr>
            <a:r>
              <a:rPr sz="1275" b="0">
                <a:solidFill>
                  <a:srgbClr val="586872"/>
                </a:solidFill>
                <a:latin typeface="IPAexGothic"/>
                <a:ea typeface="IPAexGothic"/>
                <a:cs typeface="IPAexGothic"/>
              </a:rPr>
              <a:t>55</a:t>
            </a:r>
          </a:p>
        </p:txBody>
      </p:sp>
      <p:sp>
        <p:nvSpPr>
          <p:cNvPr id="4" name="text-3">
            <a:extLst xmlns:a="http://schemas.openxmlformats.org/drawingml/2006/main">
              <a:ext uri="{FF2B5EF4-FFF2-40B4-BE49-F238E27FC236}">
                <a16:creationId xmlns:a16="http://schemas.microsoft.com/office/drawing/2014/main" id="{149FA166-5EFF-4457-A60B-E8787C20A21B}"/>
              </a:ext>
            </a:extLst>
          </p:cNvPr>
          <p:cNvSpPr>
            <a:spLocks xmlns:a="http://schemas.openxmlformats.org/drawingml/2006/main" noGrp="1"/>
          </p:cNvSpPr>
          <p:nvPr/>
        </p:nvSpPr>
        <p:spPr>
          <a:xfrm xmlns:a="http://schemas.openxmlformats.org/drawingml/2006/main">
            <a:off x="638175" y="174307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236487"/>
                </a:solidFill>
                <a:latin typeface="IPAexGothic"/>
                <a:ea typeface="IPAexGothic"/>
                <a:cs typeface="IPAexGothic"/>
              </a:defRPr>
            </a:defPPr>
            <a:lvl1pPr algn="l">
              <a:buNone/>
              <a:defRPr sz="1875" b="1">
                <a:solidFill>
                  <a:srgbClr val="236487"/>
                </a:solidFill>
                <a:latin typeface="IPAexGothic"/>
                <a:ea typeface="IPAexGothic"/>
                <a:cs typeface="IPAexGothic"/>
              </a:defRPr>
            </a:lvl1pPr>
            <a:lvl2pPr algn="l">
              <a:buNone/>
              <a:defRPr sz="1875" b="1">
                <a:solidFill>
                  <a:srgbClr val="236487"/>
                </a:solidFill>
                <a:latin typeface="IPAexGothic"/>
                <a:ea typeface="IPAexGothic"/>
                <a:cs typeface="IPAexGothic"/>
              </a:defRPr>
            </a:lvl2pPr>
            <a:lvl3pPr algn="l">
              <a:buNone/>
              <a:defRPr sz="1875" b="1">
                <a:solidFill>
                  <a:srgbClr val="236487"/>
                </a:solidFill>
                <a:latin typeface="IPAexGothic"/>
                <a:ea typeface="IPAexGothic"/>
                <a:cs typeface="IPAexGothic"/>
              </a:defRPr>
            </a:lvl3pPr>
            <a:lvl4pPr algn="l">
              <a:buNone/>
              <a:defRPr sz="1875" b="1">
                <a:solidFill>
                  <a:srgbClr val="236487"/>
                </a:solidFill>
                <a:latin typeface="IPAexGothic"/>
                <a:ea typeface="IPAexGothic"/>
                <a:cs typeface="IPAexGothic"/>
              </a:defRPr>
            </a:lvl4pPr>
            <a:lvl5pPr algn="l">
              <a:buNone/>
              <a:defRPr sz="1875" b="1">
                <a:solidFill>
                  <a:srgbClr val="236487"/>
                </a:solidFill>
                <a:latin typeface="IPAexGothic"/>
                <a:ea typeface="IPAexGothic"/>
                <a:cs typeface="IPAexGothic"/>
              </a:defRPr>
            </a:lvl5pPr>
            <a:lvl6pPr algn="l">
              <a:buNone/>
              <a:defRPr sz="1875" b="1">
                <a:solidFill>
                  <a:srgbClr val="236487"/>
                </a:solidFill>
                <a:latin typeface="IPAexGothic"/>
                <a:ea typeface="IPAexGothic"/>
                <a:cs typeface="IPAexGothic"/>
              </a:defRPr>
            </a:lvl6pPr>
            <a:lvl7pPr algn="l">
              <a:buNone/>
              <a:defRPr sz="1875" b="1">
                <a:solidFill>
                  <a:srgbClr val="236487"/>
                </a:solidFill>
                <a:latin typeface="IPAexGothic"/>
                <a:ea typeface="IPAexGothic"/>
                <a:cs typeface="IPAexGothic"/>
              </a:defRPr>
            </a:lvl7pPr>
            <a:lvl8pPr algn="l">
              <a:buNone/>
              <a:defRPr sz="1875" b="1">
                <a:solidFill>
                  <a:srgbClr val="236487"/>
                </a:solidFill>
                <a:latin typeface="IPAexGothic"/>
                <a:ea typeface="IPAexGothic"/>
                <a:cs typeface="IPAexGothic"/>
              </a:defRPr>
            </a:lvl8pPr>
            <a:lvl9pPr algn="l">
              <a:buNone/>
              <a:defRPr sz="1875" b="1">
                <a:solidFill>
                  <a:srgbClr val="236487"/>
                </a:solidFill>
                <a:latin typeface="IPAexGothic"/>
                <a:ea typeface="IPAexGothic"/>
                <a:cs typeface="IPAexGothic"/>
              </a:defRPr>
            </a:lvl9pPr>
          </a:lstStyle>
          <a:p xmlns:a="http://schemas.openxmlformats.org/drawingml/2006/main">
            <a:pPr algn="l">
              <a:buNone/>
              <a:defRPr sz="2025" b="1">
                <a:solidFill>
                  <a:srgbClr val="236487"/>
                </a:solidFill>
                <a:latin typeface="IPAexGothic"/>
                <a:ea typeface="IPAexGothic"/>
                <a:cs typeface="IPAexGothic"/>
              </a:defRPr>
            </a:pPr>
            <a:r>
              <a:rPr sz="2025" b="1">
                <a:solidFill>
                  <a:srgbClr val="236487"/>
                </a:solidFill>
                <a:latin typeface="IPAexGothic"/>
                <a:ea typeface="IPAexGothic"/>
                <a:cs typeface="IPAexGothic"/>
              </a:rPr>
              <a:t>1</a:t>
            </a:r>
          </a:p>
        </p:txBody>
      </p:sp>
      <p:sp>
        <p:nvSpPr>
          <p:cNvPr id="5" name="text-4">
            <a:extLst xmlns:a="http://schemas.openxmlformats.org/drawingml/2006/main">
              <a:ext uri="{FF2B5EF4-FFF2-40B4-BE49-F238E27FC236}">
                <a16:creationId xmlns:a16="http://schemas.microsoft.com/office/drawing/2014/main" id="{4CF5955C-50AB-43D4-8660-E75154EB5F8A}"/>
              </a:ext>
            </a:extLst>
          </p:cNvPr>
          <p:cNvSpPr>
            <a:spLocks xmlns:a="http://schemas.openxmlformats.org/drawingml/2006/main" noGrp="1"/>
          </p:cNvSpPr>
          <p:nvPr/>
        </p:nvSpPr>
        <p:spPr>
          <a:xfrm xmlns:a="http://schemas.openxmlformats.org/drawingml/2006/main">
            <a:off x="1171575" y="1743075"/>
            <a:ext cx="10287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72B3A"/>
                </a:solidFill>
                <a:latin typeface="IPAexGothic"/>
                <a:ea typeface="IPAexGothic"/>
                <a:cs typeface="IPAexGothic"/>
              </a:defRPr>
            </a:defPPr>
            <a:lvl1pPr algn="l">
              <a:buNone/>
              <a:defRPr sz="1875" b="0">
                <a:solidFill>
                  <a:srgbClr val="172B3A"/>
                </a:solidFill>
                <a:latin typeface="IPAexGothic"/>
                <a:ea typeface="IPAexGothic"/>
                <a:cs typeface="IPAexGothic"/>
              </a:defRPr>
            </a:lvl1pPr>
            <a:lvl2pPr algn="l">
              <a:buNone/>
              <a:defRPr sz="1875" b="0">
                <a:solidFill>
                  <a:srgbClr val="172B3A"/>
                </a:solidFill>
                <a:latin typeface="IPAexGothic"/>
                <a:ea typeface="IPAexGothic"/>
                <a:cs typeface="IPAexGothic"/>
              </a:defRPr>
            </a:lvl2pPr>
            <a:lvl3pPr algn="l">
              <a:buNone/>
              <a:defRPr sz="1875" b="0">
                <a:solidFill>
                  <a:srgbClr val="172B3A"/>
                </a:solidFill>
                <a:latin typeface="IPAexGothic"/>
                <a:ea typeface="IPAexGothic"/>
                <a:cs typeface="IPAexGothic"/>
              </a:defRPr>
            </a:lvl3pPr>
            <a:lvl4pPr algn="l">
              <a:buNone/>
              <a:defRPr sz="1875" b="0">
                <a:solidFill>
                  <a:srgbClr val="172B3A"/>
                </a:solidFill>
                <a:latin typeface="IPAexGothic"/>
                <a:ea typeface="IPAexGothic"/>
                <a:cs typeface="IPAexGothic"/>
              </a:defRPr>
            </a:lvl4pPr>
            <a:lvl5pPr algn="l">
              <a:buNone/>
              <a:defRPr sz="1875" b="0">
                <a:solidFill>
                  <a:srgbClr val="172B3A"/>
                </a:solidFill>
                <a:latin typeface="IPAexGothic"/>
                <a:ea typeface="IPAexGothic"/>
                <a:cs typeface="IPAexGothic"/>
              </a:defRPr>
            </a:lvl5pPr>
            <a:lvl6pPr algn="l">
              <a:buNone/>
              <a:defRPr sz="1875" b="0">
                <a:solidFill>
                  <a:srgbClr val="172B3A"/>
                </a:solidFill>
                <a:latin typeface="IPAexGothic"/>
                <a:ea typeface="IPAexGothic"/>
                <a:cs typeface="IPAexGothic"/>
              </a:defRPr>
            </a:lvl6pPr>
            <a:lvl7pPr algn="l">
              <a:buNone/>
              <a:defRPr sz="1875" b="0">
                <a:solidFill>
                  <a:srgbClr val="172B3A"/>
                </a:solidFill>
                <a:latin typeface="IPAexGothic"/>
                <a:ea typeface="IPAexGothic"/>
                <a:cs typeface="IPAexGothic"/>
              </a:defRPr>
            </a:lvl7pPr>
            <a:lvl8pPr algn="l">
              <a:buNone/>
              <a:defRPr sz="1875" b="0">
                <a:solidFill>
                  <a:srgbClr val="172B3A"/>
                </a:solidFill>
                <a:latin typeface="IPAexGothic"/>
                <a:ea typeface="IPAexGothic"/>
                <a:cs typeface="IPAexGothic"/>
              </a:defRPr>
            </a:lvl8pPr>
            <a:lvl9pPr algn="l">
              <a:buNone/>
              <a:defRPr sz="1875" b="0">
                <a:solidFill>
                  <a:srgbClr val="172B3A"/>
                </a:solidFill>
                <a:latin typeface="IPAexGothic"/>
                <a:ea typeface="IPAexGothic"/>
                <a:cs typeface="IPAexGothic"/>
              </a:defRPr>
            </a:lvl9pPr>
          </a:lstStyle>
          <a:p xmlns:a="http://schemas.openxmlformats.org/drawingml/2006/main">
            <a:pPr algn="l">
              <a:buNone/>
              <a:defRPr sz="1875" b="0">
                <a:solidFill>
                  <a:srgbClr val="172B3A"/>
                </a:solidFill>
                <a:latin typeface="IPAexGothic"/>
                <a:ea typeface="IPAexGothic"/>
                <a:cs typeface="IPAexGothic"/>
              </a:defRPr>
            </a:pPr>
            <a:r>
              <a:rPr sz="1875" b="0">
                <a:solidFill>
                  <a:srgbClr val="172B3A"/>
                </a:solidFill>
                <a:latin typeface="IPAexGothic"/>
                <a:ea typeface="IPAexGothic"/>
                <a:cs typeface="IPAexGothic"/>
              </a:rPr>
              <a:t>境界未知率、類似度分布、統計的関係、性能の変化で、影響するパターン・条件の今後の削除を止め、新規元データを保持する。</a:t>
            </a:r>
          </a:p>
        </p:txBody>
      </p:sp>
      <p:sp>
        <p:nvSpPr>
          <p:cNvPr id="6" name="text-5">
            <a:extLst xmlns:a="http://schemas.openxmlformats.org/drawingml/2006/main">
              <a:ext uri="{FF2B5EF4-FFF2-40B4-BE49-F238E27FC236}">
                <a16:creationId xmlns:a16="http://schemas.microsoft.com/office/drawing/2014/main" id="{C893151A-0F21-43BC-9A96-3FA0B2A83B44}"/>
              </a:ext>
            </a:extLst>
          </p:cNvPr>
          <p:cNvSpPr>
            <a:spLocks xmlns:a="http://schemas.openxmlformats.org/drawingml/2006/main" noGrp="1"/>
          </p:cNvSpPr>
          <p:nvPr/>
        </p:nvSpPr>
        <p:spPr>
          <a:xfrm xmlns:a="http://schemas.openxmlformats.org/drawingml/2006/main">
            <a:off x="638175" y="267652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236487"/>
                </a:solidFill>
                <a:latin typeface="IPAexGothic"/>
                <a:ea typeface="IPAexGothic"/>
                <a:cs typeface="IPAexGothic"/>
              </a:defRPr>
            </a:defPPr>
            <a:lvl1pPr algn="l">
              <a:buNone/>
              <a:defRPr sz="1875" b="1">
                <a:solidFill>
                  <a:srgbClr val="236487"/>
                </a:solidFill>
                <a:latin typeface="IPAexGothic"/>
                <a:ea typeface="IPAexGothic"/>
                <a:cs typeface="IPAexGothic"/>
              </a:defRPr>
            </a:lvl1pPr>
            <a:lvl2pPr algn="l">
              <a:buNone/>
              <a:defRPr sz="1875" b="1">
                <a:solidFill>
                  <a:srgbClr val="236487"/>
                </a:solidFill>
                <a:latin typeface="IPAexGothic"/>
                <a:ea typeface="IPAexGothic"/>
                <a:cs typeface="IPAexGothic"/>
              </a:defRPr>
            </a:lvl2pPr>
            <a:lvl3pPr algn="l">
              <a:buNone/>
              <a:defRPr sz="1875" b="1">
                <a:solidFill>
                  <a:srgbClr val="236487"/>
                </a:solidFill>
                <a:latin typeface="IPAexGothic"/>
                <a:ea typeface="IPAexGothic"/>
                <a:cs typeface="IPAexGothic"/>
              </a:defRPr>
            </a:lvl3pPr>
            <a:lvl4pPr algn="l">
              <a:buNone/>
              <a:defRPr sz="1875" b="1">
                <a:solidFill>
                  <a:srgbClr val="236487"/>
                </a:solidFill>
                <a:latin typeface="IPAexGothic"/>
                <a:ea typeface="IPAexGothic"/>
                <a:cs typeface="IPAexGothic"/>
              </a:defRPr>
            </a:lvl4pPr>
            <a:lvl5pPr algn="l">
              <a:buNone/>
              <a:defRPr sz="1875" b="1">
                <a:solidFill>
                  <a:srgbClr val="236487"/>
                </a:solidFill>
                <a:latin typeface="IPAexGothic"/>
                <a:ea typeface="IPAexGothic"/>
                <a:cs typeface="IPAexGothic"/>
              </a:defRPr>
            </a:lvl5pPr>
            <a:lvl6pPr algn="l">
              <a:buNone/>
              <a:defRPr sz="1875" b="1">
                <a:solidFill>
                  <a:srgbClr val="236487"/>
                </a:solidFill>
                <a:latin typeface="IPAexGothic"/>
                <a:ea typeface="IPAexGothic"/>
                <a:cs typeface="IPAexGothic"/>
              </a:defRPr>
            </a:lvl6pPr>
            <a:lvl7pPr algn="l">
              <a:buNone/>
              <a:defRPr sz="1875" b="1">
                <a:solidFill>
                  <a:srgbClr val="236487"/>
                </a:solidFill>
                <a:latin typeface="IPAexGothic"/>
                <a:ea typeface="IPAexGothic"/>
                <a:cs typeface="IPAexGothic"/>
              </a:defRPr>
            </a:lvl7pPr>
            <a:lvl8pPr algn="l">
              <a:buNone/>
              <a:defRPr sz="1875" b="1">
                <a:solidFill>
                  <a:srgbClr val="236487"/>
                </a:solidFill>
                <a:latin typeface="IPAexGothic"/>
                <a:ea typeface="IPAexGothic"/>
                <a:cs typeface="IPAexGothic"/>
              </a:defRPr>
            </a:lvl8pPr>
            <a:lvl9pPr algn="l">
              <a:buNone/>
              <a:defRPr sz="1875" b="1">
                <a:solidFill>
                  <a:srgbClr val="236487"/>
                </a:solidFill>
                <a:latin typeface="IPAexGothic"/>
                <a:ea typeface="IPAexGothic"/>
                <a:cs typeface="IPAexGothic"/>
              </a:defRPr>
            </a:lvl9pPr>
          </a:lstStyle>
          <a:p xmlns:a="http://schemas.openxmlformats.org/drawingml/2006/main">
            <a:pPr algn="l">
              <a:buNone/>
              <a:defRPr sz="2025" b="1">
                <a:solidFill>
                  <a:srgbClr val="236487"/>
                </a:solidFill>
                <a:latin typeface="IPAexGothic"/>
                <a:ea typeface="IPAexGothic"/>
                <a:cs typeface="IPAexGothic"/>
              </a:defRPr>
            </a:pPr>
            <a:r>
              <a:rPr sz="2025" b="1">
                <a:solidFill>
                  <a:srgbClr val="236487"/>
                </a:solidFill>
                <a:latin typeface="IPAexGothic"/>
                <a:ea typeface="IPAexGothic"/>
                <a:cs typeface="IPAexGothic"/>
              </a:rPr>
              <a:t>2</a:t>
            </a:r>
          </a:p>
        </p:txBody>
      </p:sp>
      <p:sp>
        <p:nvSpPr>
          <p:cNvPr id="7" name="text-6">
            <a:extLst xmlns:a="http://schemas.openxmlformats.org/drawingml/2006/main">
              <a:ext uri="{FF2B5EF4-FFF2-40B4-BE49-F238E27FC236}">
                <a16:creationId xmlns:a16="http://schemas.microsoft.com/office/drawing/2014/main" id="{D65160FD-50E5-4395-9CFC-7F1D5994D566}"/>
              </a:ext>
            </a:extLst>
          </p:cNvPr>
          <p:cNvSpPr>
            <a:spLocks xmlns:a="http://schemas.openxmlformats.org/drawingml/2006/main" noGrp="1"/>
          </p:cNvSpPr>
          <p:nvPr/>
        </p:nvSpPr>
        <p:spPr>
          <a:xfrm xmlns:a="http://schemas.openxmlformats.org/drawingml/2006/main">
            <a:off x="1171575" y="2676525"/>
            <a:ext cx="10287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72B3A"/>
                </a:solidFill>
                <a:latin typeface="IPAexGothic"/>
                <a:ea typeface="IPAexGothic"/>
                <a:cs typeface="IPAexGothic"/>
              </a:defRPr>
            </a:defPPr>
            <a:lvl1pPr algn="l">
              <a:buNone/>
              <a:defRPr sz="1875" b="0">
                <a:solidFill>
                  <a:srgbClr val="172B3A"/>
                </a:solidFill>
                <a:latin typeface="IPAexGothic"/>
                <a:ea typeface="IPAexGothic"/>
                <a:cs typeface="IPAexGothic"/>
              </a:defRPr>
            </a:lvl1pPr>
            <a:lvl2pPr algn="l">
              <a:buNone/>
              <a:defRPr sz="1875" b="0">
                <a:solidFill>
                  <a:srgbClr val="172B3A"/>
                </a:solidFill>
                <a:latin typeface="IPAexGothic"/>
                <a:ea typeface="IPAexGothic"/>
                <a:cs typeface="IPAexGothic"/>
              </a:defRPr>
            </a:lvl2pPr>
            <a:lvl3pPr algn="l">
              <a:buNone/>
              <a:defRPr sz="1875" b="0">
                <a:solidFill>
                  <a:srgbClr val="172B3A"/>
                </a:solidFill>
                <a:latin typeface="IPAexGothic"/>
                <a:ea typeface="IPAexGothic"/>
                <a:cs typeface="IPAexGothic"/>
              </a:defRPr>
            </a:lvl3pPr>
            <a:lvl4pPr algn="l">
              <a:buNone/>
              <a:defRPr sz="1875" b="0">
                <a:solidFill>
                  <a:srgbClr val="172B3A"/>
                </a:solidFill>
                <a:latin typeface="IPAexGothic"/>
                <a:ea typeface="IPAexGothic"/>
                <a:cs typeface="IPAexGothic"/>
              </a:defRPr>
            </a:lvl4pPr>
            <a:lvl5pPr algn="l">
              <a:buNone/>
              <a:defRPr sz="1875" b="0">
                <a:solidFill>
                  <a:srgbClr val="172B3A"/>
                </a:solidFill>
                <a:latin typeface="IPAexGothic"/>
                <a:ea typeface="IPAexGothic"/>
                <a:cs typeface="IPAexGothic"/>
              </a:defRPr>
            </a:lvl5pPr>
            <a:lvl6pPr algn="l">
              <a:buNone/>
              <a:defRPr sz="1875" b="0">
                <a:solidFill>
                  <a:srgbClr val="172B3A"/>
                </a:solidFill>
                <a:latin typeface="IPAexGothic"/>
                <a:ea typeface="IPAexGothic"/>
                <a:cs typeface="IPAexGothic"/>
              </a:defRPr>
            </a:lvl6pPr>
            <a:lvl7pPr algn="l">
              <a:buNone/>
              <a:defRPr sz="1875" b="0">
                <a:solidFill>
                  <a:srgbClr val="172B3A"/>
                </a:solidFill>
                <a:latin typeface="IPAexGothic"/>
                <a:ea typeface="IPAexGothic"/>
                <a:cs typeface="IPAexGothic"/>
              </a:defRPr>
            </a:lvl7pPr>
            <a:lvl8pPr algn="l">
              <a:buNone/>
              <a:defRPr sz="1875" b="0">
                <a:solidFill>
                  <a:srgbClr val="172B3A"/>
                </a:solidFill>
                <a:latin typeface="IPAexGothic"/>
                <a:ea typeface="IPAexGothic"/>
                <a:cs typeface="IPAexGothic"/>
              </a:defRPr>
            </a:lvl8pPr>
            <a:lvl9pPr algn="l">
              <a:buNone/>
              <a:defRPr sz="1875" b="0">
                <a:solidFill>
                  <a:srgbClr val="172B3A"/>
                </a:solidFill>
                <a:latin typeface="IPAexGothic"/>
                <a:ea typeface="IPAexGothic"/>
                <a:cs typeface="IPAexGothic"/>
              </a:defRPr>
            </a:lvl9pPr>
          </a:lstStyle>
          <a:p xmlns:a="http://schemas.openxmlformats.org/drawingml/2006/main">
            <a:pPr algn="l">
              <a:buNone/>
              <a:defRPr sz="1875" b="0">
                <a:solidFill>
                  <a:srgbClr val="172B3A"/>
                </a:solidFill>
                <a:latin typeface="IPAexGothic"/>
                <a:ea typeface="IPAexGothic"/>
                <a:cs typeface="IPAexGothic"/>
              </a:defRPr>
            </a:pPr>
            <a:r>
              <a:rPr sz="1875" b="0">
                <a:solidFill>
                  <a:srgbClr val="172B3A"/>
                </a:solidFill>
                <a:latin typeface="IPAexGothic"/>
                <a:ea typeface="IPAexGothic"/>
                <a:cs typeface="IPAexGothic"/>
              </a:rPr>
              <a:t>残存・新規の境界元データで再構築し、未知元データから新しいパターンを抽出する。</a:t>
            </a:r>
          </a:p>
        </p:txBody>
      </p:sp>
      <p:sp>
        <p:nvSpPr>
          <p:cNvPr id="8" name="text-7">
            <a:extLst xmlns:a="http://schemas.openxmlformats.org/drawingml/2006/main">
              <a:ext uri="{FF2B5EF4-FFF2-40B4-BE49-F238E27FC236}">
                <a16:creationId xmlns:a16="http://schemas.microsoft.com/office/drawing/2014/main" id="{C0B0CF55-2E7C-4150-9AE1-9AF8BD2DCECA}"/>
              </a:ext>
            </a:extLst>
          </p:cNvPr>
          <p:cNvSpPr>
            <a:spLocks xmlns:a="http://schemas.openxmlformats.org/drawingml/2006/main" noGrp="1"/>
          </p:cNvSpPr>
          <p:nvPr/>
        </p:nvSpPr>
        <p:spPr>
          <a:xfrm xmlns:a="http://schemas.openxmlformats.org/drawingml/2006/main">
            <a:off x="638175" y="360997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236487"/>
                </a:solidFill>
                <a:latin typeface="IPAexGothic"/>
                <a:ea typeface="IPAexGothic"/>
                <a:cs typeface="IPAexGothic"/>
              </a:defRPr>
            </a:defPPr>
            <a:lvl1pPr algn="l">
              <a:buNone/>
              <a:defRPr sz="1875" b="1">
                <a:solidFill>
                  <a:srgbClr val="236487"/>
                </a:solidFill>
                <a:latin typeface="IPAexGothic"/>
                <a:ea typeface="IPAexGothic"/>
                <a:cs typeface="IPAexGothic"/>
              </a:defRPr>
            </a:lvl1pPr>
            <a:lvl2pPr algn="l">
              <a:buNone/>
              <a:defRPr sz="1875" b="1">
                <a:solidFill>
                  <a:srgbClr val="236487"/>
                </a:solidFill>
                <a:latin typeface="IPAexGothic"/>
                <a:ea typeface="IPAexGothic"/>
                <a:cs typeface="IPAexGothic"/>
              </a:defRPr>
            </a:lvl2pPr>
            <a:lvl3pPr algn="l">
              <a:buNone/>
              <a:defRPr sz="1875" b="1">
                <a:solidFill>
                  <a:srgbClr val="236487"/>
                </a:solidFill>
                <a:latin typeface="IPAexGothic"/>
                <a:ea typeface="IPAexGothic"/>
                <a:cs typeface="IPAexGothic"/>
              </a:defRPr>
            </a:lvl3pPr>
            <a:lvl4pPr algn="l">
              <a:buNone/>
              <a:defRPr sz="1875" b="1">
                <a:solidFill>
                  <a:srgbClr val="236487"/>
                </a:solidFill>
                <a:latin typeface="IPAexGothic"/>
                <a:ea typeface="IPAexGothic"/>
                <a:cs typeface="IPAexGothic"/>
              </a:defRPr>
            </a:lvl4pPr>
            <a:lvl5pPr algn="l">
              <a:buNone/>
              <a:defRPr sz="1875" b="1">
                <a:solidFill>
                  <a:srgbClr val="236487"/>
                </a:solidFill>
                <a:latin typeface="IPAexGothic"/>
                <a:ea typeface="IPAexGothic"/>
                <a:cs typeface="IPAexGothic"/>
              </a:defRPr>
            </a:lvl5pPr>
            <a:lvl6pPr algn="l">
              <a:buNone/>
              <a:defRPr sz="1875" b="1">
                <a:solidFill>
                  <a:srgbClr val="236487"/>
                </a:solidFill>
                <a:latin typeface="IPAexGothic"/>
                <a:ea typeface="IPAexGothic"/>
                <a:cs typeface="IPAexGothic"/>
              </a:defRPr>
            </a:lvl6pPr>
            <a:lvl7pPr algn="l">
              <a:buNone/>
              <a:defRPr sz="1875" b="1">
                <a:solidFill>
                  <a:srgbClr val="236487"/>
                </a:solidFill>
                <a:latin typeface="IPAexGothic"/>
                <a:ea typeface="IPAexGothic"/>
                <a:cs typeface="IPAexGothic"/>
              </a:defRPr>
            </a:lvl7pPr>
            <a:lvl8pPr algn="l">
              <a:buNone/>
              <a:defRPr sz="1875" b="1">
                <a:solidFill>
                  <a:srgbClr val="236487"/>
                </a:solidFill>
                <a:latin typeface="IPAexGothic"/>
                <a:ea typeface="IPAexGothic"/>
                <a:cs typeface="IPAexGothic"/>
              </a:defRPr>
            </a:lvl8pPr>
            <a:lvl9pPr algn="l">
              <a:buNone/>
              <a:defRPr sz="1875" b="1">
                <a:solidFill>
                  <a:srgbClr val="236487"/>
                </a:solidFill>
                <a:latin typeface="IPAexGothic"/>
                <a:ea typeface="IPAexGothic"/>
                <a:cs typeface="IPAexGothic"/>
              </a:defRPr>
            </a:lvl9pPr>
          </a:lstStyle>
          <a:p xmlns:a="http://schemas.openxmlformats.org/drawingml/2006/main">
            <a:pPr algn="l">
              <a:buNone/>
              <a:defRPr sz="2025" b="1">
                <a:solidFill>
                  <a:srgbClr val="236487"/>
                </a:solidFill>
                <a:latin typeface="IPAexGothic"/>
                <a:ea typeface="IPAexGothic"/>
                <a:cs typeface="IPAexGothic"/>
              </a:defRPr>
            </a:pPr>
            <a:r>
              <a:rPr sz="2025" b="1">
                <a:solidFill>
                  <a:srgbClr val="236487"/>
                </a:solidFill>
                <a:latin typeface="IPAexGothic"/>
                <a:ea typeface="IPAexGothic"/>
                <a:cs typeface="IPAexGothic"/>
              </a:rPr>
              <a:t>3</a:t>
            </a:r>
          </a:p>
        </p:txBody>
      </p:sp>
      <p:sp>
        <p:nvSpPr>
          <p:cNvPr id="9" name="text-8">
            <a:extLst xmlns:a="http://schemas.openxmlformats.org/drawingml/2006/main">
              <a:ext uri="{FF2B5EF4-FFF2-40B4-BE49-F238E27FC236}">
                <a16:creationId xmlns:a16="http://schemas.microsoft.com/office/drawing/2014/main" id="{AD357C82-8454-4B51-BD28-61A0F4B33314}"/>
              </a:ext>
            </a:extLst>
          </p:cNvPr>
          <p:cNvSpPr>
            <a:spLocks xmlns:a="http://schemas.openxmlformats.org/drawingml/2006/main" noGrp="1"/>
          </p:cNvSpPr>
          <p:nvPr/>
        </p:nvSpPr>
        <p:spPr>
          <a:xfrm xmlns:a="http://schemas.openxmlformats.org/drawingml/2006/main">
            <a:off x="1171575" y="3609975"/>
            <a:ext cx="10287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72B3A"/>
                </a:solidFill>
                <a:latin typeface="IPAexGothic"/>
                <a:ea typeface="IPAexGothic"/>
                <a:cs typeface="IPAexGothic"/>
              </a:defRPr>
            </a:defPPr>
            <a:lvl1pPr algn="l">
              <a:buNone/>
              <a:defRPr sz="1875" b="0">
                <a:solidFill>
                  <a:srgbClr val="172B3A"/>
                </a:solidFill>
                <a:latin typeface="IPAexGothic"/>
                <a:ea typeface="IPAexGothic"/>
                <a:cs typeface="IPAexGothic"/>
              </a:defRPr>
            </a:lvl1pPr>
            <a:lvl2pPr algn="l">
              <a:buNone/>
              <a:defRPr sz="1875" b="0">
                <a:solidFill>
                  <a:srgbClr val="172B3A"/>
                </a:solidFill>
                <a:latin typeface="IPAexGothic"/>
                <a:ea typeface="IPAexGothic"/>
                <a:cs typeface="IPAexGothic"/>
              </a:defRPr>
            </a:lvl2pPr>
            <a:lvl3pPr algn="l">
              <a:buNone/>
              <a:defRPr sz="1875" b="0">
                <a:solidFill>
                  <a:srgbClr val="172B3A"/>
                </a:solidFill>
                <a:latin typeface="IPAexGothic"/>
                <a:ea typeface="IPAexGothic"/>
                <a:cs typeface="IPAexGothic"/>
              </a:defRPr>
            </a:lvl3pPr>
            <a:lvl4pPr algn="l">
              <a:buNone/>
              <a:defRPr sz="1875" b="0">
                <a:solidFill>
                  <a:srgbClr val="172B3A"/>
                </a:solidFill>
                <a:latin typeface="IPAexGothic"/>
                <a:ea typeface="IPAexGothic"/>
                <a:cs typeface="IPAexGothic"/>
              </a:defRPr>
            </a:lvl4pPr>
            <a:lvl5pPr algn="l">
              <a:buNone/>
              <a:defRPr sz="1875" b="0">
                <a:solidFill>
                  <a:srgbClr val="172B3A"/>
                </a:solidFill>
                <a:latin typeface="IPAexGothic"/>
                <a:ea typeface="IPAexGothic"/>
                <a:cs typeface="IPAexGothic"/>
              </a:defRPr>
            </a:lvl5pPr>
            <a:lvl6pPr algn="l">
              <a:buNone/>
              <a:defRPr sz="1875" b="0">
                <a:solidFill>
                  <a:srgbClr val="172B3A"/>
                </a:solidFill>
                <a:latin typeface="IPAexGothic"/>
                <a:ea typeface="IPAexGothic"/>
                <a:cs typeface="IPAexGothic"/>
              </a:defRPr>
            </a:lvl6pPr>
            <a:lvl7pPr algn="l">
              <a:buNone/>
              <a:defRPr sz="1875" b="0">
                <a:solidFill>
                  <a:srgbClr val="172B3A"/>
                </a:solidFill>
                <a:latin typeface="IPAexGothic"/>
                <a:ea typeface="IPAexGothic"/>
                <a:cs typeface="IPAexGothic"/>
              </a:defRPr>
            </a:lvl7pPr>
            <a:lvl8pPr algn="l">
              <a:buNone/>
              <a:defRPr sz="1875" b="0">
                <a:solidFill>
                  <a:srgbClr val="172B3A"/>
                </a:solidFill>
                <a:latin typeface="IPAexGothic"/>
                <a:ea typeface="IPAexGothic"/>
                <a:cs typeface="IPAexGothic"/>
              </a:defRPr>
            </a:lvl8pPr>
            <a:lvl9pPr algn="l">
              <a:buNone/>
              <a:defRPr sz="1875" b="0">
                <a:solidFill>
                  <a:srgbClr val="172B3A"/>
                </a:solidFill>
                <a:latin typeface="IPAexGothic"/>
                <a:ea typeface="IPAexGothic"/>
                <a:cs typeface="IPAexGothic"/>
              </a:defRPr>
            </a:lvl9pPr>
          </a:lstStyle>
          <a:p xmlns:a="http://schemas.openxmlformats.org/drawingml/2006/main">
            <a:pPr algn="l">
              <a:buNone/>
              <a:defRPr sz="1875" b="0">
                <a:solidFill>
                  <a:srgbClr val="172B3A"/>
                </a:solidFill>
                <a:latin typeface="IPAexGothic"/>
                <a:ea typeface="IPAexGothic"/>
                <a:cs typeface="IPAexGothic"/>
              </a:defRPr>
            </a:pPr>
            <a:r>
              <a:rPr sz="1875" b="0">
                <a:solidFill>
                  <a:srgbClr val="172B3A"/>
                </a:solidFill>
                <a:latin typeface="IPAexGothic"/>
                <a:ea typeface="IPAexGothic"/>
                <a:cs typeface="IPAexGothic"/>
              </a:rPr>
              <a:t>分割・統合・新規登録時に、版、閾値、出現対応、統計、モデル、確立度、代替性、保持条件を更新する。</a:t>
            </a:r>
          </a:p>
        </p:txBody>
      </p:sp>
      <p:sp>
        <p:nvSpPr>
          <p:cNvPr id="10" name="text-9">
            <a:extLst xmlns:a="http://schemas.openxmlformats.org/drawingml/2006/main">
              <a:ext uri="{FF2B5EF4-FFF2-40B4-BE49-F238E27FC236}">
                <a16:creationId xmlns:a16="http://schemas.microsoft.com/office/drawing/2014/main" id="{B8350683-49B8-4D89-B6A6-CDE472149DD5}"/>
              </a:ext>
            </a:extLst>
          </p:cNvPr>
          <p:cNvSpPr>
            <a:spLocks xmlns:a="http://schemas.openxmlformats.org/drawingml/2006/main" noGrp="1"/>
          </p:cNvSpPr>
          <p:nvPr/>
        </p:nvSpPr>
        <p:spPr>
          <a:xfrm xmlns:a="http://schemas.openxmlformats.org/drawingml/2006/main">
            <a:off x="638175" y="454342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236487"/>
                </a:solidFill>
                <a:latin typeface="IPAexGothic"/>
                <a:ea typeface="IPAexGothic"/>
                <a:cs typeface="IPAexGothic"/>
              </a:defRPr>
            </a:defPPr>
            <a:lvl1pPr algn="l">
              <a:buNone/>
              <a:defRPr sz="1875" b="1">
                <a:solidFill>
                  <a:srgbClr val="236487"/>
                </a:solidFill>
                <a:latin typeface="IPAexGothic"/>
                <a:ea typeface="IPAexGothic"/>
                <a:cs typeface="IPAexGothic"/>
              </a:defRPr>
            </a:lvl1pPr>
            <a:lvl2pPr algn="l">
              <a:buNone/>
              <a:defRPr sz="1875" b="1">
                <a:solidFill>
                  <a:srgbClr val="236487"/>
                </a:solidFill>
                <a:latin typeface="IPAexGothic"/>
                <a:ea typeface="IPAexGothic"/>
                <a:cs typeface="IPAexGothic"/>
              </a:defRPr>
            </a:lvl2pPr>
            <a:lvl3pPr algn="l">
              <a:buNone/>
              <a:defRPr sz="1875" b="1">
                <a:solidFill>
                  <a:srgbClr val="236487"/>
                </a:solidFill>
                <a:latin typeface="IPAexGothic"/>
                <a:ea typeface="IPAexGothic"/>
                <a:cs typeface="IPAexGothic"/>
              </a:defRPr>
            </a:lvl3pPr>
            <a:lvl4pPr algn="l">
              <a:buNone/>
              <a:defRPr sz="1875" b="1">
                <a:solidFill>
                  <a:srgbClr val="236487"/>
                </a:solidFill>
                <a:latin typeface="IPAexGothic"/>
                <a:ea typeface="IPAexGothic"/>
                <a:cs typeface="IPAexGothic"/>
              </a:defRPr>
            </a:lvl4pPr>
            <a:lvl5pPr algn="l">
              <a:buNone/>
              <a:defRPr sz="1875" b="1">
                <a:solidFill>
                  <a:srgbClr val="236487"/>
                </a:solidFill>
                <a:latin typeface="IPAexGothic"/>
                <a:ea typeface="IPAexGothic"/>
                <a:cs typeface="IPAexGothic"/>
              </a:defRPr>
            </a:lvl5pPr>
            <a:lvl6pPr algn="l">
              <a:buNone/>
              <a:defRPr sz="1875" b="1">
                <a:solidFill>
                  <a:srgbClr val="236487"/>
                </a:solidFill>
                <a:latin typeface="IPAexGothic"/>
                <a:ea typeface="IPAexGothic"/>
                <a:cs typeface="IPAexGothic"/>
              </a:defRPr>
            </a:lvl6pPr>
            <a:lvl7pPr algn="l">
              <a:buNone/>
              <a:defRPr sz="1875" b="1">
                <a:solidFill>
                  <a:srgbClr val="236487"/>
                </a:solidFill>
                <a:latin typeface="IPAexGothic"/>
                <a:ea typeface="IPAexGothic"/>
                <a:cs typeface="IPAexGothic"/>
              </a:defRPr>
            </a:lvl7pPr>
            <a:lvl8pPr algn="l">
              <a:buNone/>
              <a:defRPr sz="1875" b="1">
                <a:solidFill>
                  <a:srgbClr val="236487"/>
                </a:solidFill>
                <a:latin typeface="IPAexGothic"/>
                <a:ea typeface="IPAexGothic"/>
                <a:cs typeface="IPAexGothic"/>
              </a:defRPr>
            </a:lvl8pPr>
            <a:lvl9pPr algn="l">
              <a:buNone/>
              <a:defRPr sz="1875" b="1">
                <a:solidFill>
                  <a:srgbClr val="236487"/>
                </a:solidFill>
                <a:latin typeface="IPAexGothic"/>
                <a:ea typeface="IPAexGothic"/>
                <a:cs typeface="IPAexGothic"/>
              </a:defRPr>
            </a:lvl9pPr>
          </a:lstStyle>
          <a:p xmlns:a="http://schemas.openxmlformats.org/drawingml/2006/main">
            <a:pPr algn="l">
              <a:buNone/>
              <a:defRPr sz="2025" b="1">
                <a:solidFill>
                  <a:srgbClr val="236487"/>
                </a:solidFill>
                <a:latin typeface="IPAexGothic"/>
                <a:ea typeface="IPAexGothic"/>
                <a:cs typeface="IPAexGothic"/>
              </a:defRPr>
            </a:pPr>
            <a:r>
              <a:rPr sz="2025" b="1">
                <a:solidFill>
                  <a:srgbClr val="236487"/>
                </a:solidFill>
                <a:latin typeface="IPAexGothic"/>
                <a:ea typeface="IPAexGothic"/>
                <a:cs typeface="IPAexGothic"/>
              </a:rPr>
              <a:t>4</a:t>
            </a:r>
          </a:p>
        </p:txBody>
      </p:sp>
      <p:sp>
        <p:nvSpPr>
          <p:cNvPr id="11" name="text-10">
            <a:extLst xmlns:a="http://schemas.openxmlformats.org/drawingml/2006/main">
              <a:ext uri="{FF2B5EF4-FFF2-40B4-BE49-F238E27FC236}">
                <a16:creationId xmlns:a16="http://schemas.microsoft.com/office/drawing/2014/main" id="{895F8B06-C67D-47E5-B199-CFEECC709FD2}"/>
              </a:ext>
            </a:extLst>
          </p:cNvPr>
          <p:cNvSpPr>
            <a:spLocks xmlns:a="http://schemas.openxmlformats.org/drawingml/2006/main" noGrp="1"/>
          </p:cNvSpPr>
          <p:nvPr/>
        </p:nvSpPr>
        <p:spPr>
          <a:xfrm xmlns:a="http://schemas.openxmlformats.org/drawingml/2006/main">
            <a:off x="1171575" y="4543425"/>
            <a:ext cx="10287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72B3A"/>
                </a:solidFill>
                <a:latin typeface="IPAexGothic"/>
                <a:ea typeface="IPAexGothic"/>
                <a:cs typeface="IPAexGothic"/>
              </a:defRPr>
            </a:defPPr>
            <a:lvl1pPr algn="l">
              <a:buNone/>
              <a:defRPr sz="1875" b="0">
                <a:solidFill>
                  <a:srgbClr val="172B3A"/>
                </a:solidFill>
                <a:latin typeface="IPAexGothic"/>
                <a:ea typeface="IPAexGothic"/>
                <a:cs typeface="IPAexGothic"/>
              </a:defRPr>
            </a:lvl1pPr>
            <a:lvl2pPr algn="l">
              <a:buNone/>
              <a:defRPr sz="1875" b="0">
                <a:solidFill>
                  <a:srgbClr val="172B3A"/>
                </a:solidFill>
                <a:latin typeface="IPAexGothic"/>
                <a:ea typeface="IPAexGothic"/>
                <a:cs typeface="IPAexGothic"/>
              </a:defRPr>
            </a:lvl2pPr>
            <a:lvl3pPr algn="l">
              <a:buNone/>
              <a:defRPr sz="1875" b="0">
                <a:solidFill>
                  <a:srgbClr val="172B3A"/>
                </a:solidFill>
                <a:latin typeface="IPAexGothic"/>
                <a:ea typeface="IPAexGothic"/>
                <a:cs typeface="IPAexGothic"/>
              </a:defRPr>
            </a:lvl3pPr>
            <a:lvl4pPr algn="l">
              <a:buNone/>
              <a:defRPr sz="1875" b="0">
                <a:solidFill>
                  <a:srgbClr val="172B3A"/>
                </a:solidFill>
                <a:latin typeface="IPAexGothic"/>
                <a:ea typeface="IPAexGothic"/>
                <a:cs typeface="IPAexGothic"/>
              </a:defRPr>
            </a:lvl4pPr>
            <a:lvl5pPr algn="l">
              <a:buNone/>
              <a:defRPr sz="1875" b="0">
                <a:solidFill>
                  <a:srgbClr val="172B3A"/>
                </a:solidFill>
                <a:latin typeface="IPAexGothic"/>
                <a:ea typeface="IPAexGothic"/>
                <a:cs typeface="IPAexGothic"/>
              </a:defRPr>
            </a:lvl5pPr>
            <a:lvl6pPr algn="l">
              <a:buNone/>
              <a:defRPr sz="1875" b="0">
                <a:solidFill>
                  <a:srgbClr val="172B3A"/>
                </a:solidFill>
                <a:latin typeface="IPAexGothic"/>
                <a:ea typeface="IPAexGothic"/>
                <a:cs typeface="IPAexGothic"/>
              </a:defRPr>
            </a:lvl6pPr>
            <a:lvl7pPr algn="l">
              <a:buNone/>
              <a:defRPr sz="1875" b="0">
                <a:solidFill>
                  <a:srgbClr val="172B3A"/>
                </a:solidFill>
                <a:latin typeface="IPAexGothic"/>
                <a:ea typeface="IPAexGothic"/>
                <a:cs typeface="IPAexGothic"/>
              </a:defRPr>
            </a:lvl7pPr>
            <a:lvl8pPr algn="l">
              <a:buNone/>
              <a:defRPr sz="1875" b="0">
                <a:solidFill>
                  <a:srgbClr val="172B3A"/>
                </a:solidFill>
                <a:latin typeface="IPAexGothic"/>
                <a:ea typeface="IPAexGothic"/>
                <a:cs typeface="IPAexGothic"/>
              </a:defRPr>
            </a:lvl8pPr>
            <a:lvl9pPr algn="l">
              <a:buNone/>
              <a:defRPr sz="1875" b="0">
                <a:solidFill>
                  <a:srgbClr val="172B3A"/>
                </a:solidFill>
                <a:latin typeface="IPAexGothic"/>
                <a:ea typeface="IPAexGothic"/>
                <a:cs typeface="IPAexGothic"/>
              </a:defRPr>
            </a:lvl9pPr>
          </a:lstStyle>
          <a:p xmlns:a="http://schemas.openxmlformats.org/drawingml/2006/main">
            <a:pPr algn="l">
              <a:buNone/>
              <a:defRPr sz="1875" b="0">
                <a:solidFill>
                  <a:srgbClr val="172B3A"/>
                </a:solidFill>
                <a:latin typeface="IPAexGothic"/>
                <a:ea typeface="IPAexGothic"/>
                <a:cs typeface="IPAexGothic"/>
              </a:defRPr>
            </a:pPr>
            <a:r>
              <a:rPr sz="1875" b="0">
                <a:solidFill>
                  <a:srgbClr val="172B3A"/>
                </a:solidFill>
                <a:latin typeface="IPAexGothic"/>
                <a:ea typeface="IPAexGothic"/>
                <a:cs typeface="IPAexGothic"/>
              </a:rPr>
              <a:t>旧版の削除許可を新版へ自動適用せず、再評価で合格した範囲だけ再開する。削除済み元データの再取得は前提にしない。</a:t>
            </a:r>
          </a:p>
        </p:txBody>
      </p:sp>
    </p:spTree>
    <p:extLst>
      <p:ext uri="{BB962C8B-B14F-4D97-AF65-F5344CB8AC3E}">
        <p14:creationId xmlns:p14="http://schemas.microsoft.com/office/powerpoint/2010/main" val="1757557322"/>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headline">
            <a:extLst xmlns:a="http://schemas.openxmlformats.org/drawingml/2006/main">
              <a:ext uri="{FF2B5EF4-FFF2-40B4-BE49-F238E27FC236}">
                <a16:creationId xmlns:a16="http://schemas.microsoft.com/office/drawing/2014/main" id="{C74055CD-AF0E-4651-AA32-E37ADAF0C772}"/>
              </a:ext>
            </a:extLst>
          </p:cNvPr>
          <p:cNvSpPr>
            <a:spLocks xmlns:a="http://schemas.openxmlformats.org/drawingml/2006/main" noGrp="1"/>
          </p:cNvSpPr>
          <p:nvPr/>
        </p:nvSpPr>
        <p:spPr>
          <a:xfrm xmlns:a="http://schemas.openxmlformats.org/drawingml/2006/main">
            <a:off x="590550" y="333375"/>
            <a:ext cx="1095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72B3A"/>
                </a:solidFill>
                <a:latin typeface="IPAexGothic"/>
                <a:ea typeface="IPAexGothic"/>
                <a:cs typeface="IPAexGothic"/>
              </a:defRPr>
            </a:defPPr>
            <a:lvl1pPr algn="l">
              <a:buNone/>
              <a:defRPr sz="3300" b="1">
                <a:solidFill>
                  <a:srgbClr val="172B3A"/>
                </a:solidFill>
                <a:latin typeface="IPAexGothic"/>
                <a:ea typeface="IPAexGothic"/>
                <a:cs typeface="IPAexGothic"/>
              </a:defRPr>
            </a:lvl1pPr>
            <a:lvl2pPr algn="l">
              <a:buNone/>
              <a:defRPr sz="3300" b="1">
                <a:solidFill>
                  <a:srgbClr val="172B3A"/>
                </a:solidFill>
                <a:latin typeface="IPAexGothic"/>
                <a:ea typeface="IPAexGothic"/>
                <a:cs typeface="IPAexGothic"/>
              </a:defRPr>
            </a:lvl2pPr>
            <a:lvl3pPr algn="l">
              <a:buNone/>
              <a:defRPr sz="3300" b="1">
                <a:solidFill>
                  <a:srgbClr val="172B3A"/>
                </a:solidFill>
                <a:latin typeface="IPAexGothic"/>
                <a:ea typeface="IPAexGothic"/>
                <a:cs typeface="IPAexGothic"/>
              </a:defRPr>
            </a:lvl3pPr>
            <a:lvl4pPr algn="l">
              <a:buNone/>
              <a:defRPr sz="3300" b="1">
                <a:solidFill>
                  <a:srgbClr val="172B3A"/>
                </a:solidFill>
                <a:latin typeface="IPAexGothic"/>
                <a:ea typeface="IPAexGothic"/>
                <a:cs typeface="IPAexGothic"/>
              </a:defRPr>
            </a:lvl4pPr>
            <a:lvl5pPr algn="l">
              <a:buNone/>
              <a:defRPr sz="3300" b="1">
                <a:solidFill>
                  <a:srgbClr val="172B3A"/>
                </a:solidFill>
                <a:latin typeface="IPAexGothic"/>
                <a:ea typeface="IPAexGothic"/>
                <a:cs typeface="IPAexGothic"/>
              </a:defRPr>
            </a:lvl5pPr>
            <a:lvl6pPr algn="l">
              <a:buNone/>
              <a:defRPr sz="3300" b="1">
                <a:solidFill>
                  <a:srgbClr val="172B3A"/>
                </a:solidFill>
                <a:latin typeface="IPAexGothic"/>
                <a:ea typeface="IPAexGothic"/>
                <a:cs typeface="IPAexGothic"/>
              </a:defRPr>
            </a:lvl6pPr>
            <a:lvl7pPr algn="l">
              <a:buNone/>
              <a:defRPr sz="3300" b="1">
                <a:solidFill>
                  <a:srgbClr val="172B3A"/>
                </a:solidFill>
                <a:latin typeface="IPAexGothic"/>
                <a:ea typeface="IPAexGothic"/>
                <a:cs typeface="IPAexGothic"/>
              </a:defRPr>
            </a:lvl7pPr>
            <a:lvl8pPr algn="l">
              <a:buNone/>
              <a:defRPr sz="3300" b="1">
                <a:solidFill>
                  <a:srgbClr val="172B3A"/>
                </a:solidFill>
                <a:latin typeface="IPAexGothic"/>
                <a:ea typeface="IPAexGothic"/>
                <a:cs typeface="IPAexGothic"/>
              </a:defRPr>
            </a:lvl8pPr>
            <a:lvl9pPr algn="l">
              <a:buNone/>
              <a:defRPr sz="3300" b="1">
                <a:solidFill>
                  <a:srgbClr val="172B3A"/>
                </a:solidFill>
                <a:latin typeface="IPAexGothic"/>
                <a:ea typeface="IPAexGothic"/>
                <a:cs typeface="IPAexGothic"/>
              </a:defRPr>
            </a:lvl9pPr>
          </a:lstStyle>
          <a:p xmlns:a="http://schemas.openxmlformats.org/drawingml/2006/main">
            <a:pPr algn="l">
              <a:buNone/>
              <a:defRPr sz="3300" b="1">
                <a:solidFill>
                  <a:srgbClr val="172B3A"/>
                </a:solidFill>
                <a:latin typeface="IPAexGothic"/>
                <a:ea typeface="IPAexGothic"/>
                <a:cs typeface="IPAexGothic"/>
              </a:defRPr>
            </a:pPr>
            <a:r>
              <a:rPr sz="3300" b="1">
                <a:solidFill>
                  <a:srgbClr val="172B3A"/>
                </a:solidFill>
                <a:latin typeface="IPAexGothic"/>
                <a:ea typeface="IPAexGothic"/>
                <a:cs typeface="IPAexGothic"/>
              </a:rPr>
              <a:t>確認済みの範囲と次に決める内容</a:t>
            </a:r>
          </a:p>
        </p:txBody>
      </p:sp>
      <p:sp>
        <p:nvSpPr>
          <p:cNvPr id="2" name="summary">
            <a:extLst xmlns:a="http://schemas.openxmlformats.org/drawingml/2006/main">
              <a:ext uri="{FF2B5EF4-FFF2-40B4-BE49-F238E27FC236}">
                <a16:creationId xmlns:a16="http://schemas.microsoft.com/office/drawing/2014/main" id="{0CC0F517-2DC6-4478-9D48-06BDC7CEBBE9}"/>
              </a:ext>
            </a:extLst>
          </p:cNvPr>
          <p:cNvSpPr>
            <a:spLocks xmlns:a="http://schemas.openxmlformats.org/drawingml/2006/main" noGrp="1"/>
          </p:cNvSpPr>
          <p:nvPr/>
        </p:nvSpPr>
        <p:spPr>
          <a:xfrm xmlns:a="http://schemas.openxmlformats.org/drawingml/2006/main">
            <a:off x="609600" y="1028700"/>
            <a:ext cx="10896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86872"/>
                </a:solidFill>
                <a:latin typeface="IPAexGothic"/>
                <a:ea typeface="IPAexGothic"/>
                <a:cs typeface="IPAexGothic"/>
              </a:defRPr>
            </a:defPPr>
            <a:lvl1pPr algn="l">
              <a:buNone/>
              <a:defRPr sz="1800" b="0">
                <a:solidFill>
                  <a:srgbClr val="586872"/>
                </a:solidFill>
                <a:latin typeface="IPAexGothic"/>
                <a:ea typeface="IPAexGothic"/>
                <a:cs typeface="IPAexGothic"/>
              </a:defRPr>
            </a:lvl1pPr>
            <a:lvl2pPr algn="l">
              <a:buNone/>
              <a:defRPr sz="1800" b="0">
                <a:solidFill>
                  <a:srgbClr val="586872"/>
                </a:solidFill>
                <a:latin typeface="IPAexGothic"/>
                <a:ea typeface="IPAexGothic"/>
                <a:cs typeface="IPAexGothic"/>
              </a:defRPr>
            </a:lvl2pPr>
            <a:lvl3pPr algn="l">
              <a:buNone/>
              <a:defRPr sz="1800" b="0">
                <a:solidFill>
                  <a:srgbClr val="586872"/>
                </a:solidFill>
                <a:latin typeface="IPAexGothic"/>
                <a:ea typeface="IPAexGothic"/>
                <a:cs typeface="IPAexGothic"/>
              </a:defRPr>
            </a:lvl3pPr>
            <a:lvl4pPr algn="l">
              <a:buNone/>
              <a:defRPr sz="1800" b="0">
                <a:solidFill>
                  <a:srgbClr val="586872"/>
                </a:solidFill>
                <a:latin typeface="IPAexGothic"/>
                <a:ea typeface="IPAexGothic"/>
                <a:cs typeface="IPAexGothic"/>
              </a:defRPr>
            </a:lvl4pPr>
            <a:lvl5pPr algn="l">
              <a:buNone/>
              <a:defRPr sz="1800" b="0">
                <a:solidFill>
                  <a:srgbClr val="586872"/>
                </a:solidFill>
                <a:latin typeface="IPAexGothic"/>
                <a:ea typeface="IPAexGothic"/>
                <a:cs typeface="IPAexGothic"/>
              </a:defRPr>
            </a:lvl5pPr>
            <a:lvl6pPr algn="l">
              <a:buNone/>
              <a:defRPr sz="1800" b="0">
                <a:solidFill>
                  <a:srgbClr val="586872"/>
                </a:solidFill>
                <a:latin typeface="IPAexGothic"/>
                <a:ea typeface="IPAexGothic"/>
                <a:cs typeface="IPAexGothic"/>
              </a:defRPr>
            </a:lvl6pPr>
            <a:lvl7pPr algn="l">
              <a:buNone/>
              <a:defRPr sz="1800" b="0">
                <a:solidFill>
                  <a:srgbClr val="586872"/>
                </a:solidFill>
                <a:latin typeface="IPAexGothic"/>
                <a:ea typeface="IPAexGothic"/>
                <a:cs typeface="IPAexGothic"/>
              </a:defRPr>
            </a:lvl7pPr>
            <a:lvl8pPr algn="l">
              <a:buNone/>
              <a:defRPr sz="1800" b="0">
                <a:solidFill>
                  <a:srgbClr val="586872"/>
                </a:solidFill>
                <a:latin typeface="IPAexGothic"/>
                <a:ea typeface="IPAexGothic"/>
                <a:cs typeface="IPAexGothic"/>
              </a:defRPr>
            </a:lvl8pPr>
            <a:lvl9pPr algn="l">
              <a:buNone/>
              <a:defRPr sz="1800" b="0">
                <a:solidFill>
                  <a:srgbClr val="586872"/>
                </a:solidFill>
                <a:latin typeface="IPAexGothic"/>
                <a:ea typeface="IPAexGothic"/>
                <a:cs typeface="IPAexGothic"/>
              </a:defRPr>
            </a:lvl9pPr>
          </a:lstStyle>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本文の波形から定義を得る30秒窓方式は、一通り実装するために方法を選んだ設計例です。</a:t>
            </a:r>
          </a:p>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以前の固定事象ルールによる60秒実験と区別し、本文の一連の実行と実設備検証を今後行います。</a:t>
            </a:r>
          </a:p>
        </p:txBody>
      </p:sp>
      <p:sp>
        <p:nvSpPr>
          <p:cNvPr id="3" name="text-2">
            <a:extLst xmlns:a="http://schemas.openxmlformats.org/drawingml/2006/main">
              <a:ext uri="{FF2B5EF4-FFF2-40B4-BE49-F238E27FC236}">
                <a16:creationId xmlns:a16="http://schemas.microsoft.com/office/drawing/2014/main" id="{AFBB6438-212D-4CE9-86B8-DF61F037EBB0}"/>
              </a:ext>
            </a:extLst>
          </p:cNvPr>
          <p:cNvSpPr>
            <a:spLocks xmlns:a="http://schemas.openxmlformats.org/drawingml/2006/main" noGrp="1"/>
          </p:cNvSpPr>
          <p:nvPr/>
        </p:nvSpPr>
        <p:spPr>
          <a:xfrm xmlns:a="http://schemas.openxmlformats.org/drawingml/2006/main">
            <a:off x="11239500" y="644842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872"/>
                </a:solidFill>
                <a:latin typeface="IPAexGothic"/>
                <a:ea typeface="IPAexGothic"/>
                <a:cs typeface="IPAexGothic"/>
              </a:defRPr>
            </a:defPPr>
            <a:lvl1pPr algn="r">
              <a:buNone/>
              <a:defRPr sz="1275" b="0">
                <a:solidFill>
                  <a:srgbClr val="586872"/>
                </a:solidFill>
                <a:latin typeface="IPAexGothic"/>
                <a:ea typeface="IPAexGothic"/>
                <a:cs typeface="IPAexGothic"/>
              </a:defRPr>
            </a:lvl1pPr>
            <a:lvl2pPr algn="r">
              <a:buNone/>
              <a:defRPr sz="1275" b="0">
                <a:solidFill>
                  <a:srgbClr val="586872"/>
                </a:solidFill>
                <a:latin typeface="IPAexGothic"/>
                <a:ea typeface="IPAexGothic"/>
                <a:cs typeface="IPAexGothic"/>
              </a:defRPr>
            </a:lvl2pPr>
            <a:lvl3pPr algn="r">
              <a:buNone/>
              <a:defRPr sz="1275" b="0">
                <a:solidFill>
                  <a:srgbClr val="586872"/>
                </a:solidFill>
                <a:latin typeface="IPAexGothic"/>
                <a:ea typeface="IPAexGothic"/>
                <a:cs typeface="IPAexGothic"/>
              </a:defRPr>
            </a:lvl3pPr>
            <a:lvl4pPr algn="r">
              <a:buNone/>
              <a:defRPr sz="1275" b="0">
                <a:solidFill>
                  <a:srgbClr val="586872"/>
                </a:solidFill>
                <a:latin typeface="IPAexGothic"/>
                <a:ea typeface="IPAexGothic"/>
                <a:cs typeface="IPAexGothic"/>
              </a:defRPr>
            </a:lvl4pPr>
            <a:lvl5pPr algn="r">
              <a:buNone/>
              <a:defRPr sz="1275" b="0">
                <a:solidFill>
                  <a:srgbClr val="586872"/>
                </a:solidFill>
                <a:latin typeface="IPAexGothic"/>
                <a:ea typeface="IPAexGothic"/>
                <a:cs typeface="IPAexGothic"/>
              </a:defRPr>
            </a:lvl5pPr>
            <a:lvl6pPr algn="r">
              <a:buNone/>
              <a:defRPr sz="1275" b="0">
                <a:solidFill>
                  <a:srgbClr val="586872"/>
                </a:solidFill>
                <a:latin typeface="IPAexGothic"/>
                <a:ea typeface="IPAexGothic"/>
                <a:cs typeface="IPAexGothic"/>
              </a:defRPr>
            </a:lvl6pPr>
            <a:lvl7pPr algn="r">
              <a:buNone/>
              <a:defRPr sz="1275" b="0">
                <a:solidFill>
                  <a:srgbClr val="586872"/>
                </a:solidFill>
                <a:latin typeface="IPAexGothic"/>
                <a:ea typeface="IPAexGothic"/>
                <a:cs typeface="IPAexGothic"/>
              </a:defRPr>
            </a:lvl7pPr>
            <a:lvl8pPr algn="r">
              <a:buNone/>
              <a:defRPr sz="1275" b="0">
                <a:solidFill>
                  <a:srgbClr val="586872"/>
                </a:solidFill>
                <a:latin typeface="IPAexGothic"/>
                <a:ea typeface="IPAexGothic"/>
                <a:cs typeface="IPAexGothic"/>
              </a:defRPr>
            </a:lvl8pPr>
            <a:lvl9pPr algn="r">
              <a:buNone/>
              <a:defRPr sz="1275" b="0">
                <a:solidFill>
                  <a:srgbClr val="586872"/>
                </a:solidFill>
                <a:latin typeface="IPAexGothic"/>
                <a:ea typeface="IPAexGothic"/>
                <a:cs typeface="IPAexGothic"/>
              </a:defRPr>
            </a:lvl9pPr>
          </a:lstStyle>
          <a:p xmlns:a="http://schemas.openxmlformats.org/drawingml/2006/main">
            <a:pPr algn="r">
              <a:buNone/>
              <a:defRPr sz="1275" b="0">
                <a:solidFill>
                  <a:srgbClr val="586872"/>
                </a:solidFill>
                <a:latin typeface="IPAexGothic"/>
                <a:ea typeface="IPAexGothic"/>
                <a:cs typeface="IPAexGothic"/>
              </a:defRPr>
            </a:pPr>
            <a:r>
              <a:rPr sz="1275" b="0">
                <a:solidFill>
                  <a:srgbClr val="586872"/>
                </a:solidFill>
                <a:latin typeface="IPAexGothic"/>
                <a:ea typeface="IPAexGothic"/>
                <a:cs typeface="IPAexGothic"/>
              </a:rPr>
              <a:t>56</a:t>
            </a:r>
          </a:p>
        </p:txBody>
      </p:sp>
      <p:sp>
        <p:nvSpPr>
          <p:cNvPr id="4" name="text-3">
            <a:extLst xmlns:a="http://schemas.openxmlformats.org/drawingml/2006/main">
              <a:ext uri="{FF2B5EF4-FFF2-40B4-BE49-F238E27FC236}">
                <a16:creationId xmlns:a16="http://schemas.microsoft.com/office/drawing/2014/main" id="{F75A6486-0AD6-43EE-A810-10DF837EBBA8}"/>
              </a:ext>
            </a:extLst>
          </p:cNvPr>
          <p:cNvSpPr>
            <a:spLocks xmlns:a="http://schemas.openxmlformats.org/drawingml/2006/main" noGrp="1"/>
          </p:cNvSpPr>
          <p:nvPr/>
        </p:nvSpPr>
        <p:spPr>
          <a:xfrm xmlns:a="http://schemas.openxmlformats.org/drawingml/2006/main">
            <a:off x="619125" y="1762125"/>
            <a:ext cx="50958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236487"/>
                </a:solidFill>
                <a:latin typeface="IPAexGothic"/>
                <a:ea typeface="IPAexGothic"/>
                <a:cs typeface="IPAexGothic"/>
              </a:defRPr>
            </a:defPPr>
            <a:lvl1pPr algn="l">
              <a:buNone/>
              <a:defRPr sz="2325" b="1">
                <a:solidFill>
                  <a:srgbClr val="236487"/>
                </a:solidFill>
                <a:latin typeface="IPAexGothic"/>
                <a:ea typeface="IPAexGothic"/>
                <a:cs typeface="IPAexGothic"/>
              </a:defRPr>
            </a:lvl1pPr>
            <a:lvl2pPr algn="l">
              <a:buNone/>
              <a:defRPr sz="2325" b="1">
                <a:solidFill>
                  <a:srgbClr val="236487"/>
                </a:solidFill>
                <a:latin typeface="IPAexGothic"/>
                <a:ea typeface="IPAexGothic"/>
                <a:cs typeface="IPAexGothic"/>
              </a:defRPr>
            </a:lvl2pPr>
            <a:lvl3pPr algn="l">
              <a:buNone/>
              <a:defRPr sz="2325" b="1">
                <a:solidFill>
                  <a:srgbClr val="236487"/>
                </a:solidFill>
                <a:latin typeface="IPAexGothic"/>
                <a:ea typeface="IPAexGothic"/>
                <a:cs typeface="IPAexGothic"/>
              </a:defRPr>
            </a:lvl3pPr>
            <a:lvl4pPr algn="l">
              <a:buNone/>
              <a:defRPr sz="2325" b="1">
                <a:solidFill>
                  <a:srgbClr val="236487"/>
                </a:solidFill>
                <a:latin typeface="IPAexGothic"/>
                <a:ea typeface="IPAexGothic"/>
                <a:cs typeface="IPAexGothic"/>
              </a:defRPr>
            </a:lvl4pPr>
            <a:lvl5pPr algn="l">
              <a:buNone/>
              <a:defRPr sz="2325" b="1">
                <a:solidFill>
                  <a:srgbClr val="236487"/>
                </a:solidFill>
                <a:latin typeface="IPAexGothic"/>
                <a:ea typeface="IPAexGothic"/>
                <a:cs typeface="IPAexGothic"/>
              </a:defRPr>
            </a:lvl5pPr>
            <a:lvl6pPr algn="l">
              <a:buNone/>
              <a:defRPr sz="2325" b="1">
                <a:solidFill>
                  <a:srgbClr val="236487"/>
                </a:solidFill>
                <a:latin typeface="IPAexGothic"/>
                <a:ea typeface="IPAexGothic"/>
                <a:cs typeface="IPAexGothic"/>
              </a:defRPr>
            </a:lvl6pPr>
            <a:lvl7pPr algn="l">
              <a:buNone/>
              <a:defRPr sz="2325" b="1">
                <a:solidFill>
                  <a:srgbClr val="236487"/>
                </a:solidFill>
                <a:latin typeface="IPAexGothic"/>
                <a:ea typeface="IPAexGothic"/>
                <a:cs typeface="IPAexGothic"/>
              </a:defRPr>
            </a:lvl7pPr>
            <a:lvl8pPr algn="l">
              <a:buNone/>
              <a:defRPr sz="2325" b="1">
                <a:solidFill>
                  <a:srgbClr val="236487"/>
                </a:solidFill>
                <a:latin typeface="IPAexGothic"/>
                <a:ea typeface="IPAexGothic"/>
                <a:cs typeface="IPAexGothic"/>
              </a:defRPr>
            </a:lvl8pPr>
            <a:lvl9pPr algn="l">
              <a:buNone/>
              <a:defRPr sz="2325" b="1">
                <a:solidFill>
                  <a:srgbClr val="236487"/>
                </a:solidFill>
                <a:latin typeface="IPAexGothic"/>
                <a:ea typeface="IPAexGothic"/>
                <a:cs typeface="IPAexGothic"/>
              </a:defRPr>
            </a:lvl9pPr>
          </a:lstStyle>
          <a:p xmlns:a="http://schemas.openxmlformats.org/drawingml/2006/main">
            <a:pPr algn="l">
              <a:buNone/>
              <a:defRPr sz="2325" b="1">
                <a:solidFill>
                  <a:srgbClr val="236487"/>
                </a:solidFill>
                <a:latin typeface="IPAexGothic"/>
                <a:ea typeface="IPAexGothic"/>
                <a:cs typeface="IPAexGothic"/>
              </a:defRPr>
            </a:pPr>
            <a:r>
              <a:rPr sz="2325" b="1">
                <a:solidFill>
                  <a:srgbClr val="236487"/>
                </a:solidFill>
                <a:latin typeface="IPAexGothic"/>
                <a:ea typeface="IPAexGothic"/>
                <a:cs typeface="IPAexGothic"/>
              </a:rPr>
              <a:t>以前の別条件で計算した範囲</a:t>
            </a:r>
          </a:p>
        </p:txBody>
      </p:sp>
      <p:sp>
        <p:nvSpPr>
          <p:cNvPr id="5" name="text-4">
            <a:extLst xmlns:a="http://schemas.openxmlformats.org/drawingml/2006/main">
              <a:ext uri="{FF2B5EF4-FFF2-40B4-BE49-F238E27FC236}">
                <a16:creationId xmlns:a16="http://schemas.microsoft.com/office/drawing/2014/main" id="{05E7A04E-2EB3-47F1-9F16-B8CDFABBCB94}"/>
              </a:ext>
            </a:extLst>
          </p:cNvPr>
          <p:cNvSpPr>
            <a:spLocks xmlns:a="http://schemas.openxmlformats.org/drawingml/2006/main" noGrp="1"/>
          </p:cNvSpPr>
          <p:nvPr/>
        </p:nvSpPr>
        <p:spPr>
          <a:xfrm xmlns:a="http://schemas.openxmlformats.org/drawingml/2006/main">
            <a:off x="619125" y="2333625"/>
            <a:ext cx="5095875"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B3A"/>
                </a:solidFill>
                <a:latin typeface="IPAexGothic"/>
                <a:ea typeface="IPAexGothic"/>
                <a:cs typeface="IPAexGothic"/>
              </a:defRPr>
            </a:defPPr>
            <a:lvl1pPr algn="l">
              <a:buNone/>
              <a:defRPr sz="2025" b="0">
                <a:solidFill>
                  <a:srgbClr val="172B3A"/>
                </a:solidFill>
                <a:latin typeface="IPAexGothic"/>
                <a:ea typeface="IPAexGothic"/>
                <a:cs typeface="IPAexGothic"/>
              </a:defRPr>
            </a:lvl1pPr>
            <a:lvl2pPr algn="l">
              <a:buNone/>
              <a:defRPr sz="2025" b="0">
                <a:solidFill>
                  <a:srgbClr val="172B3A"/>
                </a:solidFill>
                <a:latin typeface="IPAexGothic"/>
                <a:ea typeface="IPAexGothic"/>
                <a:cs typeface="IPAexGothic"/>
              </a:defRPr>
            </a:lvl2pPr>
            <a:lvl3pPr algn="l">
              <a:buNone/>
              <a:defRPr sz="2025" b="0">
                <a:solidFill>
                  <a:srgbClr val="172B3A"/>
                </a:solidFill>
                <a:latin typeface="IPAexGothic"/>
                <a:ea typeface="IPAexGothic"/>
                <a:cs typeface="IPAexGothic"/>
              </a:defRPr>
            </a:lvl3pPr>
            <a:lvl4pPr algn="l">
              <a:buNone/>
              <a:defRPr sz="2025" b="0">
                <a:solidFill>
                  <a:srgbClr val="172B3A"/>
                </a:solidFill>
                <a:latin typeface="IPAexGothic"/>
                <a:ea typeface="IPAexGothic"/>
                <a:cs typeface="IPAexGothic"/>
              </a:defRPr>
            </a:lvl4pPr>
            <a:lvl5pPr algn="l">
              <a:buNone/>
              <a:defRPr sz="2025" b="0">
                <a:solidFill>
                  <a:srgbClr val="172B3A"/>
                </a:solidFill>
                <a:latin typeface="IPAexGothic"/>
                <a:ea typeface="IPAexGothic"/>
                <a:cs typeface="IPAexGothic"/>
              </a:defRPr>
            </a:lvl5pPr>
            <a:lvl6pPr algn="l">
              <a:buNone/>
              <a:defRPr sz="2025" b="0">
                <a:solidFill>
                  <a:srgbClr val="172B3A"/>
                </a:solidFill>
                <a:latin typeface="IPAexGothic"/>
                <a:ea typeface="IPAexGothic"/>
                <a:cs typeface="IPAexGothic"/>
              </a:defRPr>
            </a:lvl6pPr>
            <a:lvl7pPr algn="l">
              <a:buNone/>
              <a:defRPr sz="2025" b="0">
                <a:solidFill>
                  <a:srgbClr val="172B3A"/>
                </a:solidFill>
                <a:latin typeface="IPAexGothic"/>
                <a:ea typeface="IPAexGothic"/>
                <a:cs typeface="IPAexGothic"/>
              </a:defRPr>
            </a:lvl7pPr>
            <a:lvl8pPr algn="l">
              <a:buNone/>
              <a:defRPr sz="2025" b="0">
                <a:solidFill>
                  <a:srgbClr val="172B3A"/>
                </a:solidFill>
                <a:latin typeface="IPAexGothic"/>
                <a:ea typeface="IPAexGothic"/>
                <a:cs typeface="IPAexGothic"/>
              </a:defRPr>
            </a:lvl8pPr>
            <a:lvl9pPr algn="l">
              <a:buNone/>
              <a:defRPr sz="2025" b="0">
                <a:solidFill>
                  <a:srgbClr val="172B3A"/>
                </a:solidFill>
                <a:latin typeface="IPAexGothic"/>
                <a:ea typeface="IPAexGothic"/>
                <a:cs typeface="IPAexGothic"/>
              </a:defRPr>
            </a:lvl9pPr>
          </a:lstStyle>
          <a:p xmlns:a="http://schemas.openxmlformats.org/drawingml/2006/main">
            <a:pPr algn="l">
              <a:buNone/>
              <a:defRPr sz="2025" b="0">
                <a:solidFill>
                  <a:srgbClr val="172B3A"/>
                </a:solidFill>
                <a:latin typeface="IPAexGothic"/>
                <a:ea typeface="IPAexGothic"/>
                <a:cs typeface="IPAexGothic"/>
              </a:defRPr>
            </a:pPr>
            <a:r>
              <a:rPr sz="2025" b="0">
                <a:solidFill>
                  <a:srgbClr val="172B3A"/>
                </a:solidFill>
                <a:latin typeface="IPAexGothic"/>
                <a:ea typeface="IPAexGothic"/>
                <a:cs typeface="IPAexGothic"/>
              </a:rPr>
              <a:t>既存手法による抽出の具体例</a:t>
            </a:r>
          </a:p>
          <a:p xmlns:a="http://schemas.openxmlformats.org/drawingml/2006/main">
            <a:pPr algn="l">
              <a:buNone/>
              <a:defRPr sz="2025" b="0">
                <a:solidFill>
                  <a:srgbClr val="172B3A"/>
                </a:solidFill>
                <a:latin typeface="IPAexGothic"/>
                <a:ea typeface="IPAexGothic"/>
                <a:cs typeface="IPAexGothic"/>
              </a:defRPr>
            </a:pPr>
            <a:r>
              <a:rPr sz="2025" b="0">
                <a:solidFill>
                  <a:srgbClr val="172B3A"/>
                </a:solidFill>
                <a:latin typeface="IPAexGothic"/>
                <a:ea typeface="IPAexGothic"/>
                <a:cs typeface="IPAexGothic"/>
              </a:rPr>
              <a:t>出現情報からの学習と統計説明</a:t>
            </a:r>
          </a:p>
          <a:p xmlns:a="http://schemas.openxmlformats.org/drawingml/2006/main">
            <a:r>
              <a:t/>
            </a:r>
          </a:p>
          <a:p xmlns:a="http://schemas.openxmlformats.org/drawingml/2006/main">
            <a:pPr algn="l">
              <a:buNone/>
              <a:defRPr sz="2025" b="0">
                <a:solidFill>
                  <a:srgbClr val="172B3A"/>
                </a:solidFill>
                <a:latin typeface="IPAexGothic"/>
                <a:ea typeface="IPAexGothic"/>
                <a:cs typeface="IPAexGothic"/>
              </a:defRPr>
            </a:pPr>
            <a:r>
              <a:rPr sz="2025" b="0">
                <a:solidFill>
                  <a:srgbClr val="172B3A"/>
                </a:solidFill>
                <a:latin typeface="IPAexGothic"/>
                <a:ea typeface="IPAexGothic"/>
                <a:cs typeface="IPAexGothic"/>
              </a:rPr>
              <a:t>架空ログでの三評価と実際の削除</a:t>
            </a:r>
          </a:p>
          <a:p xmlns:a="http://schemas.openxmlformats.org/drawingml/2006/main">
            <a:pPr algn="l">
              <a:buNone/>
              <a:defRPr sz="2025" b="0">
                <a:solidFill>
                  <a:srgbClr val="172B3A"/>
                </a:solidFill>
                <a:latin typeface="IPAexGothic"/>
                <a:ea typeface="IPAexGothic"/>
                <a:cs typeface="IPAexGothic"/>
              </a:defRPr>
            </a:pPr>
            <a:r>
              <a:rPr sz="2025" b="0">
                <a:solidFill>
                  <a:srgbClr val="172B3A"/>
                </a:solidFill>
                <a:latin typeface="IPAexGothic"/>
                <a:ea typeface="IPAexGothic"/>
                <a:cs typeface="IPAexGothic"/>
              </a:rPr>
              <a:t>削除後の参照更新と再学習</a:t>
            </a:r>
          </a:p>
          <a:p xmlns:a="http://schemas.openxmlformats.org/drawingml/2006/main">
            <a:r>
              <a:t/>
            </a:r>
          </a:p>
          <a:p xmlns:a="http://schemas.openxmlformats.org/drawingml/2006/main">
            <a:pPr algn="l">
              <a:buNone/>
              <a:defRPr sz="2025" b="0">
                <a:solidFill>
                  <a:srgbClr val="172B3A"/>
                </a:solidFill>
                <a:latin typeface="IPAexGothic"/>
                <a:ea typeface="IPAexGothic"/>
                <a:cs typeface="IPAexGothic"/>
              </a:defRPr>
            </a:pPr>
            <a:r>
              <a:rPr sz="2025" b="0">
                <a:solidFill>
                  <a:srgbClr val="172B3A"/>
                </a:solidFill>
                <a:latin typeface="IPAexGothic"/>
                <a:ea typeface="IPAexGothic"/>
                <a:cs typeface="IPAexGothic"/>
              </a:rPr>
              <a:t>不合格時に削除を禁止する対照例</a:t>
            </a:r>
          </a:p>
        </p:txBody>
      </p:sp>
      <p:sp>
        <p:nvSpPr>
          <p:cNvPr id="6" name="text-5">
            <a:extLst xmlns:a="http://schemas.openxmlformats.org/drawingml/2006/main">
              <a:ext uri="{FF2B5EF4-FFF2-40B4-BE49-F238E27FC236}">
                <a16:creationId xmlns:a16="http://schemas.microsoft.com/office/drawing/2014/main" id="{449EAC50-3F5E-4286-B731-756EC28EBBB1}"/>
              </a:ext>
            </a:extLst>
          </p:cNvPr>
          <p:cNvSpPr>
            <a:spLocks xmlns:a="http://schemas.openxmlformats.org/drawingml/2006/main" noGrp="1"/>
          </p:cNvSpPr>
          <p:nvPr/>
        </p:nvSpPr>
        <p:spPr>
          <a:xfrm xmlns:a="http://schemas.openxmlformats.org/drawingml/2006/main">
            <a:off x="6477000" y="1762125"/>
            <a:ext cx="50958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247C76"/>
                </a:solidFill>
                <a:latin typeface="IPAexGothic"/>
                <a:ea typeface="IPAexGothic"/>
                <a:cs typeface="IPAexGothic"/>
              </a:defRPr>
            </a:defPPr>
            <a:lvl1pPr algn="l">
              <a:buNone/>
              <a:defRPr sz="2325" b="1">
                <a:solidFill>
                  <a:srgbClr val="247C76"/>
                </a:solidFill>
                <a:latin typeface="IPAexGothic"/>
                <a:ea typeface="IPAexGothic"/>
                <a:cs typeface="IPAexGothic"/>
              </a:defRPr>
            </a:lvl1pPr>
            <a:lvl2pPr algn="l">
              <a:buNone/>
              <a:defRPr sz="2325" b="1">
                <a:solidFill>
                  <a:srgbClr val="247C76"/>
                </a:solidFill>
                <a:latin typeface="IPAexGothic"/>
                <a:ea typeface="IPAexGothic"/>
                <a:cs typeface="IPAexGothic"/>
              </a:defRPr>
            </a:lvl2pPr>
            <a:lvl3pPr algn="l">
              <a:buNone/>
              <a:defRPr sz="2325" b="1">
                <a:solidFill>
                  <a:srgbClr val="247C76"/>
                </a:solidFill>
                <a:latin typeface="IPAexGothic"/>
                <a:ea typeface="IPAexGothic"/>
                <a:cs typeface="IPAexGothic"/>
              </a:defRPr>
            </a:lvl3pPr>
            <a:lvl4pPr algn="l">
              <a:buNone/>
              <a:defRPr sz="2325" b="1">
                <a:solidFill>
                  <a:srgbClr val="247C76"/>
                </a:solidFill>
                <a:latin typeface="IPAexGothic"/>
                <a:ea typeface="IPAexGothic"/>
                <a:cs typeface="IPAexGothic"/>
              </a:defRPr>
            </a:lvl4pPr>
            <a:lvl5pPr algn="l">
              <a:buNone/>
              <a:defRPr sz="2325" b="1">
                <a:solidFill>
                  <a:srgbClr val="247C76"/>
                </a:solidFill>
                <a:latin typeface="IPAexGothic"/>
                <a:ea typeface="IPAexGothic"/>
                <a:cs typeface="IPAexGothic"/>
              </a:defRPr>
            </a:lvl5pPr>
            <a:lvl6pPr algn="l">
              <a:buNone/>
              <a:defRPr sz="2325" b="1">
                <a:solidFill>
                  <a:srgbClr val="247C76"/>
                </a:solidFill>
                <a:latin typeface="IPAexGothic"/>
                <a:ea typeface="IPAexGothic"/>
                <a:cs typeface="IPAexGothic"/>
              </a:defRPr>
            </a:lvl6pPr>
            <a:lvl7pPr algn="l">
              <a:buNone/>
              <a:defRPr sz="2325" b="1">
                <a:solidFill>
                  <a:srgbClr val="247C76"/>
                </a:solidFill>
                <a:latin typeface="IPAexGothic"/>
                <a:ea typeface="IPAexGothic"/>
                <a:cs typeface="IPAexGothic"/>
              </a:defRPr>
            </a:lvl7pPr>
            <a:lvl8pPr algn="l">
              <a:buNone/>
              <a:defRPr sz="2325" b="1">
                <a:solidFill>
                  <a:srgbClr val="247C76"/>
                </a:solidFill>
                <a:latin typeface="IPAexGothic"/>
                <a:ea typeface="IPAexGothic"/>
                <a:cs typeface="IPAexGothic"/>
              </a:defRPr>
            </a:lvl8pPr>
            <a:lvl9pPr algn="l">
              <a:buNone/>
              <a:defRPr sz="2325" b="1">
                <a:solidFill>
                  <a:srgbClr val="247C76"/>
                </a:solidFill>
                <a:latin typeface="IPAexGothic"/>
                <a:ea typeface="IPAexGothic"/>
                <a:cs typeface="IPAexGothic"/>
              </a:defRPr>
            </a:lvl9pPr>
          </a:lstStyle>
          <a:p xmlns:a="http://schemas.openxmlformats.org/drawingml/2006/main">
            <a:pPr algn="l">
              <a:buNone/>
              <a:defRPr sz="2325" b="1">
                <a:solidFill>
                  <a:srgbClr val="247C76"/>
                </a:solidFill>
                <a:latin typeface="IPAexGothic"/>
                <a:ea typeface="IPAexGothic"/>
                <a:cs typeface="IPAexGothic"/>
              </a:defRPr>
            </a:pPr>
            <a:r>
              <a:rPr sz="2325" b="1">
                <a:solidFill>
                  <a:srgbClr val="247C76"/>
                </a:solidFill>
                <a:latin typeface="IPAexGothic"/>
                <a:ea typeface="IPAexGothic"/>
                <a:cs typeface="IPAexGothic"/>
              </a:rPr>
              <a:t>今回の実装想定例で未検証</a:t>
            </a:r>
          </a:p>
        </p:txBody>
      </p:sp>
      <p:sp>
        <p:nvSpPr>
          <p:cNvPr id="7" name="text-6">
            <a:extLst xmlns:a="http://schemas.openxmlformats.org/drawingml/2006/main">
              <a:ext uri="{FF2B5EF4-FFF2-40B4-BE49-F238E27FC236}">
                <a16:creationId xmlns:a16="http://schemas.microsoft.com/office/drawing/2014/main" id="{936B0BE9-ED04-41D0-9409-B33662650642}"/>
              </a:ext>
            </a:extLst>
          </p:cNvPr>
          <p:cNvSpPr>
            <a:spLocks xmlns:a="http://schemas.openxmlformats.org/drawingml/2006/main" noGrp="1"/>
          </p:cNvSpPr>
          <p:nvPr/>
        </p:nvSpPr>
        <p:spPr>
          <a:xfrm xmlns:a="http://schemas.openxmlformats.org/drawingml/2006/main">
            <a:off x="6477000" y="2333625"/>
            <a:ext cx="5095875"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B3A"/>
                </a:solidFill>
                <a:latin typeface="IPAexGothic"/>
                <a:ea typeface="IPAexGothic"/>
                <a:cs typeface="IPAexGothic"/>
              </a:defRPr>
            </a:defPPr>
            <a:lvl1pPr algn="l">
              <a:buNone/>
              <a:defRPr sz="2025" b="0">
                <a:solidFill>
                  <a:srgbClr val="172B3A"/>
                </a:solidFill>
                <a:latin typeface="IPAexGothic"/>
                <a:ea typeface="IPAexGothic"/>
                <a:cs typeface="IPAexGothic"/>
              </a:defRPr>
            </a:lvl1pPr>
            <a:lvl2pPr algn="l">
              <a:buNone/>
              <a:defRPr sz="2025" b="0">
                <a:solidFill>
                  <a:srgbClr val="172B3A"/>
                </a:solidFill>
                <a:latin typeface="IPAexGothic"/>
                <a:ea typeface="IPAexGothic"/>
                <a:cs typeface="IPAexGothic"/>
              </a:defRPr>
            </a:lvl2pPr>
            <a:lvl3pPr algn="l">
              <a:buNone/>
              <a:defRPr sz="2025" b="0">
                <a:solidFill>
                  <a:srgbClr val="172B3A"/>
                </a:solidFill>
                <a:latin typeface="IPAexGothic"/>
                <a:ea typeface="IPAexGothic"/>
                <a:cs typeface="IPAexGothic"/>
              </a:defRPr>
            </a:lvl3pPr>
            <a:lvl4pPr algn="l">
              <a:buNone/>
              <a:defRPr sz="2025" b="0">
                <a:solidFill>
                  <a:srgbClr val="172B3A"/>
                </a:solidFill>
                <a:latin typeface="IPAexGothic"/>
                <a:ea typeface="IPAexGothic"/>
                <a:cs typeface="IPAexGothic"/>
              </a:defRPr>
            </a:lvl4pPr>
            <a:lvl5pPr algn="l">
              <a:buNone/>
              <a:defRPr sz="2025" b="0">
                <a:solidFill>
                  <a:srgbClr val="172B3A"/>
                </a:solidFill>
                <a:latin typeface="IPAexGothic"/>
                <a:ea typeface="IPAexGothic"/>
                <a:cs typeface="IPAexGothic"/>
              </a:defRPr>
            </a:lvl5pPr>
            <a:lvl6pPr algn="l">
              <a:buNone/>
              <a:defRPr sz="2025" b="0">
                <a:solidFill>
                  <a:srgbClr val="172B3A"/>
                </a:solidFill>
                <a:latin typeface="IPAexGothic"/>
                <a:ea typeface="IPAexGothic"/>
                <a:cs typeface="IPAexGothic"/>
              </a:defRPr>
            </a:lvl6pPr>
            <a:lvl7pPr algn="l">
              <a:buNone/>
              <a:defRPr sz="2025" b="0">
                <a:solidFill>
                  <a:srgbClr val="172B3A"/>
                </a:solidFill>
                <a:latin typeface="IPAexGothic"/>
                <a:ea typeface="IPAexGothic"/>
                <a:cs typeface="IPAexGothic"/>
              </a:defRPr>
            </a:lvl7pPr>
            <a:lvl8pPr algn="l">
              <a:buNone/>
              <a:defRPr sz="2025" b="0">
                <a:solidFill>
                  <a:srgbClr val="172B3A"/>
                </a:solidFill>
                <a:latin typeface="IPAexGothic"/>
                <a:ea typeface="IPAexGothic"/>
                <a:cs typeface="IPAexGothic"/>
              </a:defRPr>
            </a:lvl8pPr>
            <a:lvl9pPr algn="l">
              <a:buNone/>
              <a:defRPr sz="2025" b="0">
                <a:solidFill>
                  <a:srgbClr val="172B3A"/>
                </a:solidFill>
                <a:latin typeface="IPAexGothic"/>
                <a:ea typeface="IPAexGothic"/>
                <a:cs typeface="IPAexGothic"/>
              </a:defRPr>
            </a:lvl9pPr>
          </a:lstStyle>
          <a:p xmlns:a="http://schemas.openxmlformats.org/drawingml/2006/main">
            <a:pPr algn="l">
              <a:buNone/>
              <a:defRPr sz="2025" b="0">
                <a:solidFill>
                  <a:srgbClr val="172B3A"/>
                </a:solidFill>
                <a:latin typeface="IPAexGothic"/>
                <a:ea typeface="IPAexGothic"/>
                <a:cs typeface="IPAexGothic"/>
              </a:defRPr>
            </a:pPr>
            <a:r>
              <a:rPr sz="2025" b="0">
                <a:solidFill>
                  <a:srgbClr val="172B3A"/>
                </a:solidFill>
                <a:latin typeface="IPAexGothic"/>
                <a:ea typeface="IPAexGothic"/>
                <a:cs typeface="IPAexGothic"/>
              </a:rPr>
              <a:t>30秒窓・2秒移動の一連の実行</a:t>
            </a:r>
          </a:p>
          <a:p xmlns:a="http://schemas.openxmlformats.org/drawingml/2006/main">
            <a:pPr algn="l">
              <a:buNone/>
              <a:defRPr sz="2025" b="0">
                <a:solidFill>
                  <a:srgbClr val="172B3A"/>
                </a:solidFill>
                <a:latin typeface="IPAexGothic"/>
                <a:ea typeface="IPAexGothic"/>
                <a:cs typeface="IPAexGothic"/>
              </a:defRPr>
            </a:pPr>
            <a:r>
              <a:rPr sz="2025" b="0">
                <a:solidFill>
                  <a:srgbClr val="172B3A"/>
                </a:solidFill>
                <a:latin typeface="IPAexGothic"/>
                <a:ea typeface="IPAexGothic"/>
                <a:cs typeface="IPAexGothic"/>
              </a:rPr>
              <a:t>尺度変換・群分け・照合半径の妥当性</a:t>
            </a:r>
          </a:p>
          <a:p xmlns:a="http://schemas.openxmlformats.org/drawingml/2006/main">
            <a:r>
              <a:t/>
            </a:r>
          </a:p>
          <a:p xmlns:a="http://schemas.openxmlformats.org/drawingml/2006/main">
            <a:pPr algn="l">
              <a:buNone/>
              <a:defRPr sz="2025" b="0">
                <a:solidFill>
                  <a:srgbClr val="172B3A"/>
                </a:solidFill>
                <a:latin typeface="IPAexGothic"/>
                <a:ea typeface="IPAexGothic"/>
                <a:cs typeface="IPAexGothic"/>
              </a:defRPr>
            </a:pPr>
            <a:r>
              <a:rPr sz="2025" b="0">
                <a:solidFill>
                  <a:srgbClr val="172B3A"/>
                </a:solidFill>
                <a:latin typeface="IPAexGothic"/>
                <a:ea typeface="IPAexGothic"/>
                <a:cs typeface="IPAexGothic"/>
              </a:rPr>
              <a:t>学んだ群の意味と別期間の再現性</a:t>
            </a:r>
          </a:p>
          <a:p xmlns:a="http://schemas.openxmlformats.org/drawingml/2006/main">
            <a:pPr algn="l">
              <a:buNone/>
              <a:defRPr sz="2025" b="0">
                <a:solidFill>
                  <a:srgbClr val="172B3A"/>
                </a:solidFill>
                <a:latin typeface="IPAexGothic"/>
                <a:ea typeface="IPAexGothic"/>
                <a:cs typeface="IPAexGothic"/>
              </a:defRPr>
            </a:pPr>
            <a:r>
              <a:rPr sz="2025" b="0">
                <a:solidFill>
                  <a:srgbClr val="172B3A"/>
                </a:solidFill>
                <a:latin typeface="IPAexGothic"/>
                <a:ea typeface="IPAexGothic"/>
                <a:cs typeface="IPAexGothic"/>
              </a:rPr>
              <a:t>変化後の停止・再抽出・再開</a:t>
            </a:r>
          </a:p>
          <a:p xmlns:a="http://schemas.openxmlformats.org/drawingml/2006/main">
            <a:r>
              <a:t/>
            </a:r>
          </a:p>
          <a:p xmlns:a="http://schemas.openxmlformats.org/drawingml/2006/main">
            <a:pPr algn="l">
              <a:buNone/>
              <a:defRPr sz="2025" b="0">
                <a:solidFill>
                  <a:srgbClr val="172B3A"/>
                </a:solidFill>
                <a:latin typeface="IPAexGothic"/>
                <a:ea typeface="IPAexGothic"/>
                <a:cs typeface="IPAexGothic"/>
              </a:defRPr>
            </a:pPr>
            <a:r>
              <a:rPr sz="2025" b="0">
                <a:solidFill>
                  <a:srgbClr val="172B3A"/>
                </a:solidFill>
                <a:latin typeface="IPAexGothic"/>
                <a:ea typeface="IPAexGothic"/>
                <a:cs typeface="IPAexGothic"/>
              </a:rPr>
              <a:t>実設備の正解、出願・採用状況</a:t>
            </a:r>
          </a:p>
        </p:txBody>
      </p:sp>
      <p:sp>
        <p:nvSpPr>
          <p:cNvPr id="8" name="text-7">
            <a:extLst xmlns:a="http://schemas.openxmlformats.org/drawingml/2006/main">
              <a:ext uri="{FF2B5EF4-FFF2-40B4-BE49-F238E27FC236}">
                <a16:creationId xmlns:a16="http://schemas.microsoft.com/office/drawing/2014/main" id="{42186439-D375-41FE-8FDA-91C66BBA5CFF}"/>
              </a:ext>
            </a:extLst>
          </p:cNvPr>
          <p:cNvSpPr>
            <a:spLocks xmlns:a="http://schemas.openxmlformats.org/drawingml/2006/main" noGrp="1"/>
          </p:cNvSpPr>
          <p:nvPr/>
        </p:nvSpPr>
        <p:spPr>
          <a:xfrm xmlns:a="http://schemas.openxmlformats.org/drawingml/2006/main">
            <a:off x="609600" y="5953125"/>
            <a:ext cx="10906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86872"/>
                </a:solidFill>
                <a:latin typeface="IPAexGothic"/>
                <a:ea typeface="IPAexGothic"/>
                <a:cs typeface="IPAexGothic"/>
              </a:defRPr>
            </a:defPPr>
            <a:lvl1pPr algn="l">
              <a:buNone/>
              <a:defRPr sz="1575" b="0">
                <a:solidFill>
                  <a:srgbClr val="586872"/>
                </a:solidFill>
                <a:latin typeface="IPAexGothic"/>
                <a:ea typeface="IPAexGothic"/>
                <a:cs typeface="IPAexGothic"/>
              </a:defRPr>
            </a:lvl1pPr>
            <a:lvl2pPr algn="l">
              <a:buNone/>
              <a:defRPr sz="1575" b="0">
                <a:solidFill>
                  <a:srgbClr val="586872"/>
                </a:solidFill>
                <a:latin typeface="IPAexGothic"/>
                <a:ea typeface="IPAexGothic"/>
                <a:cs typeface="IPAexGothic"/>
              </a:defRPr>
            </a:lvl2pPr>
            <a:lvl3pPr algn="l">
              <a:buNone/>
              <a:defRPr sz="1575" b="0">
                <a:solidFill>
                  <a:srgbClr val="586872"/>
                </a:solidFill>
                <a:latin typeface="IPAexGothic"/>
                <a:ea typeface="IPAexGothic"/>
                <a:cs typeface="IPAexGothic"/>
              </a:defRPr>
            </a:lvl3pPr>
            <a:lvl4pPr algn="l">
              <a:buNone/>
              <a:defRPr sz="1575" b="0">
                <a:solidFill>
                  <a:srgbClr val="586872"/>
                </a:solidFill>
                <a:latin typeface="IPAexGothic"/>
                <a:ea typeface="IPAexGothic"/>
                <a:cs typeface="IPAexGothic"/>
              </a:defRPr>
            </a:lvl4pPr>
            <a:lvl5pPr algn="l">
              <a:buNone/>
              <a:defRPr sz="1575" b="0">
                <a:solidFill>
                  <a:srgbClr val="586872"/>
                </a:solidFill>
                <a:latin typeface="IPAexGothic"/>
                <a:ea typeface="IPAexGothic"/>
                <a:cs typeface="IPAexGothic"/>
              </a:defRPr>
            </a:lvl5pPr>
            <a:lvl6pPr algn="l">
              <a:buNone/>
              <a:defRPr sz="1575" b="0">
                <a:solidFill>
                  <a:srgbClr val="586872"/>
                </a:solidFill>
                <a:latin typeface="IPAexGothic"/>
                <a:ea typeface="IPAexGothic"/>
                <a:cs typeface="IPAexGothic"/>
              </a:defRPr>
            </a:lvl6pPr>
            <a:lvl7pPr algn="l">
              <a:buNone/>
              <a:defRPr sz="1575" b="0">
                <a:solidFill>
                  <a:srgbClr val="586872"/>
                </a:solidFill>
                <a:latin typeface="IPAexGothic"/>
                <a:ea typeface="IPAexGothic"/>
                <a:cs typeface="IPAexGothic"/>
              </a:defRPr>
            </a:lvl7pPr>
            <a:lvl8pPr algn="l">
              <a:buNone/>
              <a:defRPr sz="1575" b="0">
                <a:solidFill>
                  <a:srgbClr val="586872"/>
                </a:solidFill>
                <a:latin typeface="IPAexGothic"/>
                <a:ea typeface="IPAexGothic"/>
                <a:cs typeface="IPAexGothic"/>
              </a:defRPr>
            </a:lvl8pPr>
            <a:lvl9pPr algn="l">
              <a:buNone/>
              <a:defRPr sz="1575" b="0">
                <a:solidFill>
                  <a:srgbClr val="586872"/>
                </a:solidFill>
                <a:latin typeface="IPAexGothic"/>
                <a:ea typeface="IPAexGothic"/>
                <a:cs typeface="IPAexGothic"/>
              </a:defRPr>
            </a:lvl9pPr>
          </a:lstStyle>
          <a:p xmlns:a="http://schemas.openxmlformats.org/drawingml/2006/main">
            <a:pPr algn="l">
              <a:buNone/>
              <a:defRPr sz="1575" b="0">
                <a:solidFill>
                  <a:srgbClr val="586872"/>
                </a:solidFill>
                <a:latin typeface="IPAexGothic"/>
                <a:ea typeface="IPAexGothic"/>
                <a:cs typeface="IPAexGothic"/>
              </a:defRPr>
            </a:pPr>
            <a:r>
              <a:rPr sz="1575" b="0">
                <a:solidFill>
                  <a:srgbClr val="586872"/>
                </a:solidFill>
                <a:latin typeface="IPAexGothic"/>
                <a:ea typeface="IPAexGothic"/>
                <a:cs typeface="IPAexGothic"/>
              </a:rPr>
              <a:t>既存手法が存在しないと断定した工程はない。同一構成の未確認と技術の不存在を区別する</a:t>
            </a:r>
          </a:p>
        </p:txBody>
      </p:sp>
    </p:spTree>
    <p:extLst>
      <p:ext uri="{BB962C8B-B14F-4D97-AF65-F5344CB8AC3E}">
        <p14:creationId xmlns:p14="http://schemas.microsoft.com/office/powerpoint/2010/main" val="451569921"/>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headline">
            <a:extLst xmlns:a="http://schemas.openxmlformats.org/drawingml/2006/main">
              <a:ext uri="{FF2B5EF4-FFF2-40B4-BE49-F238E27FC236}">
                <a16:creationId xmlns:a16="http://schemas.microsoft.com/office/drawing/2014/main" id="{70122B6F-AAE2-4E2F-96CD-912F3B1ED4CA}"/>
              </a:ext>
            </a:extLst>
          </p:cNvPr>
          <p:cNvSpPr>
            <a:spLocks xmlns:a="http://schemas.openxmlformats.org/drawingml/2006/main" noGrp="1"/>
          </p:cNvSpPr>
          <p:nvPr/>
        </p:nvSpPr>
        <p:spPr>
          <a:xfrm xmlns:a="http://schemas.openxmlformats.org/drawingml/2006/main">
            <a:off x="590550" y="333375"/>
            <a:ext cx="1095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2B3A"/>
                </a:solidFill>
                <a:latin typeface="IPAexGothic"/>
                <a:ea typeface="IPAexGothic"/>
                <a:cs typeface="IPAexGothic"/>
              </a:defRPr>
            </a:defPPr>
            <a:lvl1pPr>
              <a:buNone/>
              <a:defRPr sz="3300" b="1">
                <a:solidFill>
                  <a:srgbClr val="172B3A"/>
                </a:solidFill>
                <a:latin typeface="IPAexGothic"/>
                <a:ea typeface="IPAexGothic"/>
                <a:cs typeface="IPAexGothic"/>
              </a:defRPr>
            </a:lvl1pPr>
            <a:lvl2pPr>
              <a:buNone/>
              <a:defRPr sz="3300" b="1">
                <a:solidFill>
                  <a:srgbClr val="172B3A"/>
                </a:solidFill>
                <a:latin typeface="IPAexGothic"/>
                <a:ea typeface="IPAexGothic"/>
                <a:cs typeface="IPAexGothic"/>
              </a:defRPr>
            </a:lvl2pPr>
            <a:lvl3pPr>
              <a:buNone/>
              <a:defRPr sz="3300" b="1">
                <a:solidFill>
                  <a:srgbClr val="172B3A"/>
                </a:solidFill>
                <a:latin typeface="IPAexGothic"/>
                <a:ea typeface="IPAexGothic"/>
                <a:cs typeface="IPAexGothic"/>
              </a:defRPr>
            </a:lvl3pPr>
            <a:lvl4pPr>
              <a:buNone/>
              <a:defRPr sz="3300" b="1">
                <a:solidFill>
                  <a:srgbClr val="172B3A"/>
                </a:solidFill>
                <a:latin typeface="IPAexGothic"/>
                <a:ea typeface="IPAexGothic"/>
                <a:cs typeface="IPAexGothic"/>
              </a:defRPr>
            </a:lvl4pPr>
            <a:lvl5pPr>
              <a:buNone/>
              <a:defRPr sz="3300" b="1">
                <a:solidFill>
                  <a:srgbClr val="172B3A"/>
                </a:solidFill>
                <a:latin typeface="IPAexGothic"/>
                <a:ea typeface="IPAexGothic"/>
                <a:cs typeface="IPAexGothic"/>
              </a:defRPr>
            </a:lvl5pPr>
            <a:lvl6pPr>
              <a:buNone/>
              <a:defRPr sz="3300" b="1">
                <a:solidFill>
                  <a:srgbClr val="172B3A"/>
                </a:solidFill>
                <a:latin typeface="IPAexGothic"/>
                <a:ea typeface="IPAexGothic"/>
                <a:cs typeface="IPAexGothic"/>
              </a:defRPr>
            </a:lvl6pPr>
            <a:lvl7pPr>
              <a:buNone/>
              <a:defRPr sz="3300" b="1">
                <a:solidFill>
                  <a:srgbClr val="172B3A"/>
                </a:solidFill>
                <a:latin typeface="IPAexGothic"/>
                <a:ea typeface="IPAexGothic"/>
                <a:cs typeface="IPAexGothic"/>
              </a:defRPr>
            </a:lvl7pPr>
            <a:lvl8pPr>
              <a:buNone/>
              <a:defRPr sz="3300" b="1">
                <a:solidFill>
                  <a:srgbClr val="172B3A"/>
                </a:solidFill>
                <a:latin typeface="IPAexGothic"/>
                <a:ea typeface="IPAexGothic"/>
                <a:cs typeface="IPAexGothic"/>
              </a:defRPr>
            </a:lvl8pPr>
            <a:lvl9pPr>
              <a:buNone/>
              <a:defRPr sz="3300" b="1">
                <a:solidFill>
                  <a:srgbClr val="172B3A"/>
                </a:solidFill>
                <a:latin typeface="IPAexGothic"/>
                <a:ea typeface="IPAexGothic"/>
                <a:cs typeface="IPAexGothic"/>
              </a:defRPr>
            </a:lvl9pPr>
          </a:lstStyle>
          <a:p xmlns:a="http://schemas.openxmlformats.org/drawingml/2006/main">
            <a:pPr>
              <a:buNone/>
              <a:defRPr sz="3300" b="1">
                <a:solidFill>
                  <a:srgbClr val="172B3A"/>
                </a:solidFill>
                <a:latin typeface="IPAexGothic"/>
                <a:ea typeface="IPAexGothic"/>
                <a:cs typeface="IPAexGothic"/>
              </a:defRPr>
            </a:pPr>
            <a:r>
              <a:rPr sz="3300" b="1">
                <a:solidFill>
                  <a:srgbClr val="172B3A"/>
                </a:solidFill>
                <a:latin typeface="IPAexGothic"/>
                <a:ea typeface="IPAexGothic"/>
                <a:cs typeface="IPAexGothic"/>
              </a:rPr>
              <a:t>実設備での検証項目</a:t>
            </a:r>
          </a:p>
        </p:txBody>
      </p:sp>
      <p:sp>
        <p:nvSpPr>
          <p:cNvPr id="2" name="summary">
            <a:extLst xmlns:a="http://schemas.openxmlformats.org/drawingml/2006/main">
              <a:ext uri="{FF2B5EF4-FFF2-40B4-BE49-F238E27FC236}">
                <a16:creationId xmlns:a16="http://schemas.microsoft.com/office/drawing/2014/main" id="{DD5BB2A7-30D6-47F1-9505-B2957147BA39}"/>
              </a:ext>
            </a:extLst>
          </p:cNvPr>
          <p:cNvSpPr>
            <a:spLocks xmlns:a="http://schemas.openxmlformats.org/drawingml/2006/main" noGrp="1"/>
          </p:cNvSpPr>
          <p:nvPr/>
        </p:nvSpPr>
        <p:spPr>
          <a:xfrm xmlns:a="http://schemas.openxmlformats.org/drawingml/2006/main">
            <a:off x="609600" y="1028700"/>
            <a:ext cx="10896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725" b="0">
                <a:solidFill>
                  <a:srgbClr val="586872"/>
                </a:solidFill>
                <a:latin typeface="IPAexGothic"/>
                <a:ea typeface="IPAexGothic"/>
                <a:cs typeface="IPAexGothic"/>
              </a:defRPr>
            </a:defPPr>
            <a:lvl1pPr>
              <a:buNone/>
              <a:defRPr sz="1725" b="0">
                <a:solidFill>
                  <a:srgbClr val="586872"/>
                </a:solidFill>
                <a:latin typeface="IPAexGothic"/>
                <a:ea typeface="IPAexGothic"/>
                <a:cs typeface="IPAexGothic"/>
              </a:defRPr>
            </a:lvl1pPr>
            <a:lvl2pPr>
              <a:buNone/>
              <a:defRPr sz="1725" b="0">
                <a:solidFill>
                  <a:srgbClr val="586872"/>
                </a:solidFill>
                <a:latin typeface="IPAexGothic"/>
                <a:ea typeface="IPAexGothic"/>
                <a:cs typeface="IPAexGothic"/>
              </a:defRPr>
            </a:lvl2pPr>
            <a:lvl3pPr>
              <a:buNone/>
              <a:defRPr sz="1725" b="0">
                <a:solidFill>
                  <a:srgbClr val="586872"/>
                </a:solidFill>
                <a:latin typeface="IPAexGothic"/>
                <a:ea typeface="IPAexGothic"/>
                <a:cs typeface="IPAexGothic"/>
              </a:defRPr>
            </a:lvl3pPr>
            <a:lvl4pPr>
              <a:buNone/>
              <a:defRPr sz="1725" b="0">
                <a:solidFill>
                  <a:srgbClr val="586872"/>
                </a:solidFill>
                <a:latin typeface="IPAexGothic"/>
                <a:ea typeface="IPAexGothic"/>
                <a:cs typeface="IPAexGothic"/>
              </a:defRPr>
            </a:lvl4pPr>
            <a:lvl5pPr>
              <a:buNone/>
              <a:defRPr sz="1725" b="0">
                <a:solidFill>
                  <a:srgbClr val="586872"/>
                </a:solidFill>
                <a:latin typeface="IPAexGothic"/>
                <a:ea typeface="IPAexGothic"/>
                <a:cs typeface="IPAexGothic"/>
              </a:defRPr>
            </a:lvl5pPr>
            <a:lvl6pPr>
              <a:buNone/>
              <a:defRPr sz="1725" b="0">
                <a:solidFill>
                  <a:srgbClr val="586872"/>
                </a:solidFill>
                <a:latin typeface="IPAexGothic"/>
                <a:ea typeface="IPAexGothic"/>
                <a:cs typeface="IPAexGothic"/>
              </a:defRPr>
            </a:lvl6pPr>
            <a:lvl7pPr>
              <a:buNone/>
              <a:defRPr sz="1725" b="0">
                <a:solidFill>
                  <a:srgbClr val="586872"/>
                </a:solidFill>
                <a:latin typeface="IPAexGothic"/>
                <a:ea typeface="IPAexGothic"/>
                <a:cs typeface="IPAexGothic"/>
              </a:defRPr>
            </a:lvl7pPr>
            <a:lvl8pPr>
              <a:buNone/>
              <a:defRPr sz="1725" b="0">
                <a:solidFill>
                  <a:srgbClr val="586872"/>
                </a:solidFill>
                <a:latin typeface="IPAexGothic"/>
                <a:ea typeface="IPAexGothic"/>
                <a:cs typeface="IPAexGothic"/>
              </a:defRPr>
            </a:lvl8pPr>
            <a:lvl9pPr>
              <a:buNone/>
              <a:defRPr sz="1725" b="0">
                <a:solidFill>
                  <a:srgbClr val="586872"/>
                </a:solidFill>
                <a:latin typeface="IPAexGothic"/>
                <a:ea typeface="IPAexGothic"/>
                <a:cs typeface="IPAexGothic"/>
              </a:defRPr>
            </a:lvl9pPr>
          </a:lstStyle>
          <a:p xmlns:a="http://schemas.openxmlformats.org/drawingml/2006/main">
            <a:pPr>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まず元データを蓄積し、波形の群分けから入力・記録・削除判断までを一つの系で実装します。</a:t>
            </a:r>
          </a:p>
          <a:p xmlns:a="http://schemas.openxmlformats.org/drawingml/2006/main">
            <a:pPr>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独立した検証期間と実設備のログで性能・保存量を測り、選んだ手法と仮設定を見直します。</a:t>
            </a:r>
          </a:p>
        </p:txBody>
      </p:sp>
      <p:sp>
        <p:nvSpPr>
          <p:cNvPr id="3" name="page-number">
            <a:extLst xmlns:a="http://schemas.openxmlformats.org/drawingml/2006/main">
              <a:ext uri="{FF2B5EF4-FFF2-40B4-BE49-F238E27FC236}">
                <a16:creationId xmlns:a16="http://schemas.microsoft.com/office/drawing/2014/main" id="{3252DBE2-C9F4-42CE-B082-7671FEB474BB}"/>
              </a:ext>
            </a:extLst>
          </p:cNvPr>
          <p:cNvSpPr>
            <a:spLocks xmlns:a="http://schemas.openxmlformats.org/drawingml/2006/main" noGrp="1"/>
          </p:cNvSpPr>
          <p:nvPr/>
        </p:nvSpPr>
        <p:spPr>
          <a:xfrm xmlns:a="http://schemas.openxmlformats.org/drawingml/2006/main">
            <a:off x="11239500" y="644842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75" b="0">
                <a:solidFill>
                  <a:srgbClr val="586872"/>
                </a:solidFill>
                <a:latin typeface="IPAexGothic"/>
                <a:ea typeface="IPAexGothic"/>
                <a:cs typeface="IPAexGothic"/>
              </a:defRPr>
            </a:defPPr>
            <a:lvl1pPr>
              <a:buNone/>
              <a:defRPr sz="1275" b="0">
                <a:solidFill>
                  <a:srgbClr val="586872"/>
                </a:solidFill>
                <a:latin typeface="IPAexGothic"/>
                <a:ea typeface="IPAexGothic"/>
                <a:cs typeface="IPAexGothic"/>
              </a:defRPr>
            </a:lvl1pPr>
            <a:lvl2pPr>
              <a:buNone/>
              <a:defRPr sz="1275" b="0">
                <a:solidFill>
                  <a:srgbClr val="586872"/>
                </a:solidFill>
                <a:latin typeface="IPAexGothic"/>
                <a:ea typeface="IPAexGothic"/>
                <a:cs typeface="IPAexGothic"/>
              </a:defRPr>
            </a:lvl2pPr>
            <a:lvl3pPr>
              <a:buNone/>
              <a:defRPr sz="1275" b="0">
                <a:solidFill>
                  <a:srgbClr val="586872"/>
                </a:solidFill>
                <a:latin typeface="IPAexGothic"/>
                <a:ea typeface="IPAexGothic"/>
                <a:cs typeface="IPAexGothic"/>
              </a:defRPr>
            </a:lvl3pPr>
            <a:lvl4pPr>
              <a:buNone/>
              <a:defRPr sz="1275" b="0">
                <a:solidFill>
                  <a:srgbClr val="586872"/>
                </a:solidFill>
                <a:latin typeface="IPAexGothic"/>
                <a:ea typeface="IPAexGothic"/>
                <a:cs typeface="IPAexGothic"/>
              </a:defRPr>
            </a:lvl4pPr>
            <a:lvl5pPr>
              <a:buNone/>
              <a:defRPr sz="1275" b="0">
                <a:solidFill>
                  <a:srgbClr val="586872"/>
                </a:solidFill>
                <a:latin typeface="IPAexGothic"/>
                <a:ea typeface="IPAexGothic"/>
                <a:cs typeface="IPAexGothic"/>
              </a:defRPr>
            </a:lvl5pPr>
            <a:lvl6pPr>
              <a:buNone/>
              <a:defRPr sz="1275" b="0">
                <a:solidFill>
                  <a:srgbClr val="586872"/>
                </a:solidFill>
                <a:latin typeface="IPAexGothic"/>
                <a:ea typeface="IPAexGothic"/>
                <a:cs typeface="IPAexGothic"/>
              </a:defRPr>
            </a:lvl6pPr>
            <a:lvl7pPr>
              <a:buNone/>
              <a:defRPr sz="1275" b="0">
                <a:solidFill>
                  <a:srgbClr val="586872"/>
                </a:solidFill>
                <a:latin typeface="IPAexGothic"/>
                <a:ea typeface="IPAexGothic"/>
                <a:cs typeface="IPAexGothic"/>
              </a:defRPr>
            </a:lvl7pPr>
            <a:lvl8pPr>
              <a:buNone/>
              <a:defRPr sz="1275" b="0">
                <a:solidFill>
                  <a:srgbClr val="586872"/>
                </a:solidFill>
                <a:latin typeface="IPAexGothic"/>
                <a:ea typeface="IPAexGothic"/>
                <a:cs typeface="IPAexGothic"/>
              </a:defRPr>
            </a:lvl8pPr>
            <a:lvl9pPr>
              <a:buNone/>
              <a:defRPr sz="1275" b="0">
                <a:solidFill>
                  <a:srgbClr val="586872"/>
                </a:solidFill>
                <a:latin typeface="IPAexGothic"/>
                <a:ea typeface="IPAexGothic"/>
                <a:cs typeface="IPAexGothic"/>
              </a:defRPr>
            </a:lvl9pPr>
          </a:lstStyle>
          <a:p xmlns:a="http://schemas.openxmlformats.org/drawingml/2006/main">
            <a:pPr>
              <a:buNone/>
              <a:defRPr sz="1275" b="0">
                <a:solidFill>
                  <a:srgbClr val="586872"/>
                </a:solidFill>
                <a:latin typeface="IPAexGothic"/>
                <a:ea typeface="IPAexGothic"/>
                <a:cs typeface="IPAexGothic"/>
              </a:defRPr>
            </a:pPr>
            <a:r>
              <a:rPr sz="1275" b="0">
                <a:solidFill>
                  <a:srgbClr val="586872"/>
                </a:solidFill>
                <a:latin typeface="IPAexGothic"/>
                <a:ea typeface="IPAexGothic"/>
                <a:cs typeface="IPAexGothic"/>
              </a:rPr>
              <a:t>57</a:t>
            </a:r>
          </a:p>
        </p:txBody>
      </p:sp>
      <p:graphicFrame>
        <p:nvGraphicFramePr>
          <p:cNvPr id="4" name="">
            <a:extLst xmlns:a="http://schemas.openxmlformats.org/drawingml/2006/main">
              <a:ext uri="{FF2B5EF4-FFF2-40B4-BE49-F238E27FC236}">
                <a16:creationId xmlns:a16="http://schemas.microsoft.com/office/drawing/2014/main" id="{2730097E-20C9-4C7D-8AD9-0659C56A8B03}"/>
              </a:ext>
            </a:extLst>
          </p:cNvPr>
          <p:cNvGraphicFramePr/>
          <p:nvPr/>
        </p:nvGraphicFramePr>
        <p:xfrm>
          <a:off xmlns:a="http://schemas.openxmlformats.org/drawingml/2006/main" x="609600" y="1762125"/>
          <a:ext xmlns:a="http://schemas.openxmlformats.org/drawingml/2006/main" cx="10972800" cy="3952875"/>
        </p:xfrm>
        <a:graphic xmlns:a="http://schemas.openxmlformats.org/drawingml/2006/main">
          <a:graphicData uri="http://schemas.openxmlformats.org/drawingml/2006/table">
            <a:tbl>
              <a:tblPr firstRow="1" bandRow="0"/>
              <a:tblGrid>
                <a:gridCol w="2514600"/>
                <a:gridCol w="8458200"/>
              </a:tblGrid>
              <a:tr h="790575">
                <a:tc>
                  <a:txBody>
                    <a:bodyPr wrap="square" lIns="133350" tIns="76200" rIns="114300" bIns="76200"/>
                    <a:lstStyle/>
                    <a:p>
                      <a:r>
                        <a:rPr sz="1875" b="1">
                          <a:solidFill>
                            <a:srgbClr val="172B3A"/>
                          </a:solidFill>
                          <a:latin typeface="IPAexGothic"/>
                          <a:ea typeface="IPAexGothic"/>
                          <a:cs typeface="IPAexGothic"/>
                        </a:rPr>
                        <a:t>検証項目</a:t>
                      </a:r>
                    </a:p>
                  </a:txBody>
                  <a:tcPr marL="91440" marR="91440" marT="45720" marB="45720" anchor="ctr">
                    <a:lnL w="9525">
                      <a:solidFill>
                        <a:srgbClr val="BCCAD2"/>
                      </a:solidFill>
                      <a:prstDash val="solid"/>
                    </a:lnL>
                    <a:lnR w="9525">
                      <a:solidFill>
                        <a:srgbClr val="BCCAD2"/>
                      </a:solidFill>
                      <a:prstDash val="solid"/>
                    </a:lnR>
                    <a:lnT w="9525">
                      <a:solidFill>
                        <a:srgbClr val="BCCAD2"/>
                      </a:solidFill>
                      <a:prstDash val="solid"/>
                    </a:lnT>
                    <a:lnB w="9525">
                      <a:solidFill>
                        <a:srgbClr val="BCCAD2"/>
                      </a:solidFill>
                      <a:prstDash val="solid"/>
                    </a:lnB>
                    <a:solidFill>
                      <a:srgbClr val="EAF1F5"/>
                    </a:solidFill>
                  </a:tcPr>
                </a:tc>
                <a:tc>
                  <a:txBody>
                    <a:bodyPr wrap="square" lIns="133350" tIns="76200" rIns="114300" bIns="76200"/>
                    <a:lstStyle/>
                    <a:p>
                      <a:r>
                        <a:rPr sz="1875" b="1">
                          <a:solidFill>
                            <a:srgbClr val="172B3A"/>
                          </a:solidFill>
                          <a:latin typeface="IPAexGothic"/>
                          <a:ea typeface="IPAexGothic"/>
                          <a:cs typeface="IPAexGothic"/>
                        </a:rPr>
                        <a:t>今後の検証案で確認する内容</a:t>
                      </a:r>
                    </a:p>
                  </a:txBody>
                  <a:tcPr marL="91440" marR="91440" marT="45720" marB="45720" anchor="ctr">
                    <a:lnR w="9525">
                      <a:solidFill>
                        <a:srgbClr val="BCCAD2"/>
                      </a:solidFill>
                      <a:prstDash val="solid"/>
                    </a:lnR>
                    <a:lnT w="9525">
                      <a:solidFill>
                        <a:srgbClr val="BCCAD2"/>
                      </a:solidFill>
                      <a:prstDash val="solid"/>
                    </a:lnT>
                    <a:lnB w="9525">
                      <a:solidFill>
                        <a:srgbClr val="BCCAD2"/>
                      </a:solidFill>
                      <a:prstDash val="solid"/>
                    </a:lnB>
                    <a:solidFill>
                      <a:srgbClr val="EAF1F5"/>
                    </a:solidFill>
                  </a:tcPr>
                </a:tc>
              </a:tr>
              <a:tr h="790575">
                <a:tc>
                  <a:txBody>
                    <a:bodyPr wrap="square" lIns="133350" tIns="76200" rIns="114300" bIns="76200"/>
                    <a:lstStyle/>
                    <a:p>
                      <a:r>
                        <a:rPr sz="1875" b="0">
                          <a:solidFill>
                            <a:srgbClr val="172B3A"/>
                          </a:solidFill>
                          <a:latin typeface="IPAexGothic"/>
                          <a:ea typeface="IPAexGothic"/>
                          <a:cs typeface="IPAexGothic"/>
                        </a:rPr>
                        <a:t>入力と正解情報</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FFFFF"/>
                    </a:solidFill>
                  </a:tcPr>
                </a:tc>
                <a:tc>
                  <a:txBody>
                    <a:bodyPr wrap="square" lIns="133350" tIns="76200" rIns="114300" bIns="76200"/>
                    <a:lstStyle/>
                    <a:p>
                      <a:r>
                        <a:rPr sz="1875" b="0">
                          <a:solidFill>
                            <a:srgbClr val="172B3A"/>
                          </a:solidFill>
                          <a:latin typeface="IPAexGothic"/>
                          <a:ea typeface="IPAexGothic"/>
                          <a:cs typeface="IPAexGothic"/>
                        </a:rPr>
                        <a:t>窓条件と分割を固定し、学習期間から尺度変換・中心を求める。</a:t>
                      </a:r>
                    </a:p>
                    <a:p>
                      <a:r>
                        <a:rPr sz="1875" b="0">
                          <a:solidFill>
                            <a:srgbClr val="172B3A"/>
                          </a:solidFill>
                          <a:latin typeface="IPAexGothic"/>
                          <a:ea typeface="IPAexGothic"/>
                          <a:cs typeface="IPAexGothic"/>
                        </a:rPr>
                        <a:t>別の条件設定期間で半径を算出。出現・窓・入力行・正解の対応を確認。</a:t>
                      </a:r>
                    </a:p>
                  </a:txBody>
                  <a:tcPr marL="91440" marR="91440" marT="45720" marB="45720" anchor="ctr">
                    <a:lnR w="9525">
                      <a:solidFill>
                        <a:srgbClr val="BCCAD2"/>
                      </a:solidFill>
                      <a:prstDash val="solid"/>
                    </a:lnR>
                    <a:lnB w="9525">
                      <a:solidFill>
                        <a:srgbClr val="BCCAD2"/>
                      </a:solidFill>
                      <a:prstDash val="solid"/>
                    </a:lnB>
                    <a:solidFill>
                      <a:srgbClr val="FFFFFF"/>
                    </a:solidFill>
                  </a:tcPr>
                </a:tc>
              </a:tr>
              <a:tr h="790575">
                <a:tc>
                  <a:txBody>
                    <a:bodyPr wrap="square" lIns="133350" tIns="76200" rIns="114300" bIns="76200"/>
                    <a:lstStyle/>
                    <a:p>
                      <a:r>
                        <a:rPr sz="1875" b="0">
                          <a:solidFill>
                            <a:srgbClr val="172B3A"/>
                          </a:solidFill>
                          <a:latin typeface="IPAexGothic"/>
                          <a:ea typeface="IPAexGothic"/>
                          <a:cs typeface="IPAexGothic"/>
                        </a:rPr>
                        <a:t>判定性能の維持</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8FAFB"/>
                    </a:solidFill>
                  </a:tcPr>
                </a:tc>
                <a:tc>
                  <a:txBody>
                    <a:bodyPr wrap="square" lIns="133350" tIns="76200" rIns="114300" bIns="76200"/>
                    <a:lstStyle/>
                    <a:p>
                      <a:r>
                        <a:rPr sz="1875" b="0">
                          <a:solidFill>
                            <a:srgbClr val="172B3A"/>
                          </a:solidFill>
                          <a:latin typeface="IPAexGothic"/>
                          <a:ea typeface="IPAexGothic"/>
                          <a:cs typeface="IPAexGothic"/>
                        </a:rPr>
                        <a:t>共通の未学習の検証事例で元データ側と出現情報側を比較。</a:t>
                      </a:r>
                    </a:p>
                    <a:p>
                      <a:r>
                        <a:rPr sz="1875" b="0">
                          <a:solidFill>
                            <a:srgbClr val="172B3A"/>
                          </a:solidFill>
                          <a:latin typeface="IPAexGothic"/>
                          <a:ea typeface="IPAexGothic"/>
                          <a:cs typeface="IPAexGothic"/>
                        </a:rPr>
                        <a:t>見逃し・誤警報・不確かさを、全体と削除適用条件別に調べる。</a:t>
                      </a:r>
                    </a:p>
                  </a:txBody>
                  <a:tcPr marL="91440" marR="91440" marT="45720" marB="45720" anchor="ctr">
                    <a:lnR w="9525">
                      <a:solidFill>
                        <a:srgbClr val="BCCAD2"/>
                      </a:solidFill>
                      <a:prstDash val="solid"/>
                    </a:lnR>
                    <a:lnB w="9525">
                      <a:solidFill>
                        <a:srgbClr val="BCCAD2"/>
                      </a:solidFill>
                      <a:prstDash val="solid"/>
                    </a:lnB>
                    <a:solidFill>
                      <a:srgbClr val="F8FAFB"/>
                    </a:solidFill>
                  </a:tcPr>
                </a:tc>
              </a:tr>
              <a:tr h="790575">
                <a:tc>
                  <a:txBody>
                    <a:bodyPr wrap="square" lIns="133350" tIns="76200" rIns="114300" bIns="76200"/>
                    <a:lstStyle/>
                    <a:p>
                      <a:r>
                        <a:rPr sz="1875" b="0">
                          <a:solidFill>
                            <a:srgbClr val="172B3A"/>
                          </a:solidFill>
                          <a:latin typeface="IPAexGothic"/>
                          <a:ea typeface="IPAexGothic"/>
                          <a:cs typeface="IPAexGothic"/>
                        </a:rPr>
                        <a:t>保持構成と保存量</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FFFFF"/>
                    </a:solidFill>
                  </a:tcPr>
                </a:tc>
                <a:tc>
                  <a:txBody>
                    <a:bodyPr wrap="square" lIns="133350" tIns="76200" rIns="114300" bIns="76200"/>
                    <a:lstStyle/>
                    <a:p>
                      <a:r>
                        <a:rPr sz="1875" b="0">
                          <a:solidFill>
                            <a:srgbClr val="172B3A"/>
                          </a:solidFill>
                          <a:latin typeface="IPAexGothic"/>
                          <a:ea typeface="IPAexGothic"/>
                          <a:cs typeface="IPAexGothic"/>
                        </a:rPr>
                        <a:t>今回の区分別保持と保護窓の実体が残るか確認。</a:t>
                      </a:r>
                    </a:p>
                    <a:p>
                      <a:r>
                        <a:rPr sz="1875" b="0">
                          <a:solidFill>
                            <a:srgbClr val="172B3A"/>
                          </a:solidFill>
                          <a:latin typeface="IPAexGothic"/>
                          <a:ea typeface="IPAexGothic"/>
                          <a:cs typeface="IPAexGothic"/>
                        </a:rPr>
                        <a:t>重複窓CSV、出現情報、入力行、モデルを含む全保存量を測る。</a:t>
                      </a:r>
                    </a:p>
                  </a:txBody>
                  <a:tcPr marL="91440" marR="91440" marT="45720" marB="45720" anchor="ctr">
                    <a:lnR w="9525">
                      <a:solidFill>
                        <a:srgbClr val="BCCAD2"/>
                      </a:solidFill>
                      <a:prstDash val="solid"/>
                    </a:lnR>
                    <a:lnB w="9525">
                      <a:solidFill>
                        <a:srgbClr val="BCCAD2"/>
                      </a:solidFill>
                      <a:prstDash val="solid"/>
                    </a:lnB>
                    <a:solidFill>
                      <a:srgbClr val="FFFFFF"/>
                    </a:solidFill>
                  </a:tcPr>
                </a:tc>
              </a:tr>
              <a:tr h="790575">
                <a:tc>
                  <a:txBody>
                    <a:bodyPr wrap="square" lIns="133350" tIns="76200" rIns="114300" bIns="76200"/>
                    <a:lstStyle/>
                    <a:p>
                      <a:r>
                        <a:rPr sz="1875" b="0">
                          <a:solidFill>
                            <a:srgbClr val="172B3A"/>
                          </a:solidFill>
                          <a:latin typeface="IPAexGothic"/>
                          <a:ea typeface="IPAexGothic"/>
                          <a:cs typeface="IPAexGothic"/>
                        </a:rPr>
                        <a:t>変化後の運用</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8FAFB"/>
                    </a:solidFill>
                  </a:tcPr>
                </a:tc>
                <a:tc>
                  <a:txBody>
                    <a:bodyPr wrap="square" lIns="133350" tIns="76200" rIns="114300" bIns="76200"/>
                    <a:lstStyle/>
                    <a:p>
                      <a:r>
                        <a:rPr sz="1875" b="0">
                          <a:solidFill>
                            <a:srgbClr val="172B3A"/>
                          </a:solidFill>
                          <a:latin typeface="IPAexGothic"/>
                          <a:ea typeface="IPAexGothic"/>
                          <a:cs typeface="IPAexGothic"/>
                        </a:rPr>
                        <a:t>変化検知後の削除停止、新規データ保持、版更新を確認。</a:t>
                      </a:r>
                    </a:p>
                    <a:p>
                      <a:r>
                        <a:rPr sz="1875" b="0">
                          <a:solidFill>
                            <a:srgbClr val="172B3A"/>
                          </a:solidFill>
                          <a:latin typeface="IPAexGothic"/>
                          <a:ea typeface="IPAexGothic"/>
                          <a:cs typeface="IPAexGothic"/>
                        </a:rPr>
                        <a:t>再評価に合格した範囲だけ再開し、判定と統計の対応も確かめる。</a:t>
                      </a:r>
                    </a:p>
                  </a:txBody>
                  <a:tcPr marL="91440" marR="91440" marT="45720" marB="45720" anchor="ctr">
                    <a:lnR w="9525">
                      <a:solidFill>
                        <a:srgbClr val="BCCAD2"/>
                      </a:solidFill>
                      <a:prstDash val="solid"/>
                    </a:lnR>
                    <a:lnB w="9525">
                      <a:solidFill>
                        <a:srgbClr val="BCCAD2"/>
                      </a:solidFill>
                      <a:prstDash val="solid"/>
                    </a:lnB>
                    <a:solidFill>
                      <a:srgbClr val="F8FAFB"/>
                    </a:solidFill>
                  </a:tcPr>
                </a:tc>
              </a:tr>
            </a:tbl>
          </a:graphicData>
        </a:graphic>
      </p:graphicFrame>
      <p:sp>
        <p:nvSpPr>
          <p:cNvPr id="5" name="text-3">
            <a:extLst xmlns:a="http://schemas.openxmlformats.org/drawingml/2006/main">
              <a:ext uri="{FF2B5EF4-FFF2-40B4-BE49-F238E27FC236}">
                <a16:creationId xmlns:a16="http://schemas.microsoft.com/office/drawing/2014/main" id="{763348CA-2DAB-415C-BC6F-362F1A14B4B8}"/>
              </a:ext>
            </a:extLst>
          </p:cNvPr>
          <p:cNvSpPr>
            <a:spLocks xmlns:a="http://schemas.openxmlformats.org/drawingml/2006/main" noGrp="1"/>
          </p:cNvSpPr>
          <p:nvPr/>
        </p:nvSpPr>
        <p:spPr>
          <a:xfrm xmlns:a="http://schemas.openxmlformats.org/drawingml/2006/main">
            <a:off x="609600" y="5953125"/>
            <a:ext cx="10906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0">
                <a:solidFill>
                  <a:srgbClr val="586872"/>
                </a:solidFill>
                <a:latin typeface="IPAexGothic"/>
                <a:ea typeface="IPAexGothic"/>
                <a:cs typeface="IPAexGothic"/>
              </a:defRPr>
            </a:defPPr>
            <a:lvl1pPr>
              <a:buNone/>
              <a:defRPr sz="1575" b="0">
                <a:solidFill>
                  <a:srgbClr val="586872"/>
                </a:solidFill>
                <a:latin typeface="IPAexGothic"/>
                <a:ea typeface="IPAexGothic"/>
                <a:cs typeface="IPAexGothic"/>
              </a:defRPr>
            </a:lvl1pPr>
            <a:lvl2pPr>
              <a:buNone/>
              <a:defRPr sz="1575" b="0">
                <a:solidFill>
                  <a:srgbClr val="586872"/>
                </a:solidFill>
                <a:latin typeface="IPAexGothic"/>
                <a:ea typeface="IPAexGothic"/>
                <a:cs typeface="IPAexGothic"/>
              </a:defRPr>
            </a:lvl2pPr>
            <a:lvl3pPr>
              <a:buNone/>
              <a:defRPr sz="1575" b="0">
                <a:solidFill>
                  <a:srgbClr val="586872"/>
                </a:solidFill>
                <a:latin typeface="IPAexGothic"/>
                <a:ea typeface="IPAexGothic"/>
                <a:cs typeface="IPAexGothic"/>
              </a:defRPr>
            </a:lvl3pPr>
            <a:lvl4pPr>
              <a:buNone/>
              <a:defRPr sz="1575" b="0">
                <a:solidFill>
                  <a:srgbClr val="586872"/>
                </a:solidFill>
                <a:latin typeface="IPAexGothic"/>
                <a:ea typeface="IPAexGothic"/>
                <a:cs typeface="IPAexGothic"/>
              </a:defRPr>
            </a:lvl4pPr>
            <a:lvl5pPr>
              <a:buNone/>
              <a:defRPr sz="1575" b="0">
                <a:solidFill>
                  <a:srgbClr val="586872"/>
                </a:solidFill>
                <a:latin typeface="IPAexGothic"/>
                <a:ea typeface="IPAexGothic"/>
                <a:cs typeface="IPAexGothic"/>
              </a:defRPr>
            </a:lvl5pPr>
            <a:lvl6pPr>
              <a:buNone/>
              <a:defRPr sz="1575" b="0">
                <a:solidFill>
                  <a:srgbClr val="586872"/>
                </a:solidFill>
                <a:latin typeface="IPAexGothic"/>
                <a:ea typeface="IPAexGothic"/>
                <a:cs typeface="IPAexGothic"/>
              </a:defRPr>
            </a:lvl6pPr>
            <a:lvl7pPr>
              <a:buNone/>
              <a:defRPr sz="1575" b="0">
                <a:solidFill>
                  <a:srgbClr val="586872"/>
                </a:solidFill>
                <a:latin typeface="IPAexGothic"/>
                <a:ea typeface="IPAexGothic"/>
                <a:cs typeface="IPAexGothic"/>
              </a:defRPr>
            </a:lvl7pPr>
            <a:lvl8pPr>
              <a:buNone/>
              <a:defRPr sz="1575" b="0">
                <a:solidFill>
                  <a:srgbClr val="586872"/>
                </a:solidFill>
                <a:latin typeface="IPAexGothic"/>
                <a:ea typeface="IPAexGothic"/>
                <a:cs typeface="IPAexGothic"/>
              </a:defRPr>
            </a:lvl8pPr>
            <a:lvl9pPr>
              <a:buNone/>
              <a:defRPr sz="1575" b="0">
                <a:solidFill>
                  <a:srgbClr val="586872"/>
                </a:solidFill>
                <a:latin typeface="IPAexGothic"/>
                <a:ea typeface="IPAexGothic"/>
                <a:cs typeface="IPAexGothic"/>
              </a:defRPr>
            </a:lvl9pPr>
          </a:lstStyle>
          <a:p xmlns:a="http://schemas.openxmlformats.org/drawingml/2006/main">
            <a:pPr>
              <a:buNone/>
              <a:defRPr sz="1575" b="0">
                <a:solidFill>
                  <a:srgbClr val="586872"/>
                </a:solidFill>
                <a:latin typeface="IPAexGothic"/>
                <a:ea typeface="IPAexGothic"/>
                <a:cs typeface="IPAexGothic"/>
              </a:defRPr>
            </a:pPr>
            <a:r>
              <a:rPr sz="1575" b="0">
                <a:solidFill>
                  <a:srgbClr val="586872"/>
                </a:solidFill>
                <a:latin typeface="IPAexGothic"/>
                <a:ea typeface="IPAexGothic"/>
                <a:cs typeface="IPAexGothic"/>
              </a:rPr>
              <a:t>今後の検証案。実設備での削減率、将来の未知パターン発見、再構築性能を保証するものではない</a:t>
            </a:r>
          </a:p>
        </p:txBody>
      </p:sp>
    </p:spTree>
    <p:extLst>
      <p:ext uri="{BB962C8B-B14F-4D97-AF65-F5344CB8AC3E}">
        <p14:creationId xmlns:p14="http://schemas.microsoft.com/office/powerpoint/2010/main" val="1623180007"/>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headline">
            <a:extLst xmlns:a="http://schemas.openxmlformats.org/drawingml/2006/main">
              <a:ext uri="{FF2B5EF4-FFF2-40B4-BE49-F238E27FC236}">
                <a16:creationId xmlns:a16="http://schemas.microsoft.com/office/drawing/2014/main" id="{C4E58A05-490D-4CE2-B669-F70A499809FB}"/>
              </a:ext>
            </a:extLst>
          </p:cNvPr>
          <p:cNvSpPr>
            <a:spLocks xmlns:a="http://schemas.openxmlformats.org/drawingml/2006/main" noGrp="1"/>
          </p:cNvSpPr>
          <p:nvPr/>
        </p:nvSpPr>
        <p:spPr>
          <a:xfrm xmlns:a="http://schemas.openxmlformats.org/drawingml/2006/main">
            <a:off x="590550" y="333375"/>
            <a:ext cx="1095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72B3A"/>
                </a:solidFill>
                <a:latin typeface="IPAexGothic"/>
                <a:ea typeface="IPAexGothic"/>
                <a:cs typeface="IPAexGothic"/>
              </a:defRPr>
            </a:defPPr>
            <a:lvl1pPr algn="l">
              <a:buNone/>
              <a:defRPr sz="3300" b="1">
                <a:solidFill>
                  <a:srgbClr val="172B3A"/>
                </a:solidFill>
                <a:latin typeface="IPAexGothic"/>
                <a:ea typeface="IPAexGothic"/>
                <a:cs typeface="IPAexGothic"/>
              </a:defRPr>
            </a:lvl1pPr>
            <a:lvl2pPr algn="l">
              <a:buNone/>
              <a:defRPr sz="3300" b="1">
                <a:solidFill>
                  <a:srgbClr val="172B3A"/>
                </a:solidFill>
                <a:latin typeface="IPAexGothic"/>
                <a:ea typeface="IPAexGothic"/>
                <a:cs typeface="IPAexGothic"/>
              </a:defRPr>
            </a:lvl2pPr>
            <a:lvl3pPr algn="l">
              <a:buNone/>
              <a:defRPr sz="3300" b="1">
                <a:solidFill>
                  <a:srgbClr val="172B3A"/>
                </a:solidFill>
                <a:latin typeface="IPAexGothic"/>
                <a:ea typeface="IPAexGothic"/>
                <a:cs typeface="IPAexGothic"/>
              </a:defRPr>
            </a:lvl3pPr>
            <a:lvl4pPr algn="l">
              <a:buNone/>
              <a:defRPr sz="3300" b="1">
                <a:solidFill>
                  <a:srgbClr val="172B3A"/>
                </a:solidFill>
                <a:latin typeface="IPAexGothic"/>
                <a:ea typeface="IPAexGothic"/>
                <a:cs typeface="IPAexGothic"/>
              </a:defRPr>
            </a:lvl4pPr>
            <a:lvl5pPr algn="l">
              <a:buNone/>
              <a:defRPr sz="3300" b="1">
                <a:solidFill>
                  <a:srgbClr val="172B3A"/>
                </a:solidFill>
                <a:latin typeface="IPAexGothic"/>
                <a:ea typeface="IPAexGothic"/>
                <a:cs typeface="IPAexGothic"/>
              </a:defRPr>
            </a:lvl5pPr>
            <a:lvl6pPr algn="l">
              <a:buNone/>
              <a:defRPr sz="3300" b="1">
                <a:solidFill>
                  <a:srgbClr val="172B3A"/>
                </a:solidFill>
                <a:latin typeface="IPAexGothic"/>
                <a:ea typeface="IPAexGothic"/>
                <a:cs typeface="IPAexGothic"/>
              </a:defRPr>
            </a:lvl6pPr>
            <a:lvl7pPr algn="l">
              <a:buNone/>
              <a:defRPr sz="3300" b="1">
                <a:solidFill>
                  <a:srgbClr val="172B3A"/>
                </a:solidFill>
                <a:latin typeface="IPAexGothic"/>
                <a:ea typeface="IPAexGothic"/>
                <a:cs typeface="IPAexGothic"/>
              </a:defRPr>
            </a:lvl7pPr>
            <a:lvl8pPr algn="l">
              <a:buNone/>
              <a:defRPr sz="3300" b="1">
                <a:solidFill>
                  <a:srgbClr val="172B3A"/>
                </a:solidFill>
                <a:latin typeface="IPAexGothic"/>
                <a:ea typeface="IPAexGothic"/>
                <a:cs typeface="IPAexGothic"/>
              </a:defRPr>
            </a:lvl8pPr>
            <a:lvl9pPr algn="l">
              <a:buNone/>
              <a:defRPr sz="3300" b="1">
                <a:solidFill>
                  <a:srgbClr val="172B3A"/>
                </a:solidFill>
                <a:latin typeface="IPAexGothic"/>
                <a:ea typeface="IPAexGothic"/>
                <a:cs typeface="IPAexGothic"/>
              </a:defRPr>
            </a:lvl9pPr>
          </a:lstStyle>
          <a:p xmlns:a="http://schemas.openxmlformats.org/drawingml/2006/main">
            <a:pPr algn="l">
              <a:buNone/>
              <a:defRPr sz="3300" b="1">
                <a:solidFill>
                  <a:srgbClr val="172B3A"/>
                </a:solidFill>
                <a:latin typeface="IPAexGothic"/>
                <a:ea typeface="IPAexGothic"/>
                <a:cs typeface="IPAexGothic"/>
              </a:defRPr>
            </a:pPr>
            <a:r>
              <a:rPr sz="3300" b="1">
                <a:solidFill>
                  <a:srgbClr val="172B3A"/>
                </a:solidFill>
                <a:latin typeface="IPAexGothic"/>
                <a:ea typeface="IPAexGothic"/>
                <a:cs typeface="IPAexGothic"/>
              </a:rPr>
              <a:t>参照資料と主要な先行文献</a:t>
            </a:r>
          </a:p>
        </p:txBody>
      </p:sp>
      <p:sp>
        <p:nvSpPr>
          <p:cNvPr id="2" name="summary">
            <a:extLst xmlns:a="http://schemas.openxmlformats.org/drawingml/2006/main">
              <a:ext uri="{FF2B5EF4-FFF2-40B4-BE49-F238E27FC236}">
                <a16:creationId xmlns:a16="http://schemas.microsoft.com/office/drawing/2014/main" id="{319CCE23-320B-4558-8CD9-AE15760AE39B}"/>
              </a:ext>
            </a:extLst>
          </p:cNvPr>
          <p:cNvSpPr>
            <a:spLocks xmlns:a="http://schemas.openxmlformats.org/drawingml/2006/main" noGrp="1"/>
          </p:cNvSpPr>
          <p:nvPr/>
        </p:nvSpPr>
        <p:spPr>
          <a:xfrm xmlns:a="http://schemas.openxmlformats.org/drawingml/2006/main">
            <a:off x="609600" y="1028700"/>
            <a:ext cx="10896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86872"/>
                </a:solidFill>
                <a:latin typeface="IPAexGothic"/>
                <a:ea typeface="IPAexGothic"/>
                <a:cs typeface="IPAexGothic"/>
              </a:defRPr>
            </a:defPPr>
            <a:lvl1pPr algn="l">
              <a:buNone/>
              <a:defRPr sz="1800" b="0">
                <a:solidFill>
                  <a:srgbClr val="586872"/>
                </a:solidFill>
                <a:latin typeface="IPAexGothic"/>
                <a:ea typeface="IPAexGothic"/>
                <a:cs typeface="IPAexGothic"/>
              </a:defRPr>
            </a:lvl1pPr>
            <a:lvl2pPr algn="l">
              <a:buNone/>
              <a:defRPr sz="1800" b="0">
                <a:solidFill>
                  <a:srgbClr val="586872"/>
                </a:solidFill>
                <a:latin typeface="IPAexGothic"/>
                <a:ea typeface="IPAexGothic"/>
                <a:cs typeface="IPAexGothic"/>
              </a:defRPr>
            </a:lvl2pPr>
            <a:lvl3pPr algn="l">
              <a:buNone/>
              <a:defRPr sz="1800" b="0">
                <a:solidFill>
                  <a:srgbClr val="586872"/>
                </a:solidFill>
                <a:latin typeface="IPAexGothic"/>
                <a:ea typeface="IPAexGothic"/>
                <a:cs typeface="IPAexGothic"/>
              </a:defRPr>
            </a:lvl3pPr>
            <a:lvl4pPr algn="l">
              <a:buNone/>
              <a:defRPr sz="1800" b="0">
                <a:solidFill>
                  <a:srgbClr val="586872"/>
                </a:solidFill>
                <a:latin typeface="IPAexGothic"/>
                <a:ea typeface="IPAexGothic"/>
                <a:cs typeface="IPAexGothic"/>
              </a:defRPr>
            </a:lvl4pPr>
            <a:lvl5pPr algn="l">
              <a:buNone/>
              <a:defRPr sz="1800" b="0">
                <a:solidFill>
                  <a:srgbClr val="586872"/>
                </a:solidFill>
                <a:latin typeface="IPAexGothic"/>
                <a:ea typeface="IPAexGothic"/>
                <a:cs typeface="IPAexGothic"/>
              </a:defRPr>
            </a:lvl5pPr>
            <a:lvl6pPr algn="l">
              <a:buNone/>
              <a:defRPr sz="1800" b="0">
                <a:solidFill>
                  <a:srgbClr val="586872"/>
                </a:solidFill>
                <a:latin typeface="IPAexGothic"/>
                <a:ea typeface="IPAexGothic"/>
                <a:cs typeface="IPAexGothic"/>
              </a:defRPr>
            </a:lvl6pPr>
            <a:lvl7pPr algn="l">
              <a:buNone/>
              <a:defRPr sz="1800" b="0">
                <a:solidFill>
                  <a:srgbClr val="586872"/>
                </a:solidFill>
                <a:latin typeface="IPAexGothic"/>
                <a:ea typeface="IPAexGothic"/>
                <a:cs typeface="IPAexGothic"/>
              </a:defRPr>
            </a:lvl7pPr>
            <a:lvl8pPr algn="l">
              <a:buNone/>
              <a:defRPr sz="1800" b="0">
                <a:solidFill>
                  <a:srgbClr val="586872"/>
                </a:solidFill>
                <a:latin typeface="IPAexGothic"/>
                <a:ea typeface="IPAexGothic"/>
                <a:cs typeface="IPAexGothic"/>
              </a:defRPr>
            </a:lvl8pPr>
            <a:lvl9pPr algn="l">
              <a:buNone/>
              <a:defRPr sz="1800" b="0">
                <a:solidFill>
                  <a:srgbClr val="586872"/>
                </a:solidFill>
                <a:latin typeface="IPAexGothic"/>
                <a:ea typeface="IPAexGothic"/>
                <a:cs typeface="IPAexGothic"/>
              </a:defRPr>
            </a:lvl9pPr>
          </a:lstStyle>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既存の詳細資料と計算例を基礎に、下記の文献を本案の構成と比較しています。</a:t>
            </a:r>
          </a:p>
          <a:p xmlns:a="http://schemas.openxmlformats.org/drawingml/2006/main">
            <a:pPr algn="l">
              <a:buNone/>
              <a:defRPr sz="1725" b="0">
                <a:solidFill>
                  <a:srgbClr val="586872"/>
                </a:solidFill>
                <a:latin typeface="IPAexGothic"/>
                <a:ea typeface="IPAexGothic"/>
                <a:cs typeface="IPAexGothic"/>
              </a:defRPr>
            </a:pPr>
            <a:r>
              <a:rPr sz="1725" b="0">
                <a:solidFill>
                  <a:srgbClr val="586872"/>
                </a:solidFill>
                <a:latin typeface="IPAexGothic"/>
                <a:ea typeface="IPAexGothic"/>
                <a:cs typeface="IPAexGothic"/>
              </a:rPr>
              <a:t>比較は確認済み文献の範囲であり、出願時点と正式文言に即した追加の確認が必要です。</a:t>
            </a:r>
          </a:p>
        </p:txBody>
      </p:sp>
      <p:sp>
        <p:nvSpPr>
          <p:cNvPr id="3" name="text-2">
            <a:extLst xmlns:a="http://schemas.openxmlformats.org/drawingml/2006/main">
              <a:ext uri="{FF2B5EF4-FFF2-40B4-BE49-F238E27FC236}">
                <a16:creationId xmlns:a16="http://schemas.microsoft.com/office/drawing/2014/main" id="{A29C3C59-E81F-4B52-A380-84D529E496DC}"/>
              </a:ext>
            </a:extLst>
          </p:cNvPr>
          <p:cNvSpPr>
            <a:spLocks xmlns:a="http://schemas.openxmlformats.org/drawingml/2006/main" noGrp="1"/>
          </p:cNvSpPr>
          <p:nvPr/>
        </p:nvSpPr>
        <p:spPr>
          <a:xfrm xmlns:a="http://schemas.openxmlformats.org/drawingml/2006/main">
            <a:off x="11239500" y="644842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872"/>
                </a:solidFill>
                <a:latin typeface="IPAexGothic"/>
                <a:ea typeface="IPAexGothic"/>
                <a:cs typeface="IPAexGothic"/>
              </a:defRPr>
            </a:defPPr>
            <a:lvl1pPr algn="r">
              <a:buNone/>
              <a:defRPr sz="1275" b="0">
                <a:solidFill>
                  <a:srgbClr val="586872"/>
                </a:solidFill>
                <a:latin typeface="IPAexGothic"/>
                <a:ea typeface="IPAexGothic"/>
                <a:cs typeface="IPAexGothic"/>
              </a:defRPr>
            </a:lvl1pPr>
            <a:lvl2pPr algn="r">
              <a:buNone/>
              <a:defRPr sz="1275" b="0">
                <a:solidFill>
                  <a:srgbClr val="586872"/>
                </a:solidFill>
                <a:latin typeface="IPAexGothic"/>
                <a:ea typeface="IPAexGothic"/>
                <a:cs typeface="IPAexGothic"/>
              </a:defRPr>
            </a:lvl2pPr>
            <a:lvl3pPr algn="r">
              <a:buNone/>
              <a:defRPr sz="1275" b="0">
                <a:solidFill>
                  <a:srgbClr val="586872"/>
                </a:solidFill>
                <a:latin typeface="IPAexGothic"/>
                <a:ea typeface="IPAexGothic"/>
                <a:cs typeface="IPAexGothic"/>
              </a:defRPr>
            </a:lvl3pPr>
            <a:lvl4pPr algn="r">
              <a:buNone/>
              <a:defRPr sz="1275" b="0">
                <a:solidFill>
                  <a:srgbClr val="586872"/>
                </a:solidFill>
                <a:latin typeface="IPAexGothic"/>
                <a:ea typeface="IPAexGothic"/>
                <a:cs typeface="IPAexGothic"/>
              </a:defRPr>
            </a:lvl4pPr>
            <a:lvl5pPr algn="r">
              <a:buNone/>
              <a:defRPr sz="1275" b="0">
                <a:solidFill>
                  <a:srgbClr val="586872"/>
                </a:solidFill>
                <a:latin typeface="IPAexGothic"/>
                <a:ea typeface="IPAexGothic"/>
                <a:cs typeface="IPAexGothic"/>
              </a:defRPr>
            </a:lvl5pPr>
            <a:lvl6pPr algn="r">
              <a:buNone/>
              <a:defRPr sz="1275" b="0">
                <a:solidFill>
                  <a:srgbClr val="586872"/>
                </a:solidFill>
                <a:latin typeface="IPAexGothic"/>
                <a:ea typeface="IPAexGothic"/>
                <a:cs typeface="IPAexGothic"/>
              </a:defRPr>
            </a:lvl6pPr>
            <a:lvl7pPr algn="r">
              <a:buNone/>
              <a:defRPr sz="1275" b="0">
                <a:solidFill>
                  <a:srgbClr val="586872"/>
                </a:solidFill>
                <a:latin typeface="IPAexGothic"/>
                <a:ea typeface="IPAexGothic"/>
                <a:cs typeface="IPAexGothic"/>
              </a:defRPr>
            </a:lvl7pPr>
            <a:lvl8pPr algn="r">
              <a:buNone/>
              <a:defRPr sz="1275" b="0">
                <a:solidFill>
                  <a:srgbClr val="586872"/>
                </a:solidFill>
                <a:latin typeface="IPAexGothic"/>
                <a:ea typeface="IPAexGothic"/>
                <a:cs typeface="IPAexGothic"/>
              </a:defRPr>
            </a:lvl8pPr>
            <a:lvl9pPr algn="r">
              <a:buNone/>
              <a:defRPr sz="1275" b="0">
                <a:solidFill>
                  <a:srgbClr val="586872"/>
                </a:solidFill>
                <a:latin typeface="IPAexGothic"/>
                <a:ea typeface="IPAexGothic"/>
                <a:cs typeface="IPAexGothic"/>
              </a:defRPr>
            </a:lvl9pPr>
          </a:lstStyle>
          <a:p xmlns:a="http://schemas.openxmlformats.org/drawingml/2006/main">
            <a:pPr algn="r">
              <a:buNone/>
              <a:defRPr sz="1275" b="0">
                <a:solidFill>
                  <a:srgbClr val="586872"/>
                </a:solidFill>
                <a:latin typeface="IPAexGothic"/>
                <a:ea typeface="IPAexGothic"/>
                <a:cs typeface="IPAexGothic"/>
              </a:defRPr>
            </a:pPr>
            <a:r>
              <a:rPr sz="1275" b="0">
                <a:solidFill>
                  <a:srgbClr val="586872"/>
                </a:solidFill>
                <a:latin typeface="IPAexGothic"/>
                <a:ea typeface="IPAexGothic"/>
                <a:cs typeface="IPAexGothic"/>
              </a:rPr>
              <a:t>58</a:t>
            </a:r>
          </a:p>
        </p:txBody>
      </p:sp>
      <p:sp>
        <p:nvSpPr>
          <p:cNvPr id="4" name="text-3">
            <a:extLst xmlns:a="http://schemas.openxmlformats.org/drawingml/2006/main">
              <a:ext uri="{FF2B5EF4-FFF2-40B4-BE49-F238E27FC236}">
                <a16:creationId xmlns:a16="http://schemas.microsoft.com/office/drawing/2014/main" id="{F5FAC4FD-75F1-47C7-B54A-35070B2E0DAC}"/>
              </a:ext>
            </a:extLst>
          </p:cNvPr>
          <p:cNvSpPr>
            <a:spLocks xmlns:a="http://schemas.openxmlformats.org/drawingml/2006/main" noGrp="1"/>
          </p:cNvSpPr>
          <p:nvPr/>
        </p:nvSpPr>
        <p:spPr>
          <a:xfrm xmlns:a="http://schemas.openxmlformats.org/drawingml/2006/main">
            <a:off x="619125" y="1676400"/>
            <a:ext cx="10858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236487"/>
                </a:solidFill>
                <a:latin typeface="IPAexGothic"/>
                <a:ea typeface="IPAexGothic"/>
                <a:cs typeface="IPAexGothic"/>
              </a:defRPr>
            </a:defPPr>
            <a:lvl1pPr algn="l">
              <a:buNone/>
              <a:defRPr sz="2250" b="1">
                <a:solidFill>
                  <a:srgbClr val="236487"/>
                </a:solidFill>
                <a:latin typeface="IPAexGothic"/>
                <a:ea typeface="IPAexGothic"/>
                <a:cs typeface="IPAexGothic"/>
              </a:defRPr>
            </a:lvl1pPr>
            <a:lvl2pPr algn="l">
              <a:buNone/>
              <a:defRPr sz="2250" b="1">
                <a:solidFill>
                  <a:srgbClr val="236487"/>
                </a:solidFill>
                <a:latin typeface="IPAexGothic"/>
                <a:ea typeface="IPAexGothic"/>
                <a:cs typeface="IPAexGothic"/>
              </a:defRPr>
            </a:lvl2pPr>
            <a:lvl3pPr algn="l">
              <a:buNone/>
              <a:defRPr sz="2250" b="1">
                <a:solidFill>
                  <a:srgbClr val="236487"/>
                </a:solidFill>
                <a:latin typeface="IPAexGothic"/>
                <a:ea typeface="IPAexGothic"/>
                <a:cs typeface="IPAexGothic"/>
              </a:defRPr>
            </a:lvl3pPr>
            <a:lvl4pPr algn="l">
              <a:buNone/>
              <a:defRPr sz="2250" b="1">
                <a:solidFill>
                  <a:srgbClr val="236487"/>
                </a:solidFill>
                <a:latin typeface="IPAexGothic"/>
                <a:ea typeface="IPAexGothic"/>
                <a:cs typeface="IPAexGothic"/>
              </a:defRPr>
            </a:lvl4pPr>
            <a:lvl5pPr algn="l">
              <a:buNone/>
              <a:defRPr sz="2250" b="1">
                <a:solidFill>
                  <a:srgbClr val="236487"/>
                </a:solidFill>
                <a:latin typeface="IPAexGothic"/>
                <a:ea typeface="IPAexGothic"/>
                <a:cs typeface="IPAexGothic"/>
              </a:defRPr>
            </a:lvl5pPr>
            <a:lvl6pPr algn="l">
              <a:buNone/>
              <a:defRPr sz="2250" b="1">
                <a:solidFill>
                  <a:srgbClr val="236487"/>
                </a:solidFill>
                <a:latin typeface="IPAexGothic"/>
                <a:ea typeface="IPAexGothic"/>
                <a:cs typeface="IPAexGothic"/>
              </a:defRPr>
            </a:lvl6pPr>
            <a:lvl7pPr algn="l">
              <a:buNone/>
              <a:defRPr sz="2250" b="1">
                <a:solidFill>
                  <a:srgbClr val="236487"/>
                </a:solidFill>
                <a:latin typeface="IPAexGothic"/>
                <a:ea typeface="IPAexGothic"/>
                <a:cs typeface="IPAexGothic"/>
              </a:defRPr>
            </a:lvl7pPr>
            <a:lvl8pPr algn="l">
              <a:buNone/>
              <a:defRPr sz="2250" b="1">
                <a:solidFill>
                  <a:srgbClr val="236487"/>
                </a:solidFill>
                <a:latin typeface="IPAexGothic"/>
                <a:ea typeface="IPAexGothic"/>
                <a:cs typeface="IPAexGothic"/>
              </a:defRPr>
            </a:lvl8pPr>
            <a:lvl9pPr algn="l">
              <a:buNone/>
              <a:defRPr sz="2250" b="1">
                <a:solidFill>
                  <a:srgbClr val="236487"/>
                </a:solidFill>
                <a:latin typeface="IPAexGothic"/>
                <a:ea typeface="IPAexGothic"/>
                <a:cs typeface="IPAexGothic"/>
              </a:defRPr>
            </a:lvl9pPr>
          </a:lstStyle>
          <a:p xmlns:a="http://schemas.openxmlformats.org/drawingml/2006/main">
            <a:pPr algn="l">
              <a:buNone/>
              <a:defRPr sz="2250" b="1">
                <a:solidFill>
                  <a:srgbClr val="236487"/>
                </a:solidFill>
                <a:latin typeface="IPAexGothic"/>
                <a:ea typeface="IPAexGothic"/>
                <a:cs typeface="IPAexGothic"/>
              </a:defRPr>
            </a:pPr>
            <a:r>
              <a:rPr sz="2250" b="1">
                <a:solidFill>
                  <a:srgbClr val="236487"/>
                </a:solidFill>
                <a:latin typeface="IPAexGothic"/>
                <a:ea typeface="IPAexGothic"/>
                <a:cs typeface="IPAexGothic"/>
              </a:rPr>
              <a:t>基礎資料</a:t>
            </a:r>
          </a:p>
        </p:txBody>
      </p:sp>
      <p:sp>
        <p:nvSpPr>
          <p:cNvPr id="5" name="text-4">
            <a:extLst xmlns:a="http://schemas.openxmlformats.org/drawingml/2006/main">
              <a:ext uri="{FF2B5EF4-FFF2-40B4-BE49-F238E27FC236}">
                <a16:creationId xmlns:a16="http://schemas.microsoft.com/office/drawing/2014/main" id="{4980DD3E-D58C-4355-BDD2-6D535431C7DE}"/>
              </a:ext>
            </a:extLst>
          </p:cNvPr>
          <p:cNvSpPr>
            <a:spLocks xmlns:a="http://schemas.openxmlformats.org/drawingml/2006/main" noGrp="1"/>
          </p:cNvSpPr>
          <p:nvPr/>
        </p:nvSpPr>
        <p:spPr>
          <a:xfrm xmlns:a="http://schemas.openxmlformats.org/drawingml/2006/main">
            <a:off x="619125" y="2190750"/>
            <a:ext cx="10858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72B3A"/>
                </a:solidFill>
                <a:latin typeface="IPAexGothic"/>
                <a:ea typeface="IPAexGothic"/>
                <a:cs typeface="IPAexGothic"/>
              </a:defRPr>
            </a:defPPr>
            <a:lvl1pPr algn="l">
              <a:buNone/>
              <a:defRPr sz="1950" b="0">
                <a:solidFill>
                  <a:srgbClr val="172B3A"/>
                </a:solidFill>
                <a:latin typeface="IPAexGothic"/>
                <a:ea typeface="IPAexGothic"/>
                <a:cs typeface="IPAexGothic"/>
              </a:defRPr>
            </a:lvl1pPr>
            <a:lvl2pPr algn="l">
              <a:buNone/>
              <a:defRPr sz="1950" b="0">
                <a:solidFill>
                  <a:srgbClr val="172B3A"/>
                </a:solidFill>
                <a:latin typeface="IPAexGothic"/>
                <a:ea typeface="IPAexGothic"/>
                <a:cs typeface="IPAexGothic"/>
              </a:defRPr>
            </a:lvl2pPr>
            <a:lvl3pPr algn="l">
              <a:buNone/>
              <a:defRPr sz="1950" b="0">
                <a:solidFill>
                  <a:srgbClr val="172B3A"/>
                </a:solidFill>
                <a:latin typeface="IPAexGothic"/>
                <a:ea typeface="IPAexGothic"/>
                <a:cs typeface="IPAexGothic"/>
              </a:defRPr>
            </a:lvl3pPr>
            <a:lvl4pPr algn="l">
              <a:buNone/>
              <a:defRPr sz="1950" b="0">
                <a:solidFill>
                  <a:srgbClr val="172B3A"/>
                </a:solidFill>
                <a:latin typeface="IPAexGothic"/>
                <a:ea typeface="IPAexGothic"/>
                <a:cs typeface="IPAexGothic"/>
              </a:defRPr>
            </a:lvl4pPr>
            <a:lvl5pPr algn="l">
              <a:buNone/>
              <a:defRPr sz="1950" b="0">
                <a:solidFill>
                  <a:srgbClr val="172B3A"/>
                </a:solidFill>
                <a:latin typeface="IPAexGothic"/>
                <a:ea typeface="IPAexGothic"/>
                <a:cs typeface="IPAexGothic"/>
              </a:defRPr>
            </a:lvl5pPr>
            <a:lvl6pPr algn="l">
              <a:buNone/>
              <a:defRPr sz="1950" b="0">
                <a:solidFill>
                  <a:srgbClr val="172B3A"/>
                </a:solidFill>
                <a:latin typeface="IPAexGothic"/>
                <a:ea typeface="IPAexGothic"/>
                <a:cs typeface="IPAexGothic"/>
              </a:defRPr>
            </a:lvl6pPr>
            <a:lvl7pPr algn="l">
              <a:buNone/>
              <a:defRPr sz="1950" b="0">
                <a:solidFill>
                  <a:srgbClr val="172B3A"/>
                </a:solidFill>
                <a:latin typeface="IPAexGothic"/>
                <a:ea typeface="IPAexGothic"/>
                <a:cs typeface="IPAexGothic"/>
              </a:defRPr>
            </a:lvl7pPr>
            <a:lvl8pPr algn="l">
              <a:buNone/>
              <a:defRPr sz="1950" b="0">
                <a:solidFill>
                  <a:srgbClr val="172B3A"/>
                </a:solidFill>
                <a:latin typeface="IPAexGothic"/>
                <a:ea typeface="IPAexGothic"/>
                <a:cs typeface="IPAexGothic"/>
              </a:defRPr>
            </a:lvl8pPr>
            <a:lvl9pPr algn="l">
              <a:buNone/>
              <a:defRPr sz="1950" b="0">
                <a:solidFill>
                  <a:srgbClr val="172B3A"/>
                </a:solidFill>
                <a:latin typeface="IPAexGothic"/>
                <a:ea typeface="IPAexGothic"/>
                <a:cs typeface="IPAexGothic"/>
              </a:defRPr>
            </a:lvl9pPr>
          </a:lstStyle>
          <a:p xmlns:a="http://schemas.openxmlformats.org/drawingml/2006/main">
            <a:pPr algn="l">
              <a:buNone/>
              <a:defRPr sz="1950" b="0">
                <a:solidFill>
                  <a:srgbClr val="172B3A"/>
                </a:solidFill>
                <a:latin typeface="IPAexGothic"/>
                <a:ea typeface="IPAexGothic"/>
                <a:cs typeface="IPAexGothic"/>
              </a:defRPr>
            </a:pPr>
            <a:r>
              <a:rPr sz="1950" b="0">
                <a:solidFill>
                  <a:srgbClr val="172B3A"/>
                </a:solidFill>
                <a:latin typeface="IPAexGothic"/>
                <a:ea typeface="IPAexGothic"/>
                <a:cs typeface="IPAexGothic"/>
              </a:rPr>
              <a:t>発明アイデア詳細資料_v4.pdf  第4版</a:t>
            </a:r>
          </a:p>
          <a:p xmlns:a="http://schemas.openxmlformats.org/drawingml/2006/main">
            <a:pPr algn="l">
              <a:buNone/>
              <a:defRPr sz="1950" b="0">
                <a:solidFill>
                  <a:srgbClr val="172B3A"/>
                </a:solidFill>
                <a:latin typeface="IPAexGothic"/>
                <a:ea typeface="IPAexGothic"/>
                <a:cs typeface="IPAexGothic"/>
              </a:defRPr>
            </a:pPr>
            <a:r>
              <a:rPr sz="1950" b="0">
                <a:solidFill>
                  <a:srgbClr val="172B3A"/>
                </a:solidFill>
                <a:latin typeface="IPAexGothic"/>
                <a:ea typeface="IPAexGothic"/>
                <a:cs typeface="IPAexGothic"/>
              </a:rPr>
              <a:t>元データ削除の合格例_v1.pdf  第1版</a:t>
            </a:r>
          </a:p>
        </p:txBody>
      </p:sp>
      <p:graphicFrame>
        <p:nvGraphicFramePr>
          <p:cNvPr id="6" name="">
            <a:extLst xmlns:a="http://schemas.openxmlformats.org/drawingml/2006/main">
              <a:ext uri="{FF2B5EF4-FFF2-40B4-BE49-F238E27FC236}">
                <a16:creationId xmlns:a16="http://schemas.microsoft.com/office/drawing/2014/main" id="{48D62BD1-37AC-485C-96AF-3715D8BC83A2}"/>
              </a:ext>
            </a:extLst>
          </p:cNvPr>
          <p:cNvGraphicFramePr/>
          <p:nvPr/>
        </p:nvGraphicFramePr>
        <p:xfrm>
          <a:off xmlns:a="http://schemas.openxmlformats.org/drawingml/2006/main" x="609600" y="3238500"/>
          <a:ext xmlns:a="http://schemas.openxmlformats.org/drawingml/2006/main" cx="10972800" cy="2571750"/>
        </p:xfrm>
        <a:graphic xmlns:a="http://schemas.openxmlformats.org/drawingml/2006/main">
          <a:graphicData uri="http://schemas.openxmlformats.org/drawingml/2006/table">
            <a:tbl>
              <a:tblPr firstRow="1" bandRow="0"/>
              <a:tblGrid>
                <a:gridCol w="5238750"/>
                <a:gridCol w="5734050"/>
              </a:tblGrid>
              <a:tr h="428625">
                <a:tc>
                  <a:txBody>
                    <a:bodyPr wrap="square" lIns="133350" tIns="85725" rIns="114300" bIns="76200"/>
                    <a:lstStyle/>
                    <a:p>
                      <a:r>
                        <a:rPr sz="1725" b="1">
                          <a:solidFill>
                            <a:srgbClr val="172B3A"/>
                          </a:solidFill>
                          <a:latin typeface="IPAexGothic"/>
                          <a:ea typeface="IPAexGothic"/>
                          <a:cs typeface="IPAexGothic"/>
                        </a:rPr>
                        <a:t>文献</a:t>
                      </a:r>
                    </a:p>
                  </a:txBody>
                  <a:tcPr marL="91440" marR="91440" marT="45720" marB="45720" anchor="ctr">
                    <a:lnL w="9525">
                      <a:solidFill>
                        <a:srgbClr val="BCCAD2"/>
                      </a:solidFill>
                      <a:prstDash val="solid"/>
                    </a:lnL>
                    <a:lnR w="9525">
                      <a:solidFill>
                        <a:srgbClr val="BCCAD2"/>
                      </a:solidFill>
                      <a:prstDash val="solid"/>
                    </a:lnR>
                    <a:lnT w="9525">
                      <a:solidFill>
                        <a:srgbClr val="BCCAD2"/>
                      </a:solidFill>
                      <a:prstDash val="solid"/>
                    </a:lnT>
                    <a:lnB w="9525">
                      <a:solidFill>
                        <a:srgbClr val="BCCAD2"/>
                      </a:solidFill>
                      <a:prstDash val="solid"/>
                    </a:lnB>
                    <a:solidFill>
                      <a:srgbClr val="EAF1F5"/>
                    </a:solidFill>
                  </a:tcPr>
                </a:tc>
                <a:tc>
                  <a:txBody>
                    <a:bodyPr wrap="square" lIns="133350" tIns="85725" rIns="114300" bIns="76200"/>
                    <a:lstStyle/>
                    <a:p>
                      <a:r>
                        <a:rPr sz="1725" b="1">
                          <a:solidFill>
                            <a:srgbClr val="172B3A"/>
                          </a:solidFill>
                          <a:latin typeface="IPAexGothic"/>
                          <a:ea typeface="IPAexGothic"/>
                          <a:cs typeface="IPAexGothic"/>
                        </a:rPr>
                        <a:t>確認したページ</a:t>
                      </a:r>
                    </a:p>
                  </a:txBody>
                  <a:tcPr marL="91440" marR="91440" marT="45720" marB="45720" anchor="ctr">
                    <a:lnR w="9525">
                      <a:solidFill>
                        <a:srgbClr val="BCCAD2"/>
                      </a:solidFill>
                      <a:prstDash val="solid"/>
                    </a:lnR>
                    <a:lnT w="9525">
                      <a:solidFill>
                        <a:srgbClr val="BCCAD2"/>
                      </a:solidFill>
                      <a:prstDash val="solid"/>
                    </a:lnT>
                    <a:lnB w="9525">
                      <a:solidFill>
                        <a:srgbClr val="BCCAD2"/>
                      </a:solidFill>
                      <a:prstDash val="solid"/>
                    </a:lnB>
                    <a:solidFill>
                      <a:srgbClr val="EAF1F5"/>
                    </a:solidFill>
                  </a:tcPr>
                </a:tc>
              </a:tr>
              <a:tr h="428625">
                <a:tc>
                  <a:txBody>
                    <a:bodyPr wrap="square" lIns="133350" tIns="85725" rIns="114300" bIns="76200"/>
                    <a:lstStyle/>
                    <a:p>
                      <a:r>
                        <a:rPr sz="1725" b="0">
                          <a:solidFill>
                            <a:srgbClr val="172B3A"/>
                          </a:solidFill>
                          <a:latin typeface="IPAexGothic"/>
                          <a:ea typeface="IPAexGothic"/>
                          <a:cs typeface="IPAexGothic"/>
                        </a:rPr>
                        <a:t>日立 WO2013/051101</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FFFFF"/>
                    </a:solidFill>
                  </a:tcPr>
                </a:tc>
                <a:tc>
                  <a:txBody>
                    <a:bodyPr wrap="square" lIns="133350" tIns="85725" rIns="114300" bIns="76200"/>
                    <a:lstStyle/>
                    <a:p>
                      <a:r>
                        <a:rPr sz="1725" b="0">
                          <a:solidFill>
                            <a:srgbClr val="172B3A"/>
                          </a:solidFill>
                          <a:latin typeface="IPAexGothic"/>
                          <a:ea typeface="IPAexGothic"/>
                          <a:cs typeface="IPAexGothic"/>
                        </a:rPr>
                        <a:t>JPWO2013051101A1</a:t>
                      </a:r>
                    </a:p>
                  </a:txBody>
                  <a:tcPr marL="91440" marR="91440" marT="45720" marB="45720" anchor="ctr">
                    <a:lnR w="9525">
                      <a:solidFill>
                        <a:srgbClr val="BCCAD2"/>
                      </a:solidFill>
                      <a:prstDash val="solid"/>
                    </a:lnR>
                    <a:lnB w="9525">
                      <a:solidFill>
                        <a:srgbClr val="BCCAD2"/>
                      </a:solidFill>
                      <a:prstDash val="solid"/>
                    </a:lnB>
                    <a:solidFill>
                      <a:srgbClr val="FFFFFF"/>
                    </a:solidFill>
                  </a:tcPr>
                </a:tc>
              </a:tr>
              <a:tr h="428625">
                <a:tc>
                  <a:txBody>
                    <a:bodyPr wrap="square" lIns="133350" tIns="85725" rIns="114300" bIns="76200"/>
                    <a:lstStyle/>
                    <a:p>
                      <a:r>
                        <a:rPr sz="1725" b="0">
                          <a:solidFill>
                            <a:srgbClr val="172B3A"/>
                          </a:solidFill>
                          <a:latin typeface="IPAexGothic"/>
                          <a:ea typeface="IPAexGothic"/>
                          <a:cs typeface="IPAexGothic"/>
                        </a:rPr>
                        <a:t>東芝 JP2008299486A</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8FAFB"/>
                    </a:solidFill>
                  </a:tcPr>
                </a:tc>
                <a:tc>
                  <a:txBody>
                    <a:bodyPr wrap="square" lIns="133350" tIns="85725" rIns="114300" bIns="76200"/>
                    <a:lstStyle/>
                    <a:p>
                      <a:r>
                        <a:rPr sz="1725" b="0">
                          <a:solidFill>
                            <a:srgbClr val="172B3A"/>
                          </a:solidFill>
                          <a:latin typeface="IPAexGothic"/>
                          <a:ea typeface="IPAexGothic"/>
                          <a:cs typeface="IPAexGothic"/>
                        </a:rPr>
                        <a:t>全データと部分データのモデル比較</a:t>
                      </a:r>
                    </a:p>
                  </a:txBody>
                  <a:tcPr marL="91440" marR="91440" marT="45720" marB="45720" anchor="ctr">
                    <a:lnR w="9525">
                      <a:solidFill>
                        <a:srgbClr val="BCCAD2"/>
                      </a:solidFill>
                      <a:prstDash val="solid"/>
                    </a:lnR>
                    <a:lnB w="9525">
                      <a:solidFill>
                        <a:srgbClr val="BCCAD2"/>
                      </a:solidFill>
                      <a:prstDash val="solid"/>
                    </a:lnB>
                    <a:solidFill>
                      <a:srgbClr val="F8FAFB"/>
                    </a:solidFill>
                  </a:tcPr>
                </a:tc>
              </a:tr>
              <a:tr h="428625">
                <a:tc>
                  <a:txBody>
                    <a:bodyPr wrap="square" lIns="133350" tIns="85725" rIns="114300" bIns="76200"/>
                    <a:lstStyle/>
                    <a:p>
                      <a:r>
                        <a:rPr sz="1725" b="0">
                          <a:solidFill>
                            <a:srgbClr val="172B3A"/>
                          </a:solidFill>
                          <a:latin typeface="IPAexGothic"/>
                          <a:ea typeface="IPAexGothic"/>
                          <a:cs typeface="IPAexGothic"/>
                        </a:rPr>
                        <a:t>HPE US20240259034A1</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FFFFF"/>
                    </a:solidFill>
                  </a:tcPr>
                </a:tc>
                <a:tc>
                  <a:txBody>
                    <a:bodyPr wrap="square" lIns="133350" tIns="85725" rIns="114300" bIns="76200"/>
                    <a:lstStyle/>
                    <a:p>
                      <a:r>
                        <a:rPr sz="1725" b="0">
                          <a:solidFill>
                            <a:srgbClr val="172B3A"/>
                          </a:solidFill>
                          <a:latin typeface="IPAexGothic"/>
                          <a:ea typeface="IPAexGothic"/>
                          <a:cs typeface="IPAexGothic"/>
                        </a:rPr>
                        <a:t>パターン圧縮と再生成データの比較</a:t>
                      </a:r>
                    </a:p>
                  </a:txBody>
                  <a:tcPr marL="91440" marR="91440" marT="45720" marB="45720" anchor="ctr">
                    <a:lnR w="9525">
                      <a:solidFill>
                        <a:srgbClr val="BCCAD2"/>
                      </a:solidFill>
                      <a:prstDash val="solid"/>
                    </a:lnR>
                    <a:lnB w="9525">
                      <a:solidFill>
                        <a:srgbClr val="BCCAD2"/>
                      </a:solidFill>
                      <a:prstDash val="solid"/>
                    </a:lnB>
                    <a:solidFill>
                      <a:srgbClr val="FFFFFF"/>
                    </a:solidFill>
                  </a:tcPr>
                </a:tc>
              </a:tr>
              <a:tr h="428625">
                <a:tc>
                  <a:txBody>
                    <a:bodyPr wrap="square" lIns="133350" tIns="85725" rIns="114300" bIns="76200"/>
                    <a:lstStyle/>
                    <a:p>
                      <a:r>
                        <a:rPr sz="1725" b="0">
                          <a:solidFill>
                            <a:srgbClr val="172B3A"/>
                          </a:solidFill>
                          <a:latin typeface="IPAexGothic"/>
                          <a:ea typeface="IPAexGothic"/>
                          <a:cs typeface="IPAexGothic"/>
                        </a:rPr>
                        <a:t>Amazon US11507324B2</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8FAFB"/>
                    </a:solidFill>
                  </a:tcPr>
                </a:tc>
                <a:tc>
                  <a:txBody>
                    <a:bodyPr wrap="square" lIns="133350" tIns="85725" rIns="114300" bIns="76200"/>
                    <a:lstStyle/>
                    <a:p>
                      <a:r>
                        <a:rPr sz="1725" b="0">
                          <a:solidFill>
                            <a:srgbClr val="172B3A"/>
                          </a:solidFill>
                          <a:latin typeface="IPAexGothic"/>
                          <a:ea typeface="IPAexGothic"/>
                          <a:cs typeface="IPAexGothic"/>
                        </a:rPr>
                        <a:t>処理精度等による圧縮方針の変更</a:t>
                      </a:r>
                    </a:p>
                  </a:txBody>
                  <a:tcPr marL="91440" marR="91440" marT="45720" marB="45720" anchor="ctr">
                    <a:lnR w="9525">
                      <a:solidFill>
                        <a:srgbClr val="BCCAD2"/>
                      </a:solidFill>
                      <a:prstDash val="solid"/>
                    </a:lnR>
                    <a:lnB w="9525">
                      <a:solidFill>
                        <a:srgbClr val="BCCAD2"/>
                      </a:solidFill>
                      <a:prstDash val="solid"/>
                    </a:lnB>
                    <a:solidFill>
                      <a:srgbClr val="F8FAFB"/>
                    </a:solidFill>
                  </a:tcPr>
                </a:tc>
              </a:tr>
              <a:tr h="428625">
                <a:tc>
                  <a:txBody>
                    <a:bodyPr wrap="square" lIns="133350" tIns="85725" rIns="114300" bIns="76200"/>
                    <a:lstStyle/>
                    <a:p>
                      <a:r>
                        <a:rPr sz="1725" b="0">
                          <a:solidFill>
                            <a:srgbClr val="172B3A"/>
                          </a:solidFill>
                          <a:latin typeface="IPAexGothic"/>
                          <a:ea typeface="IPAexGothic"/>
                          <a:cs typeface="IPAexGothic"/>
                        </a:rPr>
                        <a:t>IBM JP5936240B2</a:t>
                      </a:r>
                    </a:p>
                  </a:txBody>
                  <a:tcPr marL="91440" marR="91440" marT="45720" marB="45720" anchor="ctr">
                    <a:lnL w="9525">
                      <a:solidFill>
                        <a:srgbClr val="BCCAD2"/>
                      </a:solidFill>
                      <a:prstDash val="solid"/>
                    </a:lnL>
                    <a:lnR w="9525">
                      <a:solidFill>
                        <a:srgbClr val="BCCAD2"/>
                      </a:solidFill>
                      <a:prstDash val="solid"/>
                    </a:lnR>
                    <a:lnB w="9525">
                      <a:solidFill>
                        <a:srgbClr val="BCCAD2"/>
                      </a:solidFill>
                      <a:prstDash val="solid"/>
                    </a:lnB>
                    <a:solidFill>
                      <a:srgbClr val="FFFFFF"/>
                    </a:solidFill>
                  </a:tcPr>
                </a:tc>
                <a:tc>
                  <a:txBody>
                    <a:bodyPr wrap="square" lIns="133350" tIns="85725" rIns="114300" bIns="76200"/>
                    <a:lstStyle/>
                    <a:p>
                      <a:r>
                        <a:rPr sz="1725" b="0">
                          <a:solidFill>
                            <a:srgbClr val="172B3A"/>
                          </a:solidFill>
                          <a:latin typeface="IPAexGothic"/>
                          <a:ea typeface="IPAexGothic"/>
                          <a:cs typeface="IPAexGothic"/>
                        </a:rPr>
                        <a:t>パターン有無や個数の特徴ベクトル</a:t>
                      </a:r>
                    </a:p>
                  </a:txBody>
                  <a:tcPr marL="91440" marR="91440" marT="45720" marB="45720" anchor="ctr">
                    <a:lnR w="9525">
                      <a:solidFill>
                        <a:srgbClr val="BCCAD2"/>
                      </a:solidFill>
                      <a:prstDash val="solid"/>
                    </a:lnR>
                    <a:lnB w="9525">
                      <a:solidFill>
                        <a:srgbClr val="BCCAD2"/>
                      </a:solidFill>
                      <a:prstDash val="solid"/>
                    </a:lnB>
                    <a:solidFill>
                      <a:srgbClr val="FFFFFF"/>
                    </a:solidFill>
                  </a:tcPr>
                </a:tc>
              </a:tr>
            </a:tbl>
          </a:graphicData>
        </a:graphic>
      </p:graphicFrame>
      <p:sp>
        <p:nvSpPr>
          <p:cNvPr id="7" name="text-5">
            <a:extLst xmlns:a="http://schemas.openxmlformats.org/drawingml/2006/main">
              <a:ext uri="{FF2B5EF4-FFF2-40B4-BE49-F238E27FC236}">
                <a16:creationId xmlns:a16="http://schemas.microsoft.com/office/drawing/2014/main" id="{8482F995-C5AD-44B7-8CDB-7450FCE6F47B}"/>
              </a:ext>
            </a:extLst>
          </p:cNvPr>
          <p:cNvSpPr>
            <a:spLocks xmlns:a="http://schemas.openxmlformats.org/drawingml/2006/main" noGrp="1"/>
          </p:cNvSpPr>
          <p:nvPr/>
        </p:nvSpPr>
        <p:spPr>
          <a:xfrm xmlns:a="http://schemas.openxmlformats.org/drawingml/2006/main">
            <a:off x="609600" y="5953125"/>
            <a:ext cx="10906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86872"/>
                </a:solidFill>
                <a:latin typeface="IPAexGothic"/>
                <a:ea typeface="IPAexGothic"/>
                <a:cs typeface="IPAexGothic"/>
              </a:defRPr>
            </a:defPPr>
            <a:lvl1pPr algn="l">
              <a:buNone/>
              <a:defRPr sz="1575" b="0">
                <a:solidFill>
                  <a:srgbClr val="586872"/>
                </a:solidFill>
                <a:latin typeface="IPAexGothic"/>
                <a:ea typeface="IPAexGothic"/>
                <a:cs typeface="IPAexGothic"/>
              </a:defRPr>
            </a:lvl1pPr>
            <a:lvl2pPr algn="l">
              <a:buNone/>
              <a:defRPr sz="1575" b="0">
                <a:solidFill>
                  <a:srgbClr val="586872"/>
                </a:solidFill>
                <a:latin typeface="IPAexGothic"/>
                <a:ea typeface="IPAexGothic"/>
                <a:cs typeface="IPAexGothic"/>
              </a:defRPr>
            </a:lvl2pPr>
            <a:lvl3pPr algn="l">
              <a:buNone/>
              <a:defRPr sz="1575" b="0">
                <a:solidFill>
                  <a:srgbClr val="586872"/>
                </a:solidFill>
                <a:latin typeface="IPAexGothic"/>
                <a:ea typeface="IPAexGothic"/>
                <a:cs typeface="IPAexGothic"/>
              </a:defRPr>
            </a:lvl3pPr>
            <a:lvl4pPr algn="l">
              <a:buNone/>
              <a:defRPr sz="1575" b="0">
                <a:solidFill>
                  <a:srgbClr val="586872"/>
                </a:solidFill>
                <a:latin typeface="IPAexGothic"/>
                <a:ea typeface="IPAexGothic"/>
                <a:cs typeface="IPAexGothic"/>
              </a:defRPr>
            </a:lvl4pPr>
            <a:lvl5pPr algn="l">
              <a:buNone/>
              <a:defRPr sz="1575" b="0">
                <a:solidFill>
                  <a:srgbClr val="586872"/>
                </a:solidFill>
                <a:latin typeface="IPAexGothic"/>
                <a:ea typeface="IPAexGothic"/>
                <a:cs typeface="IPAexGothic"/>
              </a:defRPr>
            </a:lvl5pPr>
            <a:lvl6pPr algn="l">
              <a:buNone/>
              <a:defRPr sz="1575" b="0">
                <a:solidFill>
                  <a:srgbClr val="586872"/>
                </a:solidFill>
                <a:latin typeface="IPAexGothic"/>
                <a:ea typeface="IPAexGothic"/>
                <a:cs typeface="IPAexGothic"/>
              </a:defRPr>
            </a:lvl6pPr>
            <a:lvl7pPr algn="l">
              <a:buNone/>
              <a:defRPr sz="1575" b="0">
                <a:solidFill>
                  <a:srgbClr val="586872"/>
                </a:solidFill>
                <a:latin typeface="IPAexGothic"/>
                <a:ea typeface="IPAexGothic"/>
                <a:cs typeface="IPAexGothic"/>
              </a:defRPr>
            </a:lvl7pPr>
            <a:lvl8pPr algn="l">
              <a:buNone/>
              <a:defRPr sz="1575" b="0">
                <a:solidFill>
                  <a:srgbClr val="586872"/>
                </a:solidFill>
                <a:latin typeface="IPAexGothic"/>
                <a:ea typeface="IPAexGothic"/>
                <a:cs typeface="IPAexGothic"/>
              </a:defRPr>
            </a:lvl8pPr>
            <a:lvl9pPr algn="l">
              <a:buNone/>
              <a:defRPr sz="1575" b="0">
                <a:solidFill>
                  <a:srgbClr val="586872"/>
                </a:solidFill>
                <a:latin typeface="IPAexGothic"/>
                <a:ea typeface="IPAexGothic"/>
                <a:cs typeface="IPAexGothic"/>
              </a:defRPr>
            </a:lvl9pPr>
          </a:lstStyle>
          <a:p xmlns:a="http://schemas.openxmlformats.org/drawingml/2006/main">
            <a:pPr algn="l">
              <a:buNone/>
              <a:defRPr sz="1575" b="0">
                <a:solidFill>
                  <a:srgbClr val="586872"/>
                </a:solidFill>
                <a:latin typeface="IPAexGothic"/>
                <a:ea typeface="IPAexGothic"/>
                <a:cs typeface="IPAexGothic"/>
              </a:defRPr>
            </a:pPr>
            <a:r>
              <a:rPr sz="1575" b="0">
                <a:solidFill>
                  <a:srgbClr val="586872"/>
                </a:solidFill>
                <a:latin typeface="IPAexGothic"/>
                <a:ea typeface="IPAexGothic"/>
                <a:cs typeface="IPAexGothic"/>
              </a:rPr>
              <a:t>文献URLは対応スライドのノートに記載。波形群分けの実装例はscikit-learn公式資料を参照</a:t>
            </a:r>
          </a:p>
        </p:txBody>
      </p:sp>
    </p:spTree>
    <p:extLst>
      <p:ext uri="{BB962C8B-B14F-4D97-AF65-F5344CB8AC3E}">
        <p14:creationId xmlns:p14="http://schemas.microsoft.com/office/powerpoint/2010/main" val="121999627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2026-10-19T15:59:01.7710000Z</dcterms:created>
  <dcterms:modified xsi:type="dcterms:W3CDTF">2026-10-19T15:59:01.7710000Z</dcterms:modified>
</coreProperties>
</file>